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32.xml" ContentType="application/vnd.openxmlformats-officedocument.presentationml.notesSlide+xml"/>
  <Override PartName="/ppt/tags/tag34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notesSlides/notesSlide34.xml" ContentType="application/vnd.openxmlformats-officedocument.presentationml.notesSlide+xml"/>
  <Override PartName="/ppt/tags/tag36.xml" ContentType="application/vnd.openxmlformats-officedocument.presentationml.tags+xml"/>
  <Override PartName="/ppt/notesSlides/notesSlide35.xml" ContentType="application/vnd.openxmlformats-officedocument.presentationml.notesSlide+xml"/>
  <Override PartName="/ppt/tags/tag37.xml" ContentType="application/vnd.openxmlformats-officedocument.presentationml.tags+xml"/>
  <Override PartName="/ppt/notesSlides/notesSlide36.xml" ContentType="application/vnd.openxmlformats-officedocument.presentationml.notesSlide+xml"/>
  <Override PartName="/ppt/tags/tag38.xml" ContentType="application/vnd.openxmlformats-officedocument.presentationml.tags+xml"/>
  <Override PartName="/ppt/notesSlides/notesSlide37.xml" ContentType="application/vnd.openxmlformats-officedocument.presentationml.notesSlide+xml"/>
  <Override PartName="/ppt/tags/tag39.xml" ContentType="application/vnd.openxmlformats-officedocument.presentationml.tags+xml"/>
  <Override PartName="/ppt/notesSlides/notesSlide38.xml" ContentType="application/vnd.openxmlformats-officedocument.presentationml.notesSlide+xml"/>
  <Override PartName="/ppt/tags/tag40.xml" ContentType="application/vnd.openxmlformats-officedocument.presentationml.tags+xml"/>
  <Override PartName="/ppt/notesSlides/notesSlide39.xml" ContentType="application/vnd.openxmlformats-officedocument.presentationml.notesSlide+xml"/>
  <Override PartName="/ppt/tags/tag41.xml" ContentType="application/vnd.openxmlformats-officedocument.presentationml.tags+xml"/>
  <Override PartName="/ppt/notesSlides/notesSlide40.xml" ContentType="application/vnd.openxmlformats-officedocument.presentationml.notesSlide+xml"/>
  <Override PartName="/ppt/tags/tag42.xml" ContentType="application/vnd.openxmlformats-officedocument.presentationml.tags+xml"/>
  <Override PartName="/ppt/notesSlides/notesSlide41.xml" ContentType="application/vnd.openxmlformats-officedocument.presentationml.notesSlide+xml"/>
  <Override PartName="/ppt/tags/tag43.xml" ContentType="application/vnd.openxmlformats-officedocument.presentationml.tags+xml"/>
  <Override PartName="/ppt/notesSlides/notesSlide42.xml" ContentType="application/vnd.openxmlformats-officedocument.presentationml.notesSlide+xml"/>
  <Override PartName="/ppt/tags/tag44.xml" ContentType="application/vnd.openxmlformats-officedocument.presentationml.tags+xml"/>
  <Override PartName="/ppt/notesSlides/notesSlide43.xml" ContentType="application/vnd.openxmlformats-officedocument.presentationml.notesSlide+xml"/>
  <Override PartName="/ppt/tags/tag45.xml" ContentType="application/vnd.openxmlformats-officedocument.presentationml.tags+xml"/>
  <Override PartName="/ppt/notesSlides/notesSlide44.xml" ContentType="application/vnd.openxmlformats-officedocument.presentationml.notesSlide+xml"/>
  <Override PartName="/ppt/tags/tag46.xml" ContentType="application/vnd.openxmlformats-officedocument.presentationml.tags+xml"/>
  <Override PartName="/ppt/notesSlides/notesSlide45.xml" ContentType="application/vnd.openxmlformats-officedocument.presentationml.notesSlide+xml"/>
  <Override PartName="/ppt/tags/tag47.xml" ContentType="application/vnd.openxmlformats-officedocument.presentationml.tags+xml"/>
  <Override PartName="/ppt/notesSlides/notesSlide46.xml" ContentType="application/vnd.openxmlformats-officedocument.presentationml.notesSlide+xml"/>
  <Override PartName="/ppt/tags/tag48.xml" ContentType="application/vnd.openxmlformats-officedocument.presentationml.tags+xml"/>
  <Override PartName="/ppt/notesSlides/notesSlide47.xml" ContentType="application/vnd.openxmlformats-officedocument.presentationml.notesSlide+xml"/>
  <Override PartName="/ppt/tags/tag49.xml" ContentType="application/vnd.openxmlformats-officedocument.presentationml.tags+xml"/>
  <Override PartName="/ppt/notesSlides/notesSlide48.xml" ContentType="application/vnd.openxmlformats-officedocument.presentationml.notesSlide+xml"/>
  <Override PartName="/ppt/tags/tag50.xml" ContentType="application/vnd.openxmlformats-officedocument.presentationml.tags+xml"/>
  <Override PartName="/ppt/notesSlides/notesSlide49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5"/>
  </p:notesMasterIdLst>
  <p:sldIdLst>
    <p:sldId id="289" r:id="rId3"/>
    <p:sldId id="417" r:id="rId4"/>
    <p:sldId id="418" r:id="rId5"/>
    <p:sldId id="257" r:id="rId6"/>
    <p:sldId id="258" r:id="rId7"/>
    <p:sldId id="259" r:id="rId8"/>
    <p:sldId id="427" r:id="rId9"/>
    <p:sldId id="428" r:id="rId10"/>
    <p:sldId id="442" r:id="rId11"/>
    <p:sldId id="430" r:id="rId12"/>
    <p:sldId id="432" r:id="rId13"/>
    <p:sldId id="433" r:id="rId14"/>
    <p:sldId id="434" r:id="rId15"/>
    <p:sldId id="431" r:id="rId16"/>
    <p:sldId id="435" r:id="rId17"/>
    <p:sldId id="436" r:id="rId18"/>
    <p:sldId id="437" r:id="rId19"/>
    <p:sldId id="438" r:id="rId20"/>
    <p:sldId id="443" r:id="rId21"/>
    <p:sldId id="439" r:id="rId22"/>
    <p:sldId id="440" r:id="rId23"/>
    <p:sldId id="444" r:id="rId24"/>
    <p:sldId id="441" r:id="rId25"/>
    <p:sldId id="447" r:id="rId26"/>
    <p:sldId id="274" r:id="rId27"/>
    <p:sldId id="260" r:id="rId28"/>
    <p:sldId id="396" r:id="rId29"/>
    <p:sldId id="388" r:id="rId30"/>
    <p:sldId id="397" r:id="rId31"/>
    <p:sldId id="376" r:id="rId32"/>
    <p:sldId id="398" r:id="rId33"/>
    <p:sldId id="377" r:id="rId34"/>
    <p:sldId id="399" r:id="rId35"/>
    <p:sldId id="378" r:id="rId36"/>
    <p:sldId id="400" r:id="rId37"/>
    <p:sldId id="379" r:id="rId38"/>
    <p:sldId id="401" r:id="rId39"/>
    <p:sldId id="380" r:id="rId40"/>
    <p:sldId id="269" r:id="rId41"/>
    <p:sldId id="402" r:id="rId42"/>
    <p:sldId id="389" r:id="rId43"/>
    <p:sldId id="403" r:id="rId44"/>
    <p:sldId id="381" r:id="rId45"/>
    <p:sldId id="404" r:id="rId46"/>
    <p:sldId id="382" r:id="rId47"/>
    <p:sldId id="405" r:id="rId48"/>
    <p:sldId id="383" r:id="rId49"/>
    <p:sldId id="406" r:id="rId50"/>
    <p:sldId id="384" r:id="rId51"/>
    <p:sldId id="407" r:id="rId52"/>
    <p:sldId id="385" r:id="rId53"/>
    <p:sldId id="408" r:id="rId54"/>
    <p:sldId id="386" r:id="rId55"/>
    <p:sldId id="409" r:id="rId56"/>
    <p:sldId id="387" r:id="rId57"/>
    <p:sldId id="395" r:id="rId58"/>
    <p:sldId id="419" r:id="rId59"/>
    <p:sldId id="421" r:id="rId60"/>
    <p:sldId id="422" r:id="rId61"/>
    <p:sldId id="420" r:id="rId62"/>
    <p:sldId id="423" r:id="rId63"/>
    <p:sldId id="410" r:id="rId64"/>
    <p:sldId id="411" r:id="rId65"/>
    <p:sldId id="262" r:id="rId66"/>
    <p:sldId id="277" r:id="rId67"/>
    <p:sldId id="296" r:id="rId68"/>
    <p:sldId id="263" r:id="rId69"/>
    <p:sldId id="265" r:id="rId70"/>
    <p:sldId id="266" r:id="rId71"/>
    <p:sldId id="267" r:id="rId72"/>
    <p:sldId id="268" r:id="rId73"/>
    <p:sldId id="278" r:id="rId74"/>
    <p:sldId id="412" r:id="rId75"/>
    <p:sldId id="271" r:id="rId76"/>
    <p:sldId id="272" r:id="rId77"/>
    <p:sldId id="413" r:id="rId78"/>
    <p:sldId id="414" r:id="rId79"/>
    <p:sldId id="276" r:id="rId80"/>
    <p:sldId id="275" r:id="rId81"/>
    <p:sldId id="416" r:id="rId82"/>
    <p:sldId id="415" r:id="rId83"/>
    <p:sldId id="273" r:id="rId8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onu Anlatımı" id="{3C6ED1ED-7356-4493-B3CD-CAEF3B3505F5}">
          <p14:sldIdLst>
            <p14:sldId id="289"/>
            <p14:sldId id="417"/>
            <p14:sldId id="418"/>
            <p14:sldId id="257"/>
            <p14:sldId id="258"/>
            <p14:sldId id="259"/>
            <p14:sldId id="427"/>
            <p14:sldId id="428"/>
            <p14:sldId id="442"/>
            <p14:sldId id="430"/>
            <p14:sldId id="432"/>
            <p14:sldId id="433"/>
            <p14:sldId id="434"/>
            <p14:sldId id="431"/>
            <p14:sldId id="435"/>
            <p14:sldId id="436"/>
            <p14:sldId id="437"/>
            <p14:sldId id="438"/>
            <p14:sldId id="443"/>
            <p14:sldId id="439"/>
            <p14:sldId id="440"/>
            <p14:sldId id="444"/>
            <p14:sldId id="441"/>
            <p14:sldId id="447"/>
            <p14:sldId id="274"/>
            <p14:sldId id="260"/>
            <p14:sldId id="396"/>
            <p14:sldId id="388"/>
            <p14:sldId id="397"/>
            <p14:sldId id="376"/>
            <p14:sldId id="398"/>
            <p14:sldId id="377"/>
            <p14:sldId id="399"/>
            <p14:sldId id="378"/>
            <p14:sldId id="400"/>
            <p14:sldId id="379"/>
            <p14:sldId id="401"/>
            <p14:sldId id="380"/>
            <p14:sldId id="269"/>
            <p14:sldId id="402"/>
            <p14:sldId id="389"/>
            <p14:sldId id="403"/>
            <p14:sldId id="381"/>
            <p14:sldId id="404"/>
            <p14:sldId id="382"/>
            <p14:sldId id="405"/>
            <p14:sldId id="383"/>
            <p14:sldId id="406"/>
            <p14:sldId id="384"/>
            <p14:sldId id="407"/>
            <p14:sldId id="385"/>
            <p14:sldId id="408"/>
            <p14:sldId id="386"/>
            <p14:sldId id="409"/>
            <p14:sldId id="387"/>
            <p14:sldId id="395"/>
            <p14:sldId id="419"/>
            <p14:sldId id="421"/>
            <p14:sldId id="422"/>
            <p14:sldId id="420"/>
            <p14:sldId id="423"/>
          </p14:sldIdLst>
        </p14:section>
        <p14:section name="Alıştırmalar" id="{C997D110-A15B-42BB-83A4-AF36031C884B}">
          <p14:sldIdLst>
            <p14:sldId id="410"/>
            <p14:sldId id="411"/>
            <p14:sldId id="262"/>
            <p14:sldId id="277"/>
            <p14:sldId id="296"/>
            <p14:sldId id="263"/>
            <p14:sldId id="265"/>
            <p14:sldId id="266"/>
            <p14:sldId id="267"/>
            <p14:sldId id="268"/>
            <p14:sldId id="278"/>
            <p14:sldId id="412"/>
            <p14:sldId id="271"/>
            <p14:sldId id="272"/>
            <p14:sldId id="413"/>
            <p14:sldId id="414"/>
            <p14:sldId id="276"/>
            <p14:sldId id="275"/>
            <p14:sldId id="416"/>
            <p14:sldId id="415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Orta Sti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9"/>
    <p:restoredTop sz="94712"/>
  </p:normalViewPr>
  <p:slideViewPr>
    <p:cSldViewPr snapToGrid="0">
      <p:cViewPr varScale="1">
        <p:scale>
          <a:sx n="115" d="100"/>
          <a:sy n="115" d="100"/>
        </p:scale>
        <p:origin x="4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E36C1-EE93-49F3-ACCA-688796A50B0C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533A2-33BD-4792-9644-88F028AC526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446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93036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A944-E354-ACA7-352A-DCBC8EBC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81AE6797-07F6-C9B7-CD7E-EE08986A5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326C8CA4-4734-4211-CAFC-3C2470976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1E990A4-8506-BF28-A9E6-97AD2C7EA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4897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52F0-E1FC-47EC-FF97-ACF5C819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0476AD7F-660E-2732-08E1-8A1A83C5F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64BB5E2C-BECC-7FAB-737C-6A88447E2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7A10421-0288-1DDC-48C7-4EA1D0E22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145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D4DE5-E0CE-9110-54FA-B8122108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F39E959B-91EF-90E3-3386-E780BC53C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0F1A6A92-375F-B15B-B0F8-6BD14FC54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2824BD8-5D10-172D-4BF9-DC523C559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1549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82CD3-405F-5F28-F63D-F8705386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741C4137-71E7-E168-688D-8E19ED8C7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F9B28A0-2BB6-96B8-61EE-2DCC04024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3644B11-4639-65DF-1845-740A83DCB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31442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6AE8E-1EDC-CF7C-4D06-1EE2E571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57F4BAE4-4CF3-FD6E-273E-AC73E7550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8115EB8B-7591-688F-BEFC-722B6D0D6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992EE6E-6748-003E-EDF6-8AD509A1E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190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2126-3AC0-649F-C0C0-C55B23370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91A067E8-CBC9-6C5D-0F64-2AE76E296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12BDACE9-BBC2-279E-3B2E-739ED1389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A55F920-D4E6-CCF5-99A3-8893EB8DD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60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24ED-A05E-BAAF-E85A-FB040F65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6FFA4D80-BDD3-5D6B-50FC-3F7A8F8F1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943296F2-8C3A-6B74-8749-5268C20AB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C0FB062-4883-D4E1-4B96-3D8F65C38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7503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9023F-E31E-0ACF-64FD-26C40C42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2B50CB1E-E3A7-A3A1-D817-F9F917DC7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0EA22064-D655-2F64-AE87-352886DA1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7C567E2-4CA4-BE3C-8708-A5673C259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2502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B29B-2ED5-88FB-EA0B-E2D02DDB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E2F62041-821B-8628-D92D-179E5C3F1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B6C0B10E-8835-B6D4-B48C-234378721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403B0DE-EC51-8463-0207-F5DD82B7A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1548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627B-3A6F-22BF-2720-2AA29DC04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D0C00398-4AF7-0561-6FDA-C2DB80371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12C281CA-2253-D907-6A4C-E62D85BC7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8AF663A-88D7-92FA-30C6-43C1F8864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9236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1B0FE-95F9-5F84-FE60-35BF5CE71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B673E490-11FF-EE88-B812-CFF482A40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2172DBAA-13A3-DCCB-29F0-C8A9DD331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8429F0F-E3B0-B86D-E5C5-703F69E66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9474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06F0-F491-9368-261E-D0A57613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9CC4D7C4-D6BD-983E-B425-52C67D462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7F2EE3B4-B193-C683-2BE8-FBABB072F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655F30F-8508-F833-3544-9B060D0AD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5152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8DFD-0614-894C-84E3-3F01AD1F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D511AE46-B6F4-EC2D-CFE3-33740F244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5C53E9B-419B-F7AD-FBE9-50C6C38B9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1CAB727-3B6E-2ECF-A3BF-DEC9393CF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9310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9EB5-DA2C-2D89-EC1C-7DAE6DCC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9EA47FE3-98CB-53BB-7CD1-8217C410A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D7A2FB69-2A9F-E4ED-5943-55C47A660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4A86380-F854-4E7C-87C0-CB095F2D7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7985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767D-2959-9F0E-7885-E7EBCFE9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C8A097A0-C504-8029-3450-5E279E55B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2CCDE461-C4D3-3BF4-1BA6-EEDF36F99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59DF567-82BB-E8A8-8354-EE52520EEE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0375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82070-3284-FFFE-868B-EEFD2B46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16ECA802-1B85-4227-755D-3E074C9EF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EAF131C8-4E22-617D-779B-7BC35CF59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7703474-FBEF-3C78-9129-DD81676EC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1155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03A7-CD3D-EB11-5ACB-F015864F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77BF858B-5811-F323-F5DE-0A75555E4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73724783-23B8-0608-5435-D6ABEDA3C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835C62B-FF35-9F66-73A8-8DBA776EA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9887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FEA89-F0D4-04A5-BAC6-975C8C1E5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8775EC41-DFC4-C0D3-521D-9D986DD9A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AE0F799E-B9EB-62BD-5D7D-1CABF6682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44EBC05-A3F3-A677-E152-1C59AE04A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7758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891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76263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15407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16864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01184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52831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09598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19305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6424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80281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94101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2253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21217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92228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63869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17522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14756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965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82819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45344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29322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26248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7549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55278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50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91145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51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62679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52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14076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53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20382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54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03659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533A2-33BD-4792-9644-88F028AC5263}" type="slidenum">
              <a:rPr lang="tr-TR" smtClean="0"/>
              <a:t>55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57507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DE2D0-EE8D-4CD9-B1F3-18B50CCCD57A}" type="slidenum">
              <a:rPr lang="tr-TR" smtClean="0"/>
              <a:t>75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36346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DE2D0-EE8D-4CD9-B1F3-18B50CCCD57A}" type="slidenum">
              <a:rPr lang="tr-TR" smtClean="0"/>
              <a:t>76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24092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DE2D0-EE8D-4CD9-B1F3-18B50CCCD57A}" type="slidenum">
              <a:rPr lang="tr-TR" smtClean="0"/>
              <a:t>78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3854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7F49366-7F1E-4CA5-A1D8-D3BA03FAA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9CF056D-1AE5-4662-B1C5-CD06B6488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D31D48B-2C07-4742-94E9-B8C3DEB7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9380-D596-4D8F-81C6-30D4A30EA017}" type="datetime1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E9942BE-BCF5-46BF-B869-55068AC6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C999290-13B8-4002-9DDF-2B33840E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648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530143C-7525-479F-A6A8-9C021F069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B5453F-8364-4E6E-B4E0-8629A640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60BF19-C1DE-459F-B409-9706F24F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E99E-45E2-4668-A8BB-CBA732CF4639}" type="datetime1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478A33F-3517-492B-9F19-3DE66E0B1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87D0EA-E205-445B-B961-168142B70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345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D090CD6-B38D-45A1-AC4F-57AA5466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7275CF5-B79E-416A-94A6-27E3A023C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53996A-004C-453E-846D-0DE3CFDD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1605-0D12-49E8-AC6C-84281D08EBB4}" type="datetime1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90C32A0-72D9-4D91-B68F-8CE770AF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BAAC8B-1A63-48D6-AB6F-36B5D8A0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994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A9DC0A3E-14D2-4154-A839-559637F3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4F6950-F067-451D-9416-C4800D0C3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40B192C-DFAA-4DED-9D0C-452E2CE32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AE5432A-D7EA-457F-90B6-75F4B3CD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DC015-AF15-4DF0-AD86-58B950CB79C5}" type="datetime1">
              <a:rPr lang="tr-TR" smtClean="0"/>
              <a:t>14.08.2026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EAB2816-6119-4264-A600-AF75B2A9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0541CD5-CA23-4BBB-8EB9-A91CDD12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496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F200680-F9DB-4CCA-B271-82FB2ADA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F20BAC2-0CA0-47A5-9113-E28AC5F47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7CA2AC2-D57C-4812-BC4F-8D561C001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F1C2C53-35C0-42EC-9B8B-E3FA0E9E0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934B5B9-999E-4169-A4D3-9249BC5AF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3A0637D6-DC4F-4ACE-83D4-2A8ED6E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A537C-A55A-4AAD-9C5F-C5495F03E45D}" type="datetime1">
              <a:rPr lang="tr-TR" smtClean="0"/>
              <a:t>14.08.2026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EDC5CD6-C058-4B81-A64B-8B66A0EA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8776960-E67E-4083-8949-4E482B59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561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6A49DED-D89E-4C0C-B5AB-B552C2AB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3B991BC-F9B5-44B5-876C-D4CD4EB2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6D38C-7CAB-4AE4-A8BE-0EA31FCAD504}" type="datetime1">
              <a:rPr lang="tr-TR" smtClean="0"/>
              <a:t>14.08.2026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0F3BF57-4B02-445C-80DC-C8308B77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9B0E153-81B1-4FBA-9B19-C8ED5B2DD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773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775ED37-15AC-4A76-8031-6E1469D1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90FD-0F16-4F3B-BAC4-D5D7CD32F650}" type="datetime1">
              <a:rPr lang="tr-TR" smtClean="0"/>
              <a:t>14.08.2026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9E15FB4-5130-4407-8224-C43ED26E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52EF929-BA8B-4631-BFCE-B9BD7DBD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769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E268D84-2ACA-45C9-9C8D-6A4D6D22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F4CDD5-5C90-4248-9293-4AF6FE8ED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870963F-762E-46BF-B86E-F5D117A7F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8BAA920-543D-4C27-BF05-5FFF6B2F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1481-6E1C-45D5-A93D-F67232F26AF3}" type="datetime1">
              <a:rPr lang="tr-TR" smtClean="0"/>
              <a:t>14.08.2026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70510FA-2293-4B40-99BA-EF331CBE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534AC4B-6980-4B5A-860F-D570B2BA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153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30B92B0-6879-4794-BBD6-581FAAA8C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410783D-ED8B-4536-A39A-34FA3BBFA1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6A03A9F-ACF2-437D-AE1D-968020332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1E9785A-97F7-44CA-BE2C-36744BB5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F61A-2ECA-4D65-A9CA-47A95F422447}" type="datetime1">
              <a:rPr lang="tr-TR" smtClean="0"/>
              <a:t>14.08.2026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E7CE7BA-431F-4379-8184-0048BEE6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816E44C-037D-491A-A9F5-F18356BF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492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9AD508A-B820-49CC-BBD5-AEF76B944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8CA0D71-BED5-4BD1-AC8F-6A89332AD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3D12B7-E62A-46F6-A015-69289B7E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BA86-2F1C-4773-9B3B-862B86299FAC}" type="datetime1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0F9450-3009-40B1-832C-FFDED408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9688CDE-F6ED-4FE4-AE4D-4B62C3225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434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0B5B951-9902-472C-ABF8-841C92E7D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D0AC2C7-8786-4C47-A61C-B878D7554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63F7342-2D75-48AE-BA7C-9FFEB5FC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54EA-FED1-4DB1-9F35-EA222E679886}" type="datetime1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351341-6325-40B1-91E4-E844CD58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F2AFE3B-855F-43A8-8D94-E8CE5259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0766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06B5F6-EB1A-4A00-AD63-30A4C4A8E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08189E3-CB45-43E7-A400-142AD1E82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7" indent="0" algn="ctr">
              <a:buNone/>
              <a:defRPr sz="2000"/>
            </a:lvl2pPr>
            <a:lvl3pPr marL="914433" indent="0" algn="ctr">
              <a:buNone/>
              <a:defRPr sz="1800"/>
            </a:lvl3pPr>
            <a:lvl4pPr marL="1371650" indent="0" algn="ctr">
              <a:buNone/>
              <a:defRPr sz="1601"/>
            </a:lvl4pPr>
            <a:lvl5pPr marL="1828865" indent="0" algn="ctr">
              <a:buNone/>
              <a:defRPr sz="1601"/>
            </a:lvl5pPr>
            <a:lvl6pPr marL="2286082" indent="0" algn="ctr">
              <a:buNone/>
              <a:defRPr sz="1601"/>
            </a:lvl6pPr>
            <a:lvl7pPr marL="2743298" indent="0" algn="ctr">
              <a:buNone/>
              <a:defRPr sz="1601"/>
            </a:lvl7pPr>
            <a:lvl8pPr marL="3200515" indent="0" algn="ctr">
              <a:buNone/>
              <a:defRPr sz="1601"/>
            </a:lvl8pPr>
            <a:lvl9pPr marL="3657730" indent="0" algn="ctr">
              <a:buNone/>
              <a:defRPr sz="1601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C68552C-A9F9-442E-98D9-877B2905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5F4A267-B907-4355-ACE6-007F8DFF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3B819C1-E627-485D-8FD6-4CA428A1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0815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1A97EF-E99C-4555-A173-C557E88B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438BC0-E514-4BAD-9729-75D0DB700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C83B1BB-546D-4A61-B06D-BD126A4F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C16BFB7-EB39-44E0-91B7-DBABA440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BB7D144-9F0A-4648-AAF2-81838BD7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2814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5D8F5D-B53D-48D1-9EAC-4691FAF3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E7D5D99-D631-438F-B8CC-0C9C2733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5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865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082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298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515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730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391C005-87B3-4108-B9EF-0202F1B1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9097ABF-4124-452B-A6F3-A57EDD88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689880B-5018-4BD8-8C3F-4831DB37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1266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FBFA9E-66CD-461B-A745-6EB0E6D5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4AE9ADD-95A3-473B-8FB2-7C5F622E0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1825625"/>
            <a:ext cx="5181599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3A3E63B-9199-4469-BFBD-90263E04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599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BBD799A-A6A4-475E-B20D-7499123A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DDD24F3-8407-49BD-AD35-A5C46701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E4FC7B7-59E8-40F7-ABBF-6A96D6EF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7749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776F0F-CC62-41C2-BD92-A61EEED5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9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5A69F79-E37D-4A1F-8B90-F5775E760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7" indent="0">
              <a:buNone/>
              <a:defRPr sz="2000" b="1"/>
            </a:lvl2pPr>
            <a:lvl3pPr marL="914433" indent="0">
              <a:buNone/>
              <a:defRPr sz="1800" b="1"/>
            </a:lvl3pPr>
            <a:lvl4pPr marL="1371650" indent="0">
              <a:buNone/>
              <a:defRPr sz="1601" b="1"/>
            </a:lvl4pPr>
            <a:lvl5pPr marL="1828865" indent="0">
              <a:buNone/>
              <a:defRPr sz="1601" b="1"/>
            </a:lvl5pPr>
            <a:lvl6pPr marL="2286082" indent="0">
              <a:buNone/>
              <a:defRPr sz="1601" b="1"/>
            </a:lvl6pPr>
            <a:lvl7pPr marL="2743298" indent="0">
              <a:buNone/>
              <a:defRPr sz="1601" b="1"/>
            </a:lvl7pPr>
            <a:lvl8pPr marL="3200515" indent="0">
              <a:buNone/>
              <a:defRPr sz="1601" b="1"/>
            </a:lvl8pPr>
            <a:lvl9pPr marL="3657730" indent="0">
              <a:buNone/>
              <a:defRPr sz="1601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2E52700-D020-4BFC-A446-A02DAB8F1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A9DAEE8-5257-4D49-A6A7-4B9EC682B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7" indent="0">
              <a:buNone/>
              <a:defRPr sz="2000" b="1"/>
            </a:lvl2pPr>
            <a:lvl3pPr marL="914433" indent="0">
              <a:buNone/>
              <a:defRPr sz="1800" b="1"/>
            </a:lvl3pPr>
            <a:lvl4pPr marL="1371650" indent="0">
              <a:buNone/>
              <a:defRPr sz="1601" b="1"/>
            </a:lvl4pPr>
            <a:lvl5pPr marL="1828865" indent="0">
              <a:buNone/>
              <a:defRPr sz="1601" b="1"/>
            </a:lvl5pPr>
            <a:lvl6pPr marL="2286082" indent="0">
              <a:buNone/>
              <a:defRPr sz="1601" b="1"/>
            </a:lvl6pPr>
            <a:lvl7pPr marL="2743298" indent="0">
              <a:buNone/>
              <a:defRPr sz="1601" b="1"/>
            </a:lvl7pPr>
            <a:lvl8pPr marL="3200515" indent="0">
              <a:buNone/>
              <a:defRPr sz="1601" b="1"/>
            </a:lvl8pPr>
            <a:lvl9pPr marL="3657730" indent="0">
              <a:buNone/>
              <a:defRPr sz="1601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7CF3AC2-1AAA-487B-9132-687971181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FAECA7E-893D-47DE-8890-DB708489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0A7F18E-71D9-4050-9CF9-44645675D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6198AF9-F5A6-42B0-A151-BF9427FC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6559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3FD5A7-37ED-407C-9E44-BD13FC1D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DF2781C-31D6-41F4-906B-2C99EB62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663C37E-49AC-4A8F-BB0A-A2A9131BA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66CE76C-63C9-4763-8525-E6DE303A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19901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E4548E9-6FBE-4ECC-AF66-23A08BB1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4A059D3-9F6E-4D73-9C38-655F9538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650BFA8-237F-47F1-B06B-305232CD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2628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58B7D2-D57F-40F3-A4FD-62D9A8885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BD4D2A-63B5-4458-8775-3334DE9A4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799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1186009-E756-420D-94AD-34F7E2F13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17" indent="0">
              <a:buNone/>
              <a:defRPr sz="1400"/>
            </a:lvl2pPr>
            <a:lvl3pPr marL="914433" indent="0">
              <a:buNone/>
              <a:defRPr sz="1200"/>
            </a:lvl3pPr>
            <a:lvl4pPr marL="1371650" indent="0">
              <a:buNone/>
              <a:defRPr sz="1001"/>
            </a:lvl4pPr>
            <a:lvl5pPr marL="1828865" indent="0">
              <a:buNone/>
              <a:defRPr sz="1001"/>
            </a:lvl5pPr>
            <a:lvl6pPr marL="2286082" indent="0">
              <a:buNone/>
              <a:defRPr sz="1001"/>
            </a:lvl6pPr>
            <a:lvl7pPr marL="2743298" indent="0">
              <a:buNone/>
              <a:defRPr sz="1001"/>
            </a:lvl7pPr>
            <a:lvl8pPr marL="3200515" indent="0">
              <a:buNone/>
              <a:defRPr sz="1001"/>
            </a:lvl8pPr>
            <a:lvl9pPr marL="3657730" indent="0">
              <a:buNone/>
              <a:defRPr sz="100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CC829D5-12F5-4F3D-94BC-0B6B75BBB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30CC2C3-55D2-4DC0-B56E-15B1C73C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C10C905-9872-441B-B717-F091B29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24590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00DAB9-4232-4CE7-9E0D-24557403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B9512243-FF1E-48EF-902C-4EA4C2BD27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7" indent="0">
              <a:buNone/>
              <a:defRPr sz="2799"/>
            </a:lvl2pPr>
            <a:lvl3pPr marL="914433" indent="0">
              <a:buNone/>
              <a:defRPr sz="2400"/>
            </a:lvl3pPr>
            <a:lvl4pPr marL="1371650" indent="0">
              <a:buNone/>
              <a:defRPr sz="2000"/>
            </a:lvl4pPr>
            <a:lvl5pPr marL="1828865" indent="0">
              <a:buNone/>
              <a:defRPr sz="2000"/>
            </a:lvl5pPr>
            <a:lvl6pPr marL="2286082" indent="0">
              <a:buNone/>
              <a:defRPr sz="2000"/>
            </a:lvl6pPr>
            <a:lvl7pPr marL="2743298" indent="0">
              <a:buNone/>
              <a:defRPr sz="2000"/>
            </a:lvl7pPr>
            <a:lvl8pPr marL="3200515" indent="0">
              <a:buNone/>
              <a:defRPr sz="2000"/>
            </a:lvl8pPr>
            <a:lvl9pPr marL="365773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E6C395B-9ED0-4D5C-B780-AA489FC98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17" indent="0">
              <a:buNone/>
              <a:defRPr sz="1400"/>
            </a:lvl2pPr>
            <a:lvl3pPr marL="914433" indent="0">
              <a:buNone/>
              <a:defRPr sz="1200"/>
            </a:lvl3pPr>
            <a:lvl4pPr marL="1371650" indent="0">
              <a:buNone/>
              <a:defRPr sz="1001"/>
            </a:lvl4pPr>
            <a:lvl5pPr marL="1828865" indent="0">
              <a:buNone/>
              <a:defRPr sz="1001"/>
            </a:lvl5pPr>
            <a:lvl6pPr marL="2286082" indent="0">
              <a:buNone/>
              <a:defRPr sz="1001"/>
            </a:lvl6pPr>
            <a:lvl7pPr marL="2743298" indent="0">
              <a:buNone/>
              <a:defRPr sz="1001"/>
            </a:lvl7pPr>
            <a:lvl8pPr marL="3200515" indent="0">
              <a:buNone/>
              <a:defRPr sz="1001"/>
            </a:lvl8pPr>
            <a:lvl9pPr marL="3657730" indent="0">
              <a:buNone/>
              <a:defRPr sz="100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417D91D-AE27-4156-A789-0739FA97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7E29167-7DA0-4F31-B165-89BB1C13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7CFA0A-9F1F-411A-9229-11C91BB3E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2542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004FCF-F337-43DB-9A7C-EC278029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3C90C2C-F250-499E-A679-31858DC9A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7B2A2D-E9D4-4DC8-A33C-08663D443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0F7885-3F6E-481A-BD2D-2B516B3B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B9DA97-3A15-40BB-9C70-4F2C9270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23930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8BC1211-EA12-4F7F-9593-5C9D7FACC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8D84C0A-0ADF-4E67-99BB-D8608D161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ECBC34-909D-4F4C-BD54-4C8FBDD4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BFFE230-1256-4BC1-B40A-BB88601B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68FA57-2865-4DDF-A722-3DF5EBB5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620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609635D7-2799-4B0A-86E3-CE3485BC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4FD3B0B-EF23-4AE4-9ECE-B2E3A88A2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52011CF-060E-4727-A2F4-9995F6FA4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596CC-A07D-4266-8E8A-4255B0459368}" type="datetime1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77AFA5-5CC1-4F27-B640-6FE6A6ABA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9FB549-72DE-41EC-BE4A-1344BB730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9A759-1A82-4546-B6E1-F84013A0B75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423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AF706AA-F82B-40D4-806D-B2131D17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51AD6B9-A805-49C7-B294-E4A2CEC83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26FED5-D5A2-46AF-A4B9-2107656DD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8E9AE-9B14-4F61-8E1C-DF73E2E2E1FB}" type="datetimeFigureOut">
              <a:rPr lang="tr-TR" smtClean="0"/>
              <a:t>14.08.2026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2005544-6225-4212-8595-7C951F022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4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12714D-C765-4C01-BCF9-32E3A3714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CFCB-0895-4A45-B9E7-EB38E6C470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8418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3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9" indent="-228609" algn="l" defTabSz="91443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824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1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7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74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89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06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22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39" indent="-228609" algn="l" defTabSz="9144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7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3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0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5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82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8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15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30" algn="l" defTabSz="9144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521EBE14-C58D-47B5-9EE3-021850C00EF4}"/>
              </a:ext>
            </a:extLst>
          </p:cNvPr>
          <p:cNvSpPr/>
          <p:nvPr/>
        </p:nvSpPr>
        <p:spPr>
          <a:xfrm>
            <a:off x="1703848" y="486383"/>
            <a:ext cx="3747600" cy="588523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  <a:reflection blurRad="6350" stA="50000" endA="295" endPos="92000" dist="1016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softRound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72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Segoe UI Emoji" panose="020B0502040204020203" pitchFamily="34" charset="0"/>
              </a:rPr>
              <a:t>🧐</a:t>
            </a:r>
            <a:r>
              <a:rPr kumimoji="0" lang="tr-TR" sz="72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iome Light" panose="020B03030302040208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Harf-i Tarif </a:t>
            </a:r>
            <a:r>
              <a:rPr kumimoji="0" lang="ar-AE" sz="11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ال</a:t>
            </a:r>
            <a:r>
              <a:rPr kumimoji="0" lang="ar-AE" sz="11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»</a:t>
            </a:r>
            <a:r>
              <a:rPr kumimoji="0" lang="tr-TR" sz="11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»</a:t>
            </a:r>
            <a:r>
              <a:rPr kumimoji="0" lang="tr-TR" sz="1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iome" panose="020B0503030204020804" pitchFamily="34" charset="0"/>
                <a:ea typeface="+mn-ea"/>
                <a:cs typeface="Biome" panose="020B0503030204020804" pitchFamily="34" charset="0"/>
              </a:rPr>
              <a:t> </a:t>
            </a:r>
            <a:endParaRPr kumimoji="0" lang="tr-TR" sz="7201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iome" panose="020B0503030204020804" pitchFamily="34" charset="0"/>
              <a:ea typeface="+mn-ea"/>
              <a:cs typeface="Biome" panose="020B0503030204020804" pitchFamily="34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18C1532-2C57-4B44-B659-C8FD65C42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765" y="2508486"/>
            <a:ext cx="2116802" cy="3106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4B7C2786-1E9C-4ADF-8614-0737439D6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782" y="2818039"/>
            <a:ext cx="2116802" cy="30882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721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4DFA1439-C525-41F6-A00E-2F4F9076C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1"/>
            <a:ext cx="12192000" cy="685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3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>
            <a:extLst>
              <a:ext uri="{FF2B5EF4-FFF2-40B4-BE49-F238E27FC236}">
                <a16:creationId xmlns:a16="http://schemas.microsoft.com/office/drawing/2014/main" id="{4DFA1439-C525-41F6-A00E-2F4F9076C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0"/>
            <a:ext cx="12192000" cy="6853759"/>
          </a:xfrm>
          <a:prstGeom prst="rect">
            <a:avLst/>
          </a:prstGeom>
        </p:spPr>
      </p:pic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416794AB-EBA5-4D04-8417-04058E44AA4C}"/>
              </a:ext>
            </a:extLst>
          </p:cNvPr>
          <p:cNvSpPr/>
          <p:nvPr/>
        </p:nvSpPr>
        <p:spPr>
          <a:xfrm>
            <a:off x="491333" y="2987040"/>
            <a:ext cx="674527" cy="441960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9467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F2CF74A-E64C-4F4B-8314-FA357E44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B584137-5124-4783-A105-BA4922E2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29" y="835624"/>
            <a:ext cx="54629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Harf-i </a:t>
            </a:r>
            <a:r>
              <a:rPr kumimoji="0" lang="tr-TR" altLang="tr-TR" sz="3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Ta’rîf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 “</a:t>
            </a:r>
            <a:r>
              <a:rPr kumimoji="0" lang="ar-EG" altLang="tr-TR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ال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  ” (Elif-Lam Takısı)</a:t>
            </a:r>
            <a:endParaRPr kumimoji="0" lang="tr-TR" altLang="tr-T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9096EF5-E2BC-48F4-B283-21A22840E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16" y="1893511"/>
            <a:ext cx="11493709" cy="3418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®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Bir kelimeyi belirli kılmak için Harfi Tarif (Elif-Lam-</a:t>
            </a:r>
            <a:r>
              <a:rPr kumimoji="0" lang="ar-EG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ال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takısı) kelimenin başına bitiştirilerek yazılır.</a:t>
            </a:r>
          </a:p>
          <a:p>
            <a:pPr lvl="0">
              <a:lnSpc>
                <a:spcPct val="200000"/>
              </a:lnSpc>
            </a:pPr>
            <a:r>
              <a:rPr lang="tr-TR" altLang="tr-TR" sz="2800" dirty="0"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 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Harfi tarif, bitiştiği kelimenin baş harfine göre iki tarzda yazılabilir. Bunlar Şemsi ve Kameri harflere göre değişiklik göstermektedir.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9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Düz Bağlayıcı 3">
            <a:extLst>
              <a:ext uri="{FF2B5EF4-FFF2-40B4-BE49-F238E27FC236}">
                <a16:creationId xmlns:a16="http://schemas.microsoft.com/office/drawing/2014/main" id="{6A9CAB7A-E46D-4118-B197-0273AD3C709B}"/>
              </a:ext>
            </a:extLst>
          </p:cNvPr>
          <p:cNvCxnSpPr>
            <a:cxnSpLocks/>
          </p:cNvCxnSpPr>
          <p:nvPr/>
        </p:nvCxnSpPr>
        <p:spPr>
          <a:xfrm>
            <a:off x="12013777" y="176625"/>
            <a:ext cx="19893" cy="0"/>
          </a:xfrm>
          <a:prstGeom prst="line">
            <a:avLst/>
          </a:prstGeom>
          <a:ln w="31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5CFD324C-7254-466A-B267-01A20E7D6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835221"/>
              </p:ext>
            </p:extLst>
          </p:nvPr>
        </p:nvGraphicFramePr>
        <p:xfrm>
          <a:off x="337279" y="682578"/>
          <a:ext cx="11527435" cy="54184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59107">
                  <a:extLst>
                    <a:ext uri="{9D8B030D-6E8A-4147-A177-3AD203B41FA5}">
                      <a16:colId xmlns:a16="http://schemas.microsoft.com/office/drawing/2014/main" val="2796932813"/>
                    </a:ext>
                  </a:extLst>
                </a:gridCol>
                <a:gridCol w="5768328">
                  <a:extLst>
                    <a:ext uri="{9D8B030D-6E8A-4147-A177-3AD203B41FA5}">
                      <a16:colId xmlns:a16="http://schemas.microsoft.com/office/drawing/2014/main" val="359194947"/>
                    </a:ext>
                  </a:extLst>
                </a:gridCol>
              </a:tblGrid>
              <a:tr h="3424200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EG" sz="199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13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199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r>
                        <a:rPr lang="ar-EG" sz="19900" b="0" dirty="0" err="1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199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endParaRPr lang="tr-TR" sz="199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ar-SA" sz="199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199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endParaRPr lang="tr-TR" sz="199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358624"/>
                  </a:ext>
                </a:extLst>
              </a:tr>
              <a:tr h="19942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u="sng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 başlayan isim;</a:t>
                      </a:r>
                      <a:endParaRPr lang="tr-TR" sz="28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Elif-lam takısı aldığında kelimenin ilk harfi </a:t>
                      </a:r>
                      <a:r>
                        <a:rPr lang="tr-TR" sz="2800" b="0" dirty="0" err="1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şeddelenir</a:t>
                      </a:r>
                      <a:r>
                        <a:rPr lang="tr-TR" sz="28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</a:t>
                      </a:r>
                      <a:r>
                        <a:rPr lang="tr-TR" sz="2800" b="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 Lam harfi ‘</a:t>
                      </a:r>
                      <a:r>
                        <a:rPr lang="ar-EG" sz="2800" b="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ل</a:t>
                      </a:r>
                      <a:r>
                        <a:rPr lang="tr-TR" sz="2800" b="0" kern="120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ea typeface="+mn-ea"/>
                          <a:cs typeface="Calibri Light" panose="020F0302020204030204" pitchFamily="34" charset="0"/>
                        </a:rPr>
                        <a:t>’ okunmaz.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u="sng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 başlayan isim;</a:t>
                      </a:r>
                      <a:endParaRPr lang="tr-TR" sz="28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2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Elif-lam takısı aldığında değişiklik isimde değil Elif-Lam takısında yapılır; Lam harfini </a:t>
                      </a:r>
                      <a:r>
                        <a:rPr lang="tr-TR" sz="2800" b="0" dirty="0" err="1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cezimlemek</a:t>
                      </a:r>
                      <a:r>
                        <a:rPr lang="tr-TR" sz="2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</a:t>
                      </a:r>
                      <a:endParaRPr lang="tr-TR" sz="2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056828"/>
                  </a:ext>
                </a:extLst>
              </a:tr>
            </a:tbl>
          </a:graphicData>
        </a:graphic>
      </p:graphicFrame>
      <p:sp>
        <p:nvSpPr>
          <p:cNvPr id="6" name="Metin Kutusu 2010">
            <a:extLst>
              <a:ext uri="{FF2B5EF4-FFF2-40B4-BE49-F238E27FC236}">
                <a16:creationId xmlns:a16="http://schemas.microsoft.com/office/drawing/2014/main" id="{0E45CC3C-704F-4D04-89A8-3A25E270AE64}"/>
              </a:ext>
            </a:extLst>
          </p:cNvPr>
          <p:cNvSpPr txBox="1"/>
          <p:nvPr/>
        </p:nvSpPr>
        <p:spPr>
          <a:xfrm>
            <a:off x="2456642" y="0"/>
            <a:ext cx="1640433" cy="27947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199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sz="199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Metin Kutusu 2010">
            <a:extLst>
              <a:ext uri="{FF2B5EF4-FFF2-40B4-BE49-F238E27FC236}">
                <a16:creationId xmlns:a16="http://schemas.microsoft.com/office/drawing/2014/main" id="{493E1EB7-2337-4E85-A50F-FD0259709678}"/>
              </a:ext>
            </a:extLst>
          </p:cNvPr>
          <p:cNvSpPr txBox="1"/>
          <p:nvPr/>
        </p:nvSpPr>
        <p:spPr>
          <a:xfrm>
            <a:off x="8915142" y="-873492"/>
            <a:ext cx="1285664" cy="27947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19900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 ْ</a:t>
            </a:r>
            <a:endParaRPr lang="tr-TR" sz="19900" dirty="0">
              <a:solidFill>
                <a:srgbClr val="FF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Slayt Numarası Yer Tutucusu 6">
            <a:extLst>
              <a:ext uri="{FF2B5EF4-FFF2-40B4-BE49-F238E27FC236}">
                <a16:creationId xmlns:a16="http://schemas.microsoft.com/office/drawing/2014/main" id="{52E86F2F-1AB9-4AAA-9D8A-387FE064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</a:t>
            </a:fld>
            <a:endParaRPr lang="tr-TR" sz="1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64653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8055FB3A-662D-4C88-ACA5-FC97C54FB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611073"/>
              </p:ext>
            </p:extLst>
          </p:nvPr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1D959BBA-AA64-4671-B3B8-967A5A100E4F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9EFB7F6D-FBA2-4272-BCF6-B9C29BADC4C8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CE8C1D41-9BBD-49EF-8689-31DA5EBAF03A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BFE87B3F-C9AD-4731-BE77-A9F81C22E9D1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C8968100-8EC0-4B30-8F98-F85287201A44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BD1EA2CB-1365-4229-A7B5-C104A4D3E403}"/>
              </a:ext>
            </a:extLst>
          </p:cNvPr>
          <p:cNvSpPr/>
          <p:nvPr/>
        </p:nvSpPr>
        <p:spPr>
          <a:xfrm>
            <a:off x="3059144" y="5632729"/>
            <a:ext cx="5453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9DBB6ADB-3724-44B3-85BB-C601E6F3637B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B5BB8A9B-C8F8-46FB-93BE-8BC56957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6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A0216DAE-3DF8-5411-184B-C9137D691110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265928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3DE7-9B8A-39F2-2AB0-23F7369F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51855D1A-1E0F-AF73-3FE0-038F82A58629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3DA88113-8D92-5581-EF25-D3B5E3B2BC44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C42AA07F-95AF-6869-7732-DFD74A589DE4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3969D347-F407-5F8E-D941-E5422A624E7E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6809987B-5A1A-0A1C-8D48-2A7451C1C16F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2FFE0188-4F5B-43F3-FF6F-32EC2E3139F2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CC49ABD2-D9E2-66C2-0F60-1D257C6853AE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AFF2FB03-E2BD-4A05-E27B-5C3526A1F6ED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ACA17226-373D-0120-BC34-C7E086FBD310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DD652D32-B6E5-D00E-1284-C35D14BBE047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AD7407DC-273B-7DB8-0F37-1655C12133AE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B6B228AE-5C79-0649-65A6-0B976B3AE78E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02881ED8-DF99-2CFD-1CCD-D8942CB66DC7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246BFA1F-1428-A662-94F2-57428B95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7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24F5F79-EF67-9735-5E56-035C2812C9E0}"/>
              </a:ext>
            </a:extLst>
          </p:cNvPr>
          <p:cNvSpPr/>
          <p:nvPr/>
        </p:nvSpPr>
        <p:spPr>
          <a:xfrm>
            <a:off x="3059144" y="5632729"/>
            <a:ext cx="5453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D1CAD5B8-498E-8971-A5E7-88E0BAD484F1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43210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BE37-8280-547C-54BB-9D2FF1FA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1CECA75-8F4B-4ED5-DC65-A37B538B9317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47974309-BE95-930C-3183-D07B9F868C7E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CAC5BD16-DE24-DA2D-D181-24ABCFDE7CF2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8B18D3CE-093F-199C-637F-5C5052D666EA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E822AA95-8B89-31CC-C4DC-A155ED7B7A9C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511862FA-1B31-2CA5-B715-5ED55C0092E0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9638CA5E-62EB-D38A-4715-43C02CA08772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086E8F52-DBFE-4F90-4848-C406F693C140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9181C196-EC8C-774F-8CCC-DCFF0ED3A425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FB16ABA4-A026-0E2B-79CB-45F42A8A8B4F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4A6B00D8-72FC-DEFB-414B-6E5D05D86E74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8D9346B4-2231-1328-14F0-C55A46995C9B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C2D4D4AA-6B3C-9F4C-63F1-C96CCD6BDE67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9B281DB6-4A95-6DD5-8F17-3F1620C5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8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E6276A62-B89E-3D67-2D95-B720764D1CA1}"/>
              </a:ext>
            </a:extLst>
          </p:cNvPr>
          <p:cNvSpPr/>
          <p:nvPr/>
        </p:nvSpPr>
        <p:spPr>
          <a:xfrm>
            <a:off x="2181605" y="2811725"/>
            <a:ext cx="2403222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5FF355BB-FE12-BAAE-098A-BEECDA20FCD0}"/>
              </a:ext>
            </a:extLst>
          </p:cNvPr>
          <p:cNvSpPr/>
          <p:nvPr/>
        </p:nvSpPr>
        <p:spPr>
          <a:xfrm>
            <a:off x="3059144" y="5632729"/>
            <a:ext cx="5453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DCCDE007-2F7F-1A9F-F5DF-1D46EB492B05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47265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4BF9-FD10-73C7-A296-22F25AE7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DED66C2F-0C3B-DADC-1073-D55983A3E832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6411F27E-C36B-25A1-8306-CA4FB4AB54B2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84987039-DAC0-7BA8-4404-80D54F6E17DF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3022C6B4-6A80-78A4-32CB-3975745111E1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69154620-6D23-26E1-6EB3-FD8F06A35E5B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6A68B85A-0955-94A1-45AE-542E7CF5D049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E3BD4837-F8E8-50BA-C1A8-DAF6B4A24961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CD6DCD63-C0F7-C08E-74C2-1BC036B2F858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216315B2-D373-6A94-B5D6-2347C9393D69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A823C5ED-35F5-5345-F1B3-48E21AD7FCD8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1DC8ED59-0F38-A9B7-C5B7-1DB067B1D060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314CE78A-EFDD-E8F6-7CB1-71317F895DDF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79BF8F1A-C127-6067-ED95-68F004BC6175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567E9DE4-2C21-1CD7-08DC-352732D6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9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CA0EEBD0-61E3-DB7C-2412-4A53B83CCE8C}"/>
              </a:ext>
            </a:extLst>
          </p:cNvPr>
          <p:cNvSpPr/>
          <p:nvPr/>
        </p:nvSpPr>
        <p:spPr>
          <a:xfrm>
            <a:off x="2181605" y="2811725"/>
            <a:ext cx="2403222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4764495B-EC09-B2C1-FA6D-C313D1FD95A3}"/>
              </a:ext>
            </a:extLst>
          </p:cNvPr>
          <p:cNvSpPr/>
          <p:nvPr/>
        </p:nvSpPr>
        <p:spPr>
          <a:xfrm>
            <a:off x="3059144" y="5632729"/>
            <a:ext cx="5453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FDDB41C-90D3-581F-923A-F73A3D7FA6B1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787F974-0759-7397-455E-AE7F1856C0D0}"/>
              </a:ext>
            </a:extLst>
          </p:cNvPr>
          <p:cNvSpPr txBox="1"/>
          <p:nvPr/>
        </p:nvSpPr>
        <p:spPr>
          <a:xfrm rot="20762401">
            <a:off x="3423536" y="1647412"/>
            <a:ext cx="3004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dirty="0">
                <a:solidFill>
                  <a:srgbClr val="FF0000"/>
                </a:solidFill>
                <a:latin typeface="Bradley Hand" pitchFamily="2" charset="0"/>
              </a:rPr>
              <a:t>Kelimeyi </a:t>
            </a:r>
            <a:r>
              <a:rPr lang="tr-TR" sz="2400" dirty="0" err="1">
                <a:solidFill>
                  <a:srgbClr val="FF0000"/>
                </a:solidFill>
                <a:latin typeface="Bradley Hand" pitchFamily="2" charset="0"/>
              </a:rPr>
              <a:t>marife</a:t>
            </a:r>
            <a:r>
              <a:rPr lang="tr-TR" sz="2400" dirty="0">
                <a:solidFill>
                  <a:srgbClr val="FF0000"/>
                </a:solidFill>
                <a:latin typeface="Bradley Hand" pitchFamily="2" charset="0"/>
              </a:rPr>
              <a:t> yapmak için el takısı ekleyelim!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212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9A22-8284-8832-F0CC-F3723470A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3F060F43-D3D5-2967-DA3D-92AFA8007079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4D2F5435-CE0A-6FC9-7B3C-E7956CD0A743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DC483A01-C2CD-3473-A5A5-21C8D3A9900E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DD8024A7-ADD6-C8C4-B0EE-04D0198E9A38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AA80DE26-A323-257E-5CD7-51A1DE9A412C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A1513018-A685-E4B1-0EFC-986251119B5E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A8C7FF81-BF24-DCC8-BCC0-B8405107D129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E6B43754-9DBB-155B-944A-B03A41CAD29C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CA69901C-CA4B-0D42-C2C6-C8318BBE973D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63A1C2A6-6CFA-D5B3-D1F3-CABDD194AD9F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0CE826A0-0420-2558-0E98-1B60258C7733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4440F0D0-0916-6CF2-789E-7E0C6FBB30DD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60F7DCA7-C261-20F0-E633-633D2D495597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34D62CBF-D59A-5437-667D-1DF30F77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10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EDF99471-3CC1-5317-F0E8-CD546A6045C2}"/>
              </a:ext>
            </a:extLst>
          </p:cNvPr>
          <p:cNvSpPr/>
          <p:nvPr/>
        </p:nvSpPr>
        <p:spPr>
          <a:xfrm>
            <a:off x="1925926" y="2811725"/>
            <a:ext cx="2914580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558C532-570A-0E36-09B3-9F6FEF0A62B9}"/>
              </a:ext>
            </a:extLst>
          </p:cNvPr>
          <p:cNvSpPr/>
          <p:nvPr/>
        </p:nvSpPr>
        <p:spPr>
          <a:xfrm>
            <a:off x="3059144" y="5632729"/>
            <a:ext cx="5453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481A5949-4E0E-A189-4D44-829D40C12C35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3258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7EE9D-FCBF-7EA8-17A9-166E686C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2D1A7E37-22BF-7129-51EF-3414872F2722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6D85F49A-4B9A-D90C-2963-29EA54CAFCD3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457DC1A7-E96D-03F1-1CC3-3F79E7D6F4CD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10E7DA56-C417-D728-C55F-3CEFEFCCB163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AA854021-8D8A-7A2E-557A-FB1EC1611A05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F261A0A2-B34C-65FA-747E-8060A809A2B0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4071DF3A-73A4-6EFA-74BC-367A26C1051F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7ADAE7A2-C1D5-DDF7-1190-457094DD3BCC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90611DD5-64B2-4CD4-1BAA-A7F03471E2D8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A09E74FC-20B7-440A-7897-660B3B622D5A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B741498F-3EA6-796E-223F-34954B4A4BB7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81604FD8-04D5-B32F-6F27-DA6B1E3447C6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1D0C956D-546D-D849-0A2E-2EB7CDFE472E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7D2EC5EF-8F2C-5234-88F0-A97A9970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11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278CB5C-2E19-5DD9-1D79-B62AC986D6A9}"/>
              </a:ext>
            </a:extLst>
          </p:cNvPr>
          <p:cNvSpPr/>
          <p:nvPr/>
        </p:nvSpPr>
        <p:spPr>
          <a:xfrm>
            <a:off x="1925926" y="2811725"/>
            <a:ext cx="2914580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" name="Dikdörtgen: Köşeleri Yuvarlatılmış 42">
            <a:extLst>
              <a:ext uri="{FF2B5EF4-FFF2-40B4-BE49-F238E27FC236}">
                <a16:creationId xmlns:a16="http://schemas.microsoft.com/office/drawing/2014/main" id="{738F7B78-20E0-55C2-3681-CBFC6C954B73}"/>
              </a:ext>
            </a:extLst>
          </p:cNvPr>
          <p:cNvSpPr/>
          <p:nvPr/>
        </p:nvSpPr>
        <p:spPr>
          <a:xfrm>
            <a:off x="3687630" y="2883674"/>
            <a:ext cx="603016" cy="1072863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solidFill>
                  <a:srgbClr val="0070C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E4EBC5F-0713-AF38-2423-D7D7611EFBDD}"/>
              </a:ext>
            </a:extLst>
          </p:cNvPr>
          <p:cNvSpPr/>
          <p:nvPr/>
        </p:nvSpPr>
        <p:spPr>
          <a:xfrm>
            <a:off x="3059144" y="5632729"/>
            <a:ext cx="5453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73EC0242-EC4C-1B65-1D74-D0C33D5FE277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81376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2B78-C413-9329-8643-9E9216AB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F303BF52-2D6D-F275-CF56-7E7178AF0FFA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F037EA0C-C56E-DC0B-44B6-7996789ABADD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D1768572-C941-B6C7-66F3-4EE1536BC0B7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74DEC959-BA9E-109B-C33B-83948179FDAA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DEA32592-785F-3968-9736-65FBB030C8CE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FA6FC452-6BF2-8E9C-EFFC-DBCC0F81F96D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50225D7D-5B06-E587-7860-75DF0808D1A3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E74C435B-EC65-D627-AC44-50481E63EC9A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7234A853-268B-5C86-62E4-0C1C52E6F177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067EB36A-4E6C-456D-2F00-430196AC489F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F9B8EED4-5E8D-6B01-9E63-E64266FDF2E7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85D227C6-2301-BD73-2AA6-928164FC186F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C9F5FF0A-1A0D-59BD-B530-CDF623DC9D47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FF5A9E99-F88D-C59D-67FB-BAC91E18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12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11A1BD1-5BED-7414-330B-6AB1C716C86A}"/>
              </a:ext>
            </a:extLst>
          </p:cNvPr>
          <p:cNvSpPr/>
          <p:nvPr/>
        </p:nvSpPr>
        <p:spPr>
          <a:xfrm>
            <a:off x="1925926" y="2811725"/>
            <a:ext cx="2914580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" name="Dikdörtgen: Köşeleri Yuvarlatılmış 42">
            <a:extLst>
              <a:ext uri="{FF2B5EF4-FFF2-40B4-BE49-F238E27FC236}">
                <a16:creationId xmlns:a16="http://schemas.microsoft.com/office/drawing/2014/main" id="{98B31F06-7589-0CC5-BF05-E4CC29952263}"/>
              </a:ext>
            </a:extLst>
          </p:cNvPr>
          <p:cNvSpPr/>
          <p:nvPr/>
        </p:nvSpPr>
        <p:spPr>
          <a:xfrm>
            <a:off x="3687630" y="2883674"/>
            <a:ext cx="603016" cy="1072863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solidFill>
                  <a:srgbClr val="0070C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198EA50-807E-C4FB-F652-FA5388F3974E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3DF1AE17-ABA9-7D2E-B525-C39CEEA47B90}"/>
              </a:ext>
            </a:extLst>
          </p:cNvPr>
          <p:cNvSpPr/>
          <p:nvPr/>
        </p:nvSpPr>
        <p:spPr>
          <a:xfrm>
            <a:off x="3059144" y="5632729"/>
            <a:ext cx="5453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245313A5-1EB9-2E9A-F9E4-B01854B28AEE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55602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" grpId="1" animBg="1"/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8E4DC-7526-18BF-B63F-46A1196D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1565F1FA-C787-B15A-5601-42A4D3D65397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DEA7D60B-2BFA-35DB-18ED-CB9293F9EF76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906445F0-D7F2-967D-0792-A3CE2C953F1C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50C8AA9C-71AA-AFB7-A626-9B37E6652AA3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0D7249D9-CF81-9AD7-D434-5DC1E2F95C88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BF02DB1E-9150-D52B-8683-7DD7D3BAB5C2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BE27BC86-E48D-7166-D60B-43A8FB5325E1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79D46EB6-A2D0-DA5D-8E3E-6D06A0516077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CF076ABE-112E-5C75-348D-A8692C92F432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63C88947-1155-B5F5-6BA4-79FB737CED7C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E3634192-76DC-D875-308F-7B084BDC8BE1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03F8BA37-25F7-43B7-1595-38AA980BAB48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1723667A-78B2-DA06-72C0-78A1DDE819BA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94B55486-38D5-77AC-3512-8AADFE385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13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F01F30A2-6AEA-E2AF-0E89-06423AC07FF3}"/>
              </a:ext>
            </a:extLst>
          </p:cNvPr>
          <p:cNvSpPr/>
          <p:nvPr/>
        </p:nvSpPr>
        <p:spPr>
          <a:xfrm>
            <a:off x="1925926" y="2811725"/>
            <a:ext cx="2914580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" name="Dikdörtgen: Köşeleri Yuvarlatılmış 42">
            <a:extLst>
              <a:ext uri="{FF2B5EF4-FFF2-40B4-BE49-F238E27FC236}">
                <a16:creationId xmlns:a16="http://schemas.microsoft.com/office/drawing/2014/main" id="{593363E6-27B9-F055-A6D6-62F6D77BDA82}"/>
              </a:ext>
            </a:extLst>
          </p:cNvPr>
          <p:cNvSpPr/>
          <p:nvPr/>
        </p:nvSpPr>
        <p:spPr>
          <a:xfrm>
            <a:off x="3687630" y="2883674"/>
            <a:ext cx="603016" cy="1072863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solidFill>
                  <a:srgbClr val="0070C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27C8006-1029-3660-D0DF-4C8243A04C7E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87EF7246-892E-F341-CAA0-21F5E1DC949A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70412FC-FBE9-B149-3EF9-BA6A60CF3E91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20596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4" grpId="1" animBg="1"/>
      <p:bldP spid="5" grpId="0"/>
      <p:bldP spid="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86EEA-B4CC-DF42-275D-581ED45A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79A1E2FA-58B5-B053-A77F-443094A1445A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A7F574A3-1B52-0E07-6869-065DAA7BD42E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93C7E13A-9A24-F272-3980-8E1916CDD07B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C88D7709-3544-CFB4-F9CF-21282CCFF787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D7A04440-5DFB-A05A-72CF-042862BC0AAC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64274EF1-29DA-0B60-5202-B71FF407E717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746E7C78-FB9C-ED2F-E9EE-FA6C6D42FBAD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D65D08E5-4038-A79E-BC9D-AC94532EF70D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D93F21DC-18A9-56B2-0D5E-5BE73328BD73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904E60FB-159A-3CCB-96A2-723DE081D044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2F2937CB-148F-1EA6-DBBF-27FC3AA99145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9EAA066B-FB26-F5EE-2ACF-88B6FE07BC7F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C39129D7-8F54-5E06-6F57-B53D132AA849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2C4EF338-6880-69C5-4F1F-270183C9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14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75385D51-E15D-FFD5-46D8-6BF30E512D75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224D4F2B-BB84-1E53-894F-2E9AE720EE69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07C08AB-F606-6648-BAC5-40D32184E62E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3AFC63AC-CC68-DD0E-73A0-83BD9B531074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E1D2177-B836-B733-0D79-B2E544392010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00774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3FB6-871D-A0DC-3D8D-9D838B68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307E9B09-6584-946F-C825-08BA566C9D67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369D8497-4574-3D7E-1D77-551C031663DD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DF55279F-B017-E375-03F4-897A0357FC64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CA49E7FA-E16E-4092-2A5A-3AA999C98BCE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EE1B4E1F-8FEC-6261-CE8A-0709D788ACDF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D8A67A73-AD29-599B-78F4-7F606AEDB654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20A589A1-6AD5-6B19-0FCF-96C009DA4BFF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D43A949A-9205-E744-C38A-F9D361CF02BF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D53A41B3-D256-95E1-72BB-5697D71A0A62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AC0473EE-75A5-4EF5-0D20-305091830C98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1C47017-8CCD-39EB-0107-967566B0C3B5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51FFC75D-7680-B511-C8AE-DB6C05F268AD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20ADB109-CFBF-70E6-56BF-5D1815AAE4D2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03D151BA-10DE-365D-C163-44C15FAA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15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939B45AF-66A1-0920-7384-750FFC7540FB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F18EE675-731B-283B-9A59-78EA8669121A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F8CFD0B-A5A3-CAB0-8C55-69FE56B73705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269CBEF3-4306-C1EE-6D23-38A60EBA0DDE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BF9CAF7-3B44-28C2-CD86-5238DFC3AFF0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4805CAE2-E842-0E3A-577A-11F9AFDC26D9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7390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3ACA-0823-D676-FCEA-CE68B906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EFFF3AE8-9F95-1A43-DBC8-EB054187C20D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4EBCFB02-F6A4-D146-C2E7-233432F5811E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79078718-4354-346D-94FA-8355BAD7E1DA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577C427D-BC31-9A4A-B0C0-7147FBC47C6A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7C1D7A55-45CB-E2DB-4554-9EA88097BB5C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284093F5-3ED4-5FAB-54F5-506E9EDFA158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4BEAF96B-65F2-6B5D-ADAC-7CE1AEF351D3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76EC5905-2293-0116-0307-5CCE44874C64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7700742A-C5D6-982A-B976-9EC668FDA8C2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386D647A-7FCD-9696-4AA0-74E5426DAEC7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47E11A21-ED14-85BA-71E8-23D2D58AE348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EB9EF77C-D73C-C086-8172-084FE67B29D1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316231B0-355E-3159-C796-5895A7118C74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F24CAC07-EBA6-F6D2-F838-087424D0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16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53F041FC-AA1A-F1B2-A71F-828AAFBFA34E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4A68B581-EAF7-7138-6C0F-71D8909AEC0D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348050F-0D17-13F9-0890-5A531F7A03EE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40CE9D5C-694D-0246-05B9-76B13B4B69A2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246831C-180B-C682-0F28-3917927AD1ED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EAD97E3-94DF-1E6B-2360-E4AB16FD2E62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EC21BF46-BA7D-32B0-FC74-5D9258378D0B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E3C2E169-5274-1F74-6399-6E4613D1BBCD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5702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F87E-BFAB-233E-2535-A21AF313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B231174-49B6-73CC-0BD4-C4721A7A3527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459112D7-17AE-C1AD-FB66-321F122F6E34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5F1C0087-6659-DE4E-A2BA-B37F5182DB92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DABD1547-F624-5400-EDD6-6D7401D8366F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F94F7E37-394A-B001-C436-83E24369AB92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78C25150-9907-F02E-30AD-788379980011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99BEDB21-99BA-BDD0-D168-0DD5A145343D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2E32C671-0260-7438-DCA3-DB33C04543FE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91A633A7-FFA1-0C55-C243-90C97ECBB8E3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D5666FA7-A1A7-773A-49CA-A8421614BFC6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A57B4E48-CABB-E43E-E4F1-BAFA1FEDD33F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068F1DBF-913F-4749-C6F6-D6E67CF82C00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23FE7C0F-4F5C-C822-F2C3-C4E790B408E7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66CA1CD1-47F6-2D56-6A99-5E93DB55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17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A9E9A35-A842-18AA-BD5A-A88FD8A3B742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E563AC9-791E-AB1C-C5C0-EAB2AF785B00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66E4581F-D113-306E-F69A-80D7E12D7ABD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B5D1362-7A36-85E1-38A2-D70681C7FCFD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BEBB7E13-5DEF-831A-EA66-7369F792A385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FBE70779-E0EB-25E2-F298-8BA9712EA20C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A5A27CD3-D981-47E4-A488-AAAA1F34B4F5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4A22A18A-517A-F899-5EA5-9ECB3BF9E1B7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6A774DA2-1D6B-6A0C-335D-ADC0FFFD2845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26979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F050-155A-6700-D56F-178B6982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AED5E4AD-D5C6-B980-1E38-4E469D8FAFC4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D7BB3598-5407-64DA-5D0C-67E1D2DA1C92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A126073A-049E-5D1C-B25A-2A404E22A14A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FC2643ED-AB34-4DD9-B183-B56F26BD89FF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0204E32C-D97B-0BCD-D7E4-C4D166890AF6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7A303FA1-1D65-3D11-4D50-BDBDB2D6B6B6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C567CE62-B7B7-0609-6CE0-D6B72A52B3A1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2C981ED6-EB15-5223-EF95-2F553A14EF6B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7D3E0CEA-9B5E-8EC5-35B6-F41C5EB205B3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AFF669F6-F967-280A-D231-2CD1DE1B4F0C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7A613F09-2D4C-4524-B7BF-A8ADDAA848D4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FC15195A-9E1D-6FE6-AD67-90D7A9AAC94F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0BB1037F-E0B0-94AC-DACB-37A3F8F94ECF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B3C7EC43-AB72-332E-89F4-E03519FA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18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0605DEC-B933-93B9-27F2-D54F65BA1B70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B58BF175-95F2-00B4-C6A2-5CA5419A9F88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93DBE7CA-B44B-4F77-3817-3DCD5D67DBF0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3BE8ED9-1587-103D-4283-8E8D44740AA7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94B5CBE-8CA7-C92E-A5D6-EB70813EEF0D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B7C8F27-948D-54B4-B303-10BCEDE68BEB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654102B6-72BB-10F3-8CC8-9978758E3BD3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BACD6326-3BFA-4662-D4F3-1466AEF1FAB4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2B2666F4-1C32-4030-EB6C-08D788AFD8D6}"/>
              </a:ext>
            </a:extLst>
          </p:cNvPr>
          <p:cNvSpPr/>
          <p:nvPr/>
        </p:nvSpPr>
        <p:spPr>
          <a:xfrm>
            <a:off x="8489395" y="2810354"/>
            <a:ext cx="15792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ysClr val="windowText" lastClr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8800" dirty="0">
                <a:gradFill>
                  <a:gsLst>
                    <a:gs pos="49000">
                      <a:srgbClr val="FF0000"/>
                    </a:gs>
                    <a:gs pos="52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رٌ</a:t>
            </a:r>
            <a:endParaRPr lang="tr-TR" sz="8800" dirty="0">
              <a:gradFill>
                <a:gsLst>
                  <a:gs pos="49000">
                    <a:srgbClr val="FF0000"/>
                  </a:gs>
                  <a:gs pos="52000">
                    <a:schemeClr val="tx1"/>
                  </a:gs>
                </a:gsLst>
                <a:lin ang="5400000" scaled="1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2303D04-A96E-F8F0-C446-4C9C27842E1F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30469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BD2BB-81A9-C207-7236-1B2C794D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B0E8366F-6637-A5ED-ACA9-EBE8757656D0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26C5740C-16C9-5255-864F-65517BBB4E22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F3472BE3-6151-BB7F-29AE-C904B6F77B71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CEDB4C77-4A75-1F93-CA3B-591AE3289E3B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00B59DB2-2784-FE49-C8D2-3601C81F81EA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0F13961C-A157-DF82-69BF-9CBB2D168DD8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5D2DCD45-DA96-37F1-FD90-8D0D49AB0EFE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D1EF67CB-AB3F-0DA5-9714-1BB6244A6DC3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37F3F7CB-FE2D-7934-9942-1A041C6418B2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16CD3E16-C842-BDBF-7F3C-5DDF72A1AD62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CFE50B0B-A13E-9F80-5249-410548F32EE4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22449113-6D55-420C-9D4E-F00D6003C784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8D9B6A71-CE61-8617-07D2-E1C997FEC609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B2F6B35B-46C4-5D02-3A9D-B717D515E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19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E02CF1A-F13C-69F4-8EED-4EF0CD9770DB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6862C439-CB6A-D93F-D8B1-6B6AAA9E52C9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F1C6474-F916-8F6A-DF3A-1E14A2140746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E62465D-7033-CEE8-8BD9-5EDDCE5EC31A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8DA9C50-DAE2-9F26-965C-7B8C1AB28948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08295679-235A-5F42-442B-7BC52523D6B7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84D2D406-CF5D-5FA8-54CC-5041D9B7B3D3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0A74F646-BE9C-D4C0-5305-85F5E8F2745C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0697ED88-3A61-D1EF-54A0-01A5D902288A}"/>
              </a:ext>
            </a:extLst>
          </p:cNvPr>
          <p:cNvSpPr/>
          <p:nvPr/>
        </p:nvSpPr>
        <p:spPr>
          <a:xfrm>
            <a:off x="8489395" y="2810354"/>
            <a:ext cx="15792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ysClr val="windowText" lastClr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8800" dirty="0">
                <a:gradFill>
                  <a:gsLst>
                    <a:gs pos="49000">
                      <a:srgbClr val="FF0000"/>
                    </a:gs>
                    <a:gs pos="52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رٌ</a:t>
            </a:r>
            <a:endParaRPr lang="tr-TR" sz="8800" dirty="0">
              <a:gradFill>
                <a:gsLst>
                  <a:gs pos="49000">
                    <a:srgbClr val="FF0000"/>
                  </a:gs>
                  <a:gs pos="52000">
                    <a:schemeClr val="tx1"/>
                  </a:gs>
                </a:gsLst>
                <a:lin ang="5400000" scaled="1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78C18291-530B-1BCF-5E00-F73E1DAF12BA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5212B8ED-BBD2-7EA0-4E31-A19068A2D761}"/>
              </a:ext>
            </a:extLst>
          </p:cNvPr>
          <p:cNvSpPr txBox="1"/>
          <p:nvPr/>
        </p:nvSpPr>
        <p:spPr>
          <a:xfrm rot="20762401">
            <a:off x="6017462" y="2323105"/>
            <a:ext cx="3004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dirty="0">
                <a:solidFill>
                  <a:srgbClr val="FF0000"/>
                </a:solidFill>
                <a:latin typeface="Bradley Hand" pitchFamily="2" charset="0"/>
              </a:rPr>
              <a:t>Kelimeyi </a:t>
            </a:r>
            <a:r>
              <a:rPr lang="tr-TR" sz="2400" dirty="0" err="1">
                <a:solidFill>
                  <a:srgbClr val="FF0000"/>
                </a:solidFill>
                <a:latin typeface="Bradley Hand" pitchFamily="2" charset="0"/>
              </a:rPr>
              <a:t>marife</a:t>
            </a:r>
            <a:r>
              <a:rPr lang="tr-TR" sz="2400" dirty="0">
                <a:solidFill>
                  <a:srgbClr val="FF0000"/>
                </a:solidFill>
                <a:latin typeface="Bradley Hand" pitchFamily="2" charset="0"/>
              </a:rPr>
              <a:t> yapmak için el takısı ekleyelim!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27503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8F41-7A85-84E2-A536-C9AC22F6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C7200B99-3619-566A-32DC-A11A41C754E3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51B0DFED-1357-A5DB-0F5B-C2C1696EE123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00DCE992-BA88-23BC-C25E-9A4F9E05A5AF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7D2E476A-D3E2-5D10-6811-1480A2D69425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A1195DB-BFEC-08D7-B1BC-8197C276F175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F1B144A0-9F98-1574-18FF-2E941621A436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40E249A4-CF98-0641-8F2F-A49EC7A4A320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51D674A4-6768-F03E-8C8E-45ACE8946DB7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253E4ED8-DBFC-BF54-E3E4-6D93972B55DA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625107F5-E965-D39A-5BFB-9B5764AEF551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6F2E43B0-4F8C-BA14-C015-6CC07C67A1B7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A15FBF15-93E3-8E13-D791-55BA96DFFE92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634EADED-2124-B8D1-628B-F1CF3EE10A9B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0AAED887-3924-9AA6-49DC-79EDBB41D28B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1C4D5034-2670-8A72-35A4-B34FA3A2C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20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1018EB79-6BF6-7D80-53F3-B6F4BC63B2F3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D754B15-55DA-23B5-CD4A-CCD2FFA3AAF6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3206F2F-47D4-6D91-DDAE-047D74B49C73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DFEE3AC-F9E4-199A-B438-A1B602F0C609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A27438E-F43C-B408-34A6-69F0B6C010C8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111D0B09-BF55-1F56-9BB5-3E5D3E57BFE1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87440E7B-AAC4-40D6-0A28-6FF61DCCCC08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D23B9F7C-A9E3-A84D-EED3-645C32214C95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894A75B2-E5F8-F957-5175-EE10D809AEAF}"/>
              </a:ext>
            </a:extLst>
          </p:cNvPr>
          <p:cNvSpPr/>
          <p:nvPr/>
        </p:nvSpPr>
        <p:spPr>
          <a:xfrm>
            <a:off x="8228907" y="2810354"/>
            <a:ext cx="2100255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solidFill>
                  <a:sysClr val="windowText" lastClr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8800" dirty="0">
                <a:gradFill>
                  <a:gsLst>
                    <a:gs pos="49000">
                      <a:srgbClr val="FF0000"/>
                    </a:gs>
                    <a:gs pos="52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رٌ</a:t>
            </a:r>
            <a:endParaRPr lang="tr-TR" sz="8800" dirty="0">
              <a:gradFill>
                <a:gsLst>
                  <a:gs pos="49000">
                    <a:srgbClr val="FF0000"/>
                  </a:gs>
                  <a:gs pos="52000">
                    <a:schemeClr val="tx1"/>
                  </a:gs>
                </a:gsLst>
                <a:lin ang="5400000" scaled="1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05950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1142-0FC0-1155-3C4C-6EC094C6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ADAF4D4D-65E4-4A4E-32F6-365DE10D6963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ECA5A6ED-3610-36DE-388B-E228AC5B943B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BE69EF9A-266E-7F6E-4262-AE9A28622815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D9228FB4-9025-7D76-6DD6-F4D9AC0C2D12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8F88A3EC-0ADA-4327-7549-60654B32D31C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A3B1159D-2BDB-9A4B-B95A-47020461935A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673A3A3E-4CD6-502F-9F00-83726841DEDE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4ADB3371-2E24-88C3-7D44-E45FBA0D9300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31B7DC7B-D604-E7D4-6A4D-EC52DAE1F0A5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FBE57258-CC47-797A-55E8-8D6C8B2832EA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9B9716F9-BD6B-C719-5339-42E5D14F8CAB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180CA701-F0EA-2EBE-2EEF-E77B2F7F8FCB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5667326F-5207-7CCA-2658-F083EAB7E6F3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12EF6BD6-5690-1B25-3D55-2F2A9758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21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B6400867-D171-9159-F78C-28DC8698120B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4DB7BF82-35A4-1F83-4A2F-57801C52F44F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5A4E595-2145-2A8C-7A61-D51A2975FA41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1F96DDC-6F64-1884-343D-A1F1385AD8BE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72131FA-4614-5F24-FDE7-C45AD5710A46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002C79A8-2EB1-26A0-6E57-017166832982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928C4A2B-268D-4319-B242-7262E4191727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48A479B4-2AD0-8533-2C8E-7B64CEEBED79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E9EAA629-3016-7D69-426F-C71556BD8E85}"/>
              </a:ext>
            </a:extLst>
          </p:cNvPr>
          <p:cNvSpPr/>
          <p:nvPr/>
        </p:nvSpPr>
        <p:spPr>
          <a:xfrm>
            <a:off x="8228907" y="2810354"/>
            <a:ext cx="2100255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solidFill>
                  <a:sysClr val="windowText" lastClr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8800" dirty="0">
                <a:gradFill>
                  <a:gsLst>
                    <a:gs pos="49000">
                      <a:srgbClr val="FF0000"/>
                    </a:gs>
                    <a:gs pos="52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رٌ</a:t>
            </a:r>
            <a:endParaRPr lang="tr-TR" sz="8800" dirty="0">
              <a:gradFill>
                <a:gsLst>
                  <a:gs pos="49000">
                    <a:srgbClr val="FF0000"/>
                  </a:gs>
                  <a:gs pos="52000">
                    <a:schemeClr val="tx1"/>
                  </a:gs>
                </a:gsLst>
                <a:lin ang="5400000" scaled="1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12" name="Dikdörtgen: Köşeleri Yuvarlatılmış 27">
            <a:extLst>
              <a:ext uri="{FF2B5EF4-FFF2-40B4-BE49-F238E27FC236}">
                <a16:creationId xmlns:a16="http://schemas.microsoft.com/office/drawing/2014/main" id="{8D0F4834-F7A4-1C42-3F0A-89AC2E6E3C29}"/>
              </a:ext>
            </a:extLst>
          </p:cNvPr>
          <p:cNvSpPr/>
          <p:nvPr/>
        </p:nvSpPr>
        <p:spPr>
          <a:xfrm>
            <a:off x="9338153" y="2968669"/>
            <a:ext cx="432853" cy="91931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F926E91C-098F-C261-AF22-A50C2B5F6792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62877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  <p:bldP spid="8" grpId="0"/>
      <p:bldP spid="12" grpId="0" animBg="1"/>
      <p:bldP spid="1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859B3-6B00-C960-5DEB-0035F6A5D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E938511A-CE9B-DFF2-4C8B-10BD5C97E8D9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792DDE9A-44EC-E422-C685-3EAD85C39294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E8309A27-746B-30C5-33D3-4F57ABDA727C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7A3C6ED5-C0CB-30AB-5C85-DA9B3129F835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1AA1B4DE-4D65-F66C-E071-9BA637E5E09F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57CFEA29-8B78-62EC-A74A-352C048D8A3B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A9D409E5-3FEE-C14B-42AB-297236FC1D96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BA49BD5F-15D8-15B1-BDC7-E8B60AD08A4C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BDBFFD15-E6C5-03FC-5D1F-0D486EC724E8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28275AE7-98EA-FA50-3251-B6D3B2D8F914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7741F09A-EDDB-CBC4-E616-09C8D60988B0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08079ADB-DC17-6184-6097-5B33B7300323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5EF22ADD-96F3-72FB-C686-D6F861BAFA54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A2A41F1D-DA8C-D71D-F51F-5B3B64DA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22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2830BDD-6E71-B724-52CB-6B536A16F289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FB16D64-7231-06A2-5330-581297A7EBC6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FF86C414-678D-3109-EB53-2331232ABE7C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247C1F47-9E9B-6CE2-6CEC-A0E27AD459C2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D74BD32-2DC2-558F-2C0D-A0FDDDFE793E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1149F656-0ADE-189D-0E0F-AB848D2185ED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D42538E7-B50F-D563-81FF-149CFC738EE6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71D3B4A7-5EAE-3EA7-1FEC-462FB9BCDBEC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9641BE67-7C07-5E8D-1D6C-F3F8EE166F5C}"/>
              </a:ext>
            </a:extLst>
          </p:cNvPr>
          <p:cNvSpPr/>
          <p:nvPr/>
        </p:nvSpPr>
        <p:spPr>
          <a:xfrm>
            <a:off x="8228907" y="2810354"/>
            <a:ext cx="2100255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solidFill>
                  <a:sysClr val="windowText" lastClr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8800" dirty="0">
                <a:gradFill>
                  <a:gsLst>
                    <a:gs pos="49000">
                      <a:srgbClr val="FF0000"/>
                    </a:gs>
                    <a:gs pos="52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رٌ</a:t>
            </a:r>
            <a:endParaRPr lang="tr-TR" sz="8800" dirty="0">
              <a:gradFill>
                <a:gsLst>
                  <a:gs pos="49000">
                    <a:srgbClr val="FF0000"/>
                  </a:gs>
                  <a:gs pos="52000">
                    <a:schemeClr val="tx1"/>
                  </a:gs>
                </a:gsLst>
                <a:lin ang="5400000" scaled="1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12" name="Dikdörtgen: Köşeleri Yuvarlatılmış 27">
            <a:extLst>
              <a:ext uri="{FF2B5EF4-FFF2-40B4-BE49-F238E27FC236}">
                <a16:creationId xmlns:a16="http://schemas.microsoft.com/office/drawing/2014/main" id="{BE054E97-A79C-A4C3-E28A-60665A358047}"/>
              </a:ext>
            </a:extLst>
          </p:cNvPr>
          <p:cNvSpPr/>
          <p:nvPr/>
        </p:nvSpPr>
        <p:spPr>
          <a:xfrm>
            <a:off x="9338153" y="2968669"/>
            <a:ext cx="432853" cy="91931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8F92E5F6-ECF9-052E-F77F-9C160A1534E9}"/>
              </a:ext>
            </a:extLst>
          </p:cNvPr>
          <p:cNvSpPr/>
          <p:nvPr/>
        </p:nvSpPr>
        <p:spPr>
          <a:xfrm>
            <a:off x="8286834" y="5643860"/>
            <a:ext cx="4443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200" dirty="0">
              <a:solidFill>
                <a:srgbClr val="FF0000"/>
              </a:soli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FA723E4-E1C5-BE2B-F0BA-DAF387FCFF35}"/>
              </a:ext>
            </a:extLst>
          </p:cNvPr>
          <p:cNvSpPr/>
          <p:nvPr/>
        </p:nvSpPr>
        <p:spPr>
          <a:xfrm>
            <a:off x="8793514" y="43665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73876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  <p:bldP spid="8" grpId="0"/>
      <p:bldP spid="12" grpId="0" animBg="1"/>
      <p:bldP spid="12" grpId="1" animBg="1"/>
      <p:bldP spid="14" grpId="0"/>
      <p:bldP spid="1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0436-3265-5C14-C91F-D4C821DC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8B11E9A8-5E20-CA9B-15B1-154334A5C891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D5B348C7-022B-1165-DEBC-17CC54E9D24F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3A5D1650-5A7C-7E47-2096-69E8E9A70826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FF383634-049B-F173-224A-266647F27AD3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CE1DF9BD-435B-BC05-3BCF-7C5E794F8B4C}"/>
              </a:ext>
            </a:extLst>
          </p:cNvPr>
          <p:cNvSpPr/>
          <p:nvPr/>
        </p:nvSpPr>
        <p:spPr>
          <a:xfrm>
            <a:off x="8252109" y="5620710"/>
            <a:ext cx="4940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600" b="1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DA3620D8-D568-2092-B73D-0371A1B8E019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AC973D4E-1195-FD08-59AF-04964754450B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3B645EDD-09B6-C4F3-2CEF-318A28C77F8F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B1D70381-4646-859F-0C84-B5F8AF6DEC85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1C55E794-9F4A-1623-7C2E-5CCB6B1E6E4A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B290177E-0162-BEDD-1C8E-77BFA83781D6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C2ECBA5A-BC7C-89EC-BCA5-A76F31759E2E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642916F1-2E2F-A12D-6C42-4C5109F53C8F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C247BBA7-B9F0-64EC-2728-80B568F577FE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A7F86912-A33C-7CE8-F881-9E41C42C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23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79AD8E49-8135-66DD-24C6-A44F129E4A3A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F5C2F1E-0AB1-8E09-844B-82ADF60576DD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2E8521FA-2960-75BF-997B-186ACAAF91B0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4B13799-BE22-71E3-4CFA-7A215197DFC1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4E58A25-DF20-A8E0-0E2A-D7DCD250E79F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092BD293-DA01-5882-52AF-54467C4E7761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044816E7-31E5-67D2-3666-28203E37F232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9F06BCAA-EFD0-29A3-D52E-4803EBB66629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5C56CE3A-C4A0-80DA-1D67-8BB1F672C578}"/>
              </a:ext>
            </a:extLst>
          </p:cNvPr>
          <p:cNvSpPr/>
          <p:nvPr/>
        </p:nvSpPr>
        <p:spPr>
          <a:xfrm>
            <a:off x="8228907" y="2810354"/>
            <a:ext cx="2100255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solidFill>
                  <a:sysClr val="windowText" lastClr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8800" dirty="0">
                <a:gradFill>
                  <a:gsLst>
                    <a:gs pos="49000">
                      <a:srgbClr val="FF0000"/>
                    </a:gs>
                    <a:gs pos="52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رٌ</a:t>
            </a:r>
            <a:endParaRPr lang="tr-TR" sz="8800" dirty="0">
              <a:gradFill>
                <a:gsLst>
                  <a:gs pos="49000">
                    <a:srgbClr val="FF0000"/>
                  </a:gs>
                  <a:gs pos="52000">
                    <a:schemeClr val="tx1"/>
                  </a:gs>
                </a:gsLst>
                <a:lin ang="5400000" scaled="1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12" name="Dikdörtgen: Köşeleri Yuvarlatılmış 27">
            <a:extLst>
              <a:ext uri="{FF2B5EF4-FFF2-40B4-BE49-F238E27FC236}">
                <a16:creationId xmlns:a16="http://schemas.microsoft.com/office/drawing/2014/main" id="{715916BD-283B-1AA9-BFD0-4714D7C1F135}"/>
              </a:ext>
            </a:extLst>
          </p:cNvPr>
          <p:cNvSpPr/>
          <p:nvPr/>
        </p:nvSpPr>
        <p:spPr>
          <a:xfrm>
            <a:off x="9338153" y="2968669"/>
            <a:ext cx="432853" cy="91931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C923A6FD-7F6A-0FA2-0528-4D1E25E30A0C}"/>
              </a:ext>
            </a:extLst>
          </p:cNvPr>
          <p:cNvSpPr/>
          <p:nvPr/>
        </p:nvSpPr>
        <p:spPr>
          <a:xfrm>
            <a:off x="8793514" y="43665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1029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  <p:bldP spid="8" grpId="0"/>
      <p:bldP spid="12" grpId="0" animBg="1"/>
      <p:bldP spid="12" grpId="1" animBg="1"/>
      <p:bldP spid="13" grpId="0"/>
      <p:bldP spid="1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74F0-D675-071A-23D0-E82388E5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E31F6794-1D33-C53F-CA3F-2CD4A2C9C751}"/>
              </a:ext>
            </a:extLst>
          </p:cNvPr>
          <p:cNvGraphicFramePr>
            <a:graphicFrameLocks noGrp="1"/>
          </p:cNvGraphicFramePr>
          <p:nvPr/>
        </p:nvGraphicFramePr>
        <p:xfrm>
          <a:off x="340950" y="549760"/>
          <a:ext cx="11517823" cy="6042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94958">
                  <a:extLst>
                    <a:ext uri="{9D8B030D-6E8A-4147-A177-3AD203B41FA5}">
                      <a16:colId xmlns:a16="http://schemas.microsoft.com/office/drawing/2014/main" val="1215128871"/>
                    </a:ext>
                  </a:extLst>
                </a:gridCol>
                <a:gridCol w="5622865">
                  <a:extLst>
                    <a:ext uri="{9D8B030D-6E8A-4147-A177-3AD203B41FA5}">
                      <a16:colId xmlns:a16="http://schemas.microsoft.com/office/drawing/2014/main" val="3178285945"/>
                    </a:ext>
                  </a:extLst>
                </a:gridCol>
              </a:tblGrid>
              <a:tr h="38321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8800" b="0" dirty="0">
                        <a:gradFill>
                          <a:gsLst>
                            <a:gs pos="35000">
                              <a:srgbClr val="0070C0"/>
                            </a:gs>
                            <a:gs pos="37000">
                              <a:schemeClr val="tx1"/>
                            </a:gs>
                          </a:gsLst>
                          <a:lin ang="4200000" scaled="0"/>
                        </a:gra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8800" b="0" dirty="0">
                          <a:solidFill>
                            <a:sysClr val="windowText" lastClr="0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قَمَرٌ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EG" sz="44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r-TR" sz="88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46878"/>
                  </a:ext>
                </a:extLst>
              </a:tr>
              <a:tr h="5378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ysClr val="windowText" lastClr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714"/>
                  </a:ext>
                </a:extLst>
              </a:tr>
              <a:tr h="1371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Harfler;</a:t>
                      </a: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32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  <a:endParaRPr lang="ar-EG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ar-EG" sz="40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2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32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56429" marR="56429" marT="0" marB="0" anchor="ctr"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782040"/>
                  </a:ext>
                </a:extLst>
              </a:tr>
            </a:tbl>
          </a:graphicData>
        </a:graphic>
      </p:graphicFrame>
      <p:sp>
        <p:nvSpPr>
          <p:cNvPr id="27" name="Dikdörtgen 26">
            <a:extLst>
              <a:ext uri="{FF2B5EF4-FFF2-40B4-BE49-F238E27FC236}">
                <a16:creationId xmlns:a16="http://schemas.microsoft.com/office/drawing/2014/main" id="{ABE16669-3340-48F4-FEF7-956168808139}"/>
              </a:ext>
            </a:extLst>
          </p:cNvPr>
          <p:cNvSpPr/>
          <p:nvPr/>
        </p:nvSpPr>
        <p:spPr>
          <a:xfrm>
            <a:off x="8253841" y="653667"/>
            <a:ext cx="1579279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قَمَرٌ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6286D619-0063-15FA-1E15-1A8638ECE53D}"/>
              </a:ext>
            </a:extLst>
          </p:cNvPr>
          <p:cNvSpPr/>
          <p:nvPr/>
        </p:nvSpPr>
        <p:spPr>
          <a:xfrm>
            <a:off x="8608500" y="5653269"/>
            <a:ext cx="31053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" أ ب ج ح خ ع غ ف</a:t>
            </a:r>
            <a:r>
              <a:rPr lang="ar-EG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EA9AAA6E-D3F0-AAC7-505D-653F15ECA0BB}"/>
              </a:ext>
            </a:extLst>
          </p:cNvPr>
          <p:cNvSpPr/>
          <p:nvPr/>
        </p:nvSpPr>
        <p:spPr>
          <a:xfrm>
            <a:off x="6415227" y="5655595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ك م و ه ي "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tr-TR" sz="3200" dirty="0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EC0BE094-E62B-63B0-4619-EDF670DB8658}"/>
              </a:ext>
            </a:extLst>
          </p:cNvPr>
          <p:cNvSpPr/>
          <p:nvPr/>
        </p:nvSpPr>
        <p:spPr>
          <a:xfrm>
            <a:off x="8252109" y="5620710"/>
            <a:ext cx="49404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ق</a:t>
            </a:r>
            <a:endParaRPr lang="tr-TR" sz="3600" b="1" dirty="0"/>
          </a:p>
        </p:txBody>
      </p:sp>
      <p:sp>
        <p:nvSpPr>
          <p:cNvPr id="35" name="Metin Kutusu 1838">
            <a:extLst>
              <a:ext uri="{FF2B5EF4-FFF2-40B4-BE49-F238E27FC236}">
                <a16:creationId xmlns:a16="http://schemas.microsoft.com/office/drawing/2014/main" id="{94CF6985-6556-836C-1C92-9AAD041B58D5}"/>
              </a:ext>
            </a:extLst>
          </p:cNvPr>
          <p:cNvSpPr txBox="1"/>
          <p:nvPr/>
        </p:nvSpPr>
        <p:spPr>
          <a:xfrm rot="5400000">
            <a:off x="3241228" y="1871447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" name="Metin Kutusu 1838">
            <a:extLst>
              <a:ext uri="{FF2B5EF4-FFF2-40B4-BE49-F238E27FC236}">
                <a16:creationId xmlns:a16="http://schemas.microsoft.com/office/drawing/2014/main" id="{C1F0D90B-01B2-EDF1-2E50-0A07E3BE3F9A}"/>
              </a:ext>
            </a:extLst>
          </p:cNvPr>
          <p:cNvSpPr txBox="1"/>
          <p:nvPr/>
        </p:nvSpPr>
        <p:spPr>
          <a:xfrm rot="5400000">
            <a:off x="3235858" y="1874141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8" name="Metin Kutusu 1838">
            <a:extLst>
              <a:ext uri="{FF2B5EF4-FFF2-40B4-BE49-F238E27FC236}">
                <a16:creationId xmlns:a16="http://schemas.microsoft.com/office/drawing/2014/main" id="{933773D9-414D-F8C4-4FEA-44273240337C}"/>
              </a:ext>
            </a:extLst>
          </p:cNvPr>
          <p:cNvSpPr txBox="1"/>
          <p:nvPr/>
        </p:nvSpPr>
        <p:spPr>
          <a:xfrm rot="5400000">
            <a:off x="3243539" y="187413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9" name="Metin Kutusu 1838">
            <a:extLst>
              <a:ext uri="{FF2B5EF4-FFF2-40B4-BE49-F238E27FC236}">
                <a16:creationId xmlns:a16="http://schemas.microsoft.com/office/drawing/2014/main" id="{8C69FFB8-F6CF-8F1A-05EA-61E9A04C9851}"/>
              </a:ext>
            </a:extLst>
          </p:cNvPr>
          <p:cNvSpPr txBox="1"/>
          <p:nvPr/>
        </p:nvSpPr>
        <p:spPr>
          <a:xfrm rot="5400000">
            <a:off x="3238354" y="187664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0" name="Metin Kutusu 1838">
            <a:extLst>
              <a:ext uri="{FF2B5EF4-FFF2-40B4-BE49-F238E27FC236}">
                <a16:creationId xmlns:a16="http://schemas.microsoft.com/office/drawing/2014/main" id="{AF937FD2-375D-39B1-FBA6-35F18BCE3F56}"/>
              </a:ext>
            </a:extLst>
          </p:cNvPr>
          <p:cNvSpPr txBox="1"/>
          <p:nvPr/>
        </p:nvSpPr>
        <p:spPr>
          <a:xfrm rot="5400000">
            <a:off x="3238545" y="1876635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1" name="Metin Kutusu 1838">
            <a:extLst>
              <a:ext uri="{FF2B5EF4-FFF2-40B4-BE49-F238E27FC236}">
                <a16:creationId xmlns:a16="http://schemas.microsoft.com/office/drawing/2014/main" id="{2A76905A-ED8A-F9BC-50DF-4B2192D7E493}"/>
              </a:ext>
            </a:extLst>
          </p:cNvPr>
          <p:cNvSpPr txBox="1"/>
          <p:nvPr/>
        </p:nvSpPr>
        <p:spPr>
          <a:xfrm rot="5400000">
            <a:off x="3233168" y="1871646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solidFill>
                <a:srgbClr val="0070C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043F4A81-B18B-18BE-BBC6-B22840AA1741}"/>
              </a:ext>
            </a:extLst>
          </p:cNvPr>
          <p:cNvSpPr/>
          <p:nvPr/>
        </p:nvSpPr>
        <p:spPr>
          <a:xfrm>
            <a:off x="1971539" y="639012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2F548CEA-E33E-9149-2720-02768A785F11}"/>
              </a:ext>
            </a:extLst>
          </p:cNvPr>
          <p:cNvSpPr/>
          <p:nvPr/>
        </p:nvSpPr>
        <p:spPr>
          <a:xfrm>
            <a:off x="501446" y="5630541"/>
            <a:ext cx="5960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«</a:t>
            </a:r>
            <a:r>
              <a:rPr lang="ar-EG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ت ث د ذ ر ز س     ص ض ط ظ ل ن</a:t>
            </a:r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» 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FD4BB310-F7CC-D848-05DB-A7C31D4C1C5F}"/>
              </a:ext>
            </a:extLst>
          </p:cNvPr>
          <p:cNvSpPr/>
          <p:nvPr/>
        </p:nvSpPr>
        <p:spPr>
          <a:xfrm>
            <a:off x="1970258" y="637731"/>
            <a:ext cx="2403222" cy="14770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شَمْسٌ</a:t>
            </a:r>
            <a:endParaRPr lang="tr-TR" sz="8800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0" name="Slayt Numarası Yer Tutucusu 6">
            <a:extLst>
              <a:ext uri="{FF2B5EF4-FFF2-40B4-BE49-F238E27FC236}">
                <a16:creationId xmlns:a16="http://schemas.microsoft.com/office/drawing/2014/main" id="{3A07B14E-E1A2-A5E9-8204-CB66B3244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24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7B174261-F267-7EFE-03D9-3246A15F466E}"/>
              </a:ext>
            </a:extLst>
          </p:cNvPr>
          <p:cNvSpPr/>
          <p:nvPr/>
        </p:nvSpPr>
        <p:spPr>
          <a:xfrm>
            <a:off x="1925926" y="2811725"/>
            <a:ext cx="2914579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8800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8800" dirty="0">
                <a:gradFill>
                  <a:gsLst>
                    <a:gs pos="45000">
                      <a:srgbClr val="0070C0"/>
                    </a:gs>
                    <a:gs pos="38000">
                      <a:srgbClr val="0070C0"/>
                    </a:gs>
                    <a:gs pos="37000">
                      <a:schemeClr val="tx1"/>
                    </a:gs>
                    <a:gs pos="46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8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8800" dirty="0">
                <a:gradFill>
                  <a:gsLst>
                    <a:gs pos="38000">
                      <a:srgbClr val="0070C0"/>
                    </a:gs>
                    <a:gs pos="40000">
                      <a:schemeClr val="tx1"/>
                    </a:gs>
                  </a:gsLst>
                  <a:lin ang="42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8800" dirty="0">
              <a:gradFill>
                <a:gsLst>
                  <a:gs pos="38000">
                    <a:srgbClr val="0070C0"/>
                  </a:gs>
                  <a:gs pos="40000">
                    <a:schemeClr val="tx1"/>
                  </a:gs>
                </a:gsLst>
                <a:lin ang="4200000" scaled="0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52809E7B-C35A-CD2E-9643-5AC81177015E}"/>
              </a:ext>
            </a:extLst>
          </p:cNvPr>
          <p:cNvSpPr/>
          <p:nvPr/>
        </p:nvSpPr>
        <p:spPr>
          <a:xfrm>
            <a:off x="2923184" y="4351896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>
              <a:solidFill>
                <a:srgbClr val="0070C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01055C66-538E-3F7D-7093-915076ADB1D3}"/>
              </a:ext>
            </a:extLst>
          </p:cNvPr>
          <p:cNvSpPr/>
          <p:nvPr/>
        </p:nvSpPr>
        <p:spPr>
          <a:xfrm>
            <a:off x="2982025" y="5621712"/>
            <a:ext cx="6270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4000" b="1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ش</a:t>
            </a:r>
            <a:endParaRPr lang="tr-TR" sz="4000" b="1" dirty="0">
              <a:solidFill>
                <a:srgbClr val="C00000"/>
              </a:soli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A3F5581-3B50-EE16-605F-367CDA5FD381}"/>
              </a:ext>
            </a:extLst>
          </p:cNvPr>
          <p:cNvSpPr txBox="1"/>
          <p:nvPr/>
        </p:nvSpPr>
        <p:spPr>
          <a:xfrm>
            <a:off x="3509400" y="3116481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D0CB5E7-BDE0-E790-5C66-E78E1D820C6E}"/>
              </a:ext>
            </a:extLst>
          </p:cNvPr>
          <p:cNvSpPr txBox="1"/>
          <p:nvPr/>
        </p:nvSpPr>
        <p:spPr>
          <a:xfrm>
            <a:off x="4239175" y="278128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2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E6B7A44-3D82-91F4-071A-592CDAD9255D}"/>
              </a:ext>
            </a:extLst>
          </p:cNvPr>
          <p:cNvSpPr txBox="1"/>
          <p:nvPr/>
        </p:nvSpPr>
        <p:spPr>
          <a:xfrm>
            <a:off x="1970258" y="2916426"/>
            <a:ext cx="338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FF0000"/>
                </a:solidFill>
                <a:latin typeface="Bradley Hand" pitchFamily="2" charset="0"/>
              </a:rPr>
              <a:t>3</a:t>
            </a:r>
          </a:p>
        </p:txBody>
      </p:sp>
      <p:sp>
        <p:nvSpPr>
          <p:cNvPr id="11" name="Serbest Form: Şekil 52">
            <a:extLst>
              <a:ext uri="{FF2B5EF4-FFF2-40B4-BE49-F238E27FC236}">
                <a16:creationId xmlns:a16="http://schemas.microsoft.com/office/drawing/2014/main" id="{47B28397-36B0-2CF6-2F7A-52B11E30F13D}"/>
              </a:ext>
            </a:extLst>
          </p:cNvPr>
          <p:cNvSpPr/>
          <p:nvPr/>
        </p:nvSpPr>
        <p:spPr>
          <a:xfrm>
            <a:off x="1517127" y="1268078"/>
            <a:ext cx="551842" cy="2141727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0070C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  <p:sp>
        <p:nvSpPr>
          <p:cNvPr id="7" name="Metin Kutusu 1838">
            <a:extLst>
              <a:ext uri="{FF2B5EF4-FFF2-40B4-BE49-F238E27FC236}">
                <a16:creationId xmlns:a16="http://schemas.microsoft.com/office/drawing/2014/main" id="{A371802E-1218-6A6B-A78D-24774FA2D129}"/>
              </a:ext>
            </a:extLst>
          </p:cNvPr>
          <p:cNvSpPr txBox="1"/>
          <p:nvPr/>
        </p:nvSpPr>
        <p:spPr>
          <a:xfrm rot="5400000">
            <a:off x="9103499" y="1870930"/>
            <a:ext cx="855663" cy="10874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»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9600" dirty="0">
                <a:solidFill>
                  <a:srgbClr val="C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tr-TR" sz="96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7158D08-46DC-302B-CB3B-B1B4AE4CBC04}"/>
              </a:ext>
            </a:extLst>
          </p:cNvPr>
          <p:cNvSpPr/>
          <p:nvPr/>
        </p:nvSpPr>
        <p:spPr>
          <a:xfrm>
            <a:off x="8228907" y="2810354"/>
            <a:ext cx="2100255" cy="1477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ar-EG" sz="88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8800" dirty="0">
                <a:solidFill>
                  <a:sysClr val="windowText" lastClr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8800" dirty="0">
                <a:gradFill>
                  <a:gsLst>
                    <a:gs pos="49000">
                      <a:srgbClr val="FF0000"/>
                    </a:gs>
                    <a:gs pos="52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8800" dirty="0">
              <a:gradFill>
                <a:gsLst>
                  <a:gs pos="49000">
                    <a:srgbClr val="FF0000"/>
                  </a:gs>
                  <a:gs pos="52000">
                    <a:schemeClr val="tx1"/>
                  </a:gs>
                </a:gsLst>
                <a:lin ang="5400000" scaled="1"/>
              </a:gradFill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A14A7702-7C5F-26B5-04B6-FA9496654E1B}"/>
              </a:ext>
            </a:extLst>
          </p:cNvPr>
          <p:cNvSpPr/>
          <p:nvPr/>
        </p:nvSpPr>
        <p:spPr>
          <a:xfrm>
            <a:off x="8793514" y="4366551"/>
            <a:ext cx="4315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Symbol" panose="05050102010706020507" pitchFamily="18" charset="2"/>
              </a:rPr>
              <a:t></a:t>
            </a:r>
            <a:endParaRPr lang="tr-TR" sz="3200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B750C7DB-05D7-60AF-8686-94540CDF2EA1}"/>
              </a:ext>
            </a:extLst>
          </p:cNvPr>
          <p:cNvSpPr txBox="1"/>
          <p:nvPr/>
        </p:nvSpPr>
        <p:spPr>
          <a:xfrm>
            <a:off x="8474196" y="2797165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tr-TR" sz="2000" dirty="0">
                <a:solidFill>
                  <a:srgbClr val="0070C0"/>
                </a:solidFill>
                <a:latin typeface="Bradley Hand" pitchFamily="2" charset="0"/>
              </a:rPr>
              <a:t>1</a:t>
            </a:r>
          </a:p>
        </p:txBody>
      </p:sp>
      <p:sp>
        <p:nvSpPr>
          <p:cNvPr id="12" name="Serbest Form: Şekil 51">
            <a:extLst>
              <a:ext uri="{FF2B5EF4-FFF2-40B4-BE49-F238E27FC236}">
                <a16:creationId xmlns:a16="http://schemas.microsoft.com/office/drawing/2014/main" id="{5031CD56-7DE3-AECA-A757-D31FEB0B7533}"/>
              </a:ext>
            </a:extLst>
          </p:cNvPr>
          <p:cNvSpPr/>
          <p:nvPr/>
        </p:nvSpPr>
        <p:spPr>
          <a:xfrm>
            <a:off x="7830106" y="1266469"/>
            <a:ext cx="551842" cy="2101455"/>
          </a:xfrm>
          <a:custGeom>
            <a:avLst/>
            <a:gdLst>
              <a:gd name="connsiteX0" fmla="*/ 220436 w 227239"/>
              <a:gd name="connsiteY0" fmla="*/ 0 h 723900"/>
              <a:gd name="connsiteX1" fmla="*/ 0 w 227239"/>
              <a:gd name="connsiteY1" fmla="*/ 1361 h 723900"/>
              <a:gd name="connsiteX2" fmla="*/ 0 w 227239"/>
              <a:gd name="connsiteY2" fmla="*/ 1361 h 723900"/>
              <a:gd name="connsiteX3" fmla="*/ 2722 w 227239"/>
              <a:gd name="connsiteY3" fmla="*/ 723900 h 723900"/>
              <a:gd name="connsiteX4" fmla="*/ 2722 w 227239"/>
              <a:gd name="connsiteY4" fmla="*/ 723900 h 723900"/>
              <a:gd name="connsiteX5" fmla="*/ 227239 w 227239"/>
              <a:gd name="connsiteY5" fmla="*/ 719818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39" h="723900">
                <a:moveTo>
                  <a:pt x="220436" y="0"/>
                </a:moveTo>
                <a:lnTo>
                  <a:pt x="0" y="1361"/>
                </a:lnTo>
                <a:lnTo>
                  <a:pt x="0" y="1361"/>
                </a:lnTo>
                <a:cubicBezTo>
                  <a:pt x="454" y="121784"/>
                  <a:pt x="2722" y="723900"/>
                  <a:pt x="2722" y="723900"/>
                </a:cubicBezTo>
                <a:lnTo>
                  <a:pt x="2722" y="723900"/>
                </a:lnTo>
                <a:lnTo>
                  <a:pt x="227239" y="719818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oval" w="sm" len="sm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23064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25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5" grpId="1"/>
      <p:bldP spid="11" grpId="0" animBg="1"/>
      <p:bldP spid="7" grpId="0"/>
      <p:bldP spid="8" grpId="0"/>
      <p:bldP spid="13" grpId="0"/>
      <p:bldP spid="13" grpId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B9AC663C-C85B-4ED9-8952-D718C4450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886701"/>
              </p:ext>
            </p:extLst>
          </p:nvPr>
        </p:nvGraphicFramePr>
        <p:xfrm>
          <a:off x="342900" y="1156780"/>
          <a:ext cx="11506200" cy="4544441"/>
        </p:xfrm>
        <a:graphic>
          <a:graphicData uri="http://schemas.openxmlformats.org/drawingml/2006/table">
            <a:tbl>
              <a:tblPr firstRow="1" firstCol="1" bandRow="1"/>
              <a:tblGrid>
                <a:gridCol w="11506200">
                  <a:extLst>
                    <a:ext uri="{9D8B030D-6E8A-4147-A177-3AD203B41FA5}">
                      <a16:colId xmlns:a16="http://schemas.microsoft.com/office/drawing/2014/main" val="1290876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Harf-i Tarif alan bir isim iki hareke (tenvin -  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ً</a:t>
                      </a: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 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ٍ</a:t>
                      </a: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ٌ</a:t>
                      </a: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) ile bitmez.</a:t>
                      </a:r>
                      <a:endParaRPr lang="tr-TR" sz="3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31877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28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tr-TR" sz="3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Not: İki hareke (tenvin -  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ً</a:t>
                      </a: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 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ٍ</a:t>
                      </a: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ar-EG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ٌ</a:t>
                      </a:r>
                      <a:r>
                        <a:rPr lang="tr-TR" sz="4000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); sadece isimlerin sonunda olur ve genellikle ismin belirsiz (nekra) olduğunu belirtir.</a:t>
                      </a:r>
                      <a:endParaRPr lang="tr-TR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Not 2: Harfi Tarif almış isim belirli (</a:t>
                      </a:r>
                      <a:r>
                        <a:rPr lang="tr-TR" sz="4000" dirty="0" err="1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marife</a:t>
                      </a:r>
                      <a:r>
                        <a:rPr lang="tr-TR" sz="4000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 olur.</a:t>
                      </a:r>
                      <a:endParaRPr lang="tr-TR" sz="3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72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490805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902265"/>
              </p:ext>
            </p:extLst>
          </p:nvPr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Metin Kutusu 2011">
            <a:extLst>
              <a:ext uri="{FF2B5EF4-FFF2-40B4-BE49-F238E27FC236}">
                <a16:creationId xmlns:a16="http://schemas.microsoft.com/office/drawing/2014/main" id="{E93194E2-110D-4F84-B46E-6750D10D0BFE}"/>
              </a:ext>
            </a:extLst>
          </p:cNvPr>
          <p:cNvSpPr txBox="1"/>
          <p:nvPr/>
        </p:nvSpPr>
        <p:spPr>
          <a:xfrm>
            <a:off x="2973872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259677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26</a:t>
            </a:fld>
            <a:endParaRPr lang="tr-TR" sz="1600" dirty="0">
              <a:latin typeface="Candara" panose="020E0502030303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221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462585"/>
              </p:ext>
            </p:extLst>
          </p:nvPr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Metin Kutusu 2011">
            <a:extLst>
              <a:ext uri="{FF2B5EF4-FFF2-40B4-BE49-F238E27FC236}">
                <a16:creationId xmlns:a16="http://schemas.microsoft.com/office/drawing/2014/main" id="{E93194E2-110D-4F84-B46E-6750D10D0BFE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091947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27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EA60B50D-C989-4612-B73C-F2A322D56B47}"/>
              </a:ext>
            </a:extLst>
          </p:cNvPr>
          <p:cNvSpPr/>
          <p:nvPr/>
        </p:nvSpPr>
        <p:spPr>
          <a:xfrm>
            <a:off x="6213987" y="289984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7190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698196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28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66DA8622-C552-4A17-94D0-A526A14C28A8}"/>
              </a:ext>
            </a:extLst>
          </p:cNvPr>
          <p:cNvSpPr/>
          <p:nvPr/>
        </p:nvSpPr>
        <p:spPr>
          <a:xfrm>
            <a:off x="6213987" y="289984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C29B059C-93AA-F6BA-F8AA-EC2D759F3ED9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34206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1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522626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29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AA5034F9-68CE-4EAE-8727-47BFBFDE4632}"/>
              </a:ext>
            </a:extLst>
          </p:cNvPr>
          <p:cNvSpPr/>
          <p:nvPr/>
        </p:nvSpPr>
        <p:spPr>
          <a:xfrm>
            <a:off x="491593" y="289984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D5968AA3-D69E-8D7C-CE48-0F3F05846756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014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1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65733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30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897C135E-F1CA-4979-9E3D-3B4022F0BF25}"/>
              </a:ext>
            </a:extLst>
          </p:cNvPr>
          <p:cNvSpPr/>
          <p:nvPr/>
        </p:nvSpPr>
        <p:spPr>
          <a:xfrm>
            <a:off x="491593" y="289984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AF916CC5-B5B3-9B30-7DFD-DEFB37B50F68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924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2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502880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31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C1DFD434-F17C-410B-BDCB-C884734583F6}"/>
              </a:ext>
            </a:extLst>
          </p:cNvPr>
          <p:cNvSpPr/>
          <p:nvPr/>
        </p:nvSpPr>
        <p:spPr>
          <a:xfrm>
            <a:off x="6272980" y="398139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10FDEDE2-4178-71DE-4C29-A9CF44A77E8C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9785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animBg="1"/>
      <p:bldP spid="1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501306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F43197-ABB3-456E-9AB1-1F6163E429FD}"/>
              </a:ext>
            </a:extLst>
          </p:cNvPr>
          <p:cNvSpPr/>
          <p:nvPr/>
        </p:nvSpPr>
        <p:spPr>
          <a:xfrm>
            <a:off x="7004455" y="4281952"/>
            <a:ext cx="11993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حَا</a:t>
            </a:r>
            <a:r>
              <a:rPr lang="ar-EG" sz="4400" dirty="0">
                <a:gradFill flip="none" rotWithShape="1">
                  <a:gsLst>
                    <a:gs pos="21000">
                      <a:srgbClr val="FF0000"/>
                    </a:gs>
                    <a:gs pos="23000">
                      <a:schemeClr val="tx1"/>
                    </a:gs>
                  </a:gsLst>
                  <a:lin ang="288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لُ</a:t>
            </a:r>
            <a:endParaRPr lang="tr-TR" sz="4400" dirty="0">
              <a:gradFill flip="none" rotWithShape="1">
                <a:gsLst>
                  <a:gs pos="21000">
                    <a:srgbClr val="FF0000"/>
                  </a:gs>
                  <a:gs pos="23000">
                    <a:schemeClr val="tx1"/>
                  </a:gs>
                </a:gsLst>
                <a:lin ang="288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32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A061CEF8-17B8-445A-9A11-35FFD771E123}"/>
              </a:ext>
            </a:extLst>
          </p:cNvPr>
          <p:cNvSpPr/>
          <p:nvPr/>
        </p:nvSpPr>
        <p:spPr>
          <a:xfrm>
            <a:off x="6272980" y="398139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3F731310-C8DD-BD94-28C3-C2AFED9FA973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6394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903902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F43197-ABB3-456E-9AB1-1F6163E429FD}"/>
              </a:ext>
            </a:extLst>
          </p:cNvPr>
          <p:cNvSpPr/>
          <p:nvPr/>
        </p:nvSpPr>
        <p:spPr>
          <a:xfrm>
            <a:off x="7004455" y="4281952"/>
            <a:ext cx="11993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حَا</a:t>
            </a:r>
            <a:r>
              <a:rPr lang="ar-EG" sz="4400" dirty="0">
                <a:gradFill flip="none" rotWithShape="1">
                  <a:gsLst>
                    <a:gs pos="21000">
                      <a:srgbClr val="FF0000"/>
                    </a:gs>
                    <a:gs pos="23000">
                      <a:schemeClr val="tx1"/>
                    </a:gs>
                  </a:gsLst>
                  <a:lin ang="288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لُ</a:t>
            </a:r>
            <a:endParaRPr lang="tr-TR" sz="4400" dirty="0">
              <a:gradFill flip="none" rotWithShape="1">
                <a:gsLst>
                  <a:gs pos="21000">
                    <a:srgbClr val="FF0000"/>
                  </a:gs>
                  <a:gs pos="23000">
                    <a:schemeClr val="tx1"/>
                  </a:gs>
                </a:gsLst>
                <a:lin ang="288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33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F9BA9B98-54F6-475F-9BD8-24EF5A329503}"/>
              </a:ext>
            </a:extLst>
          </p:cNvPr>
          <p:cNvSpPr/>
          <p:nvPr/>
        </p:nvSpPr>
        <p:spPr>
          <a:xfrm>
            <a:off x="481761" y="398139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A8998487-E9EC-6598-B473-2F918FB67632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637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 animBg="1"/>
      <p:bldP spid="13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970634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F43197-ABB3-456E-9AB1-1F6163E429FD}"/>
              </a:ext>
            </a:extLst>
          </p:cNvPr>
          <p:cNvSpPr/>
          <p:nvPr/>
        </p:nvSpPr>
        <p:spPr>
          <a:xfrm>
            <a:off x="7004455" y="4281952"/>
            <a:ext cx="11993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حَا</a:t>
            </a:r>
            <a:r>
              <a:rPr lang="ar-EG" sz="4400" dirty="0">
                <a:gradFill flip="none" rotWithShape="1">
                  <a:gsLst>
                    <a:gs pos="21000">
                      <a:srgbClr val="FF0000"/>
                    </a:gs>
                    <a:gs pos="23000">
                      <a:schemeClr val="tx1"/>
                    </a:gs>
                  </a:gsLst>
                  <a:lin ang="288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لُ</a:t>
            </a:r>
            <a:endParaRPr lang="tr-TR" sz="4400" dirty="0">
              <a:gradFill flip="none" rotWithShape="1">
                <a:gsLst>
                  <a:gs pos="21000">
                    <a:srgbClr val="FF0000"/>
                  </a:gs>
                  <a:gs pos="23000">
                    <a:schemeClr val="tx1"/>
                  </a:gs>
                </a:gsLst>
                <a:lin ang="2880000" scaled="0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BD2FB19-A1F3-4522-885B-1741D16C7104}"/>
              </a:ext>
            </a:extLst>
          </p:cNvPr>
          <p:cNvSpPr/>
          <p:nvPr/>
        </p:nvSpPr>
        <p:spPr>
          <a:xfrm>
            <a:off x="1109128" y="4294269"/>
            <a:ext cx="1394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طَّالِبَ</a:t>
            </a:r>
            <a:r>
              <a:rPr lang="ar-EG" sz="4400" dirty="0">
                <a:gradFill flip="none" rotWithShape="1">
                  <a:gsLst>
                    <a:gs pos="26000">
                      <a:srgbClr val="0070C0"/>
                    </a:gs>
                    <a:gs pos="28000">
                      <a:schemeClr val="tx1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ةِ</a:t>
            </a:r>
            <a:endParaRPr lang="tr-TR" sz="4400" dirty="0">
              <a:gradFill flip="none" rotWithShape="1">
                <a:gsLst>
                  <a:gs pos="26000">
                    <a:srgbClr val="0070C0"/>
                  </a:gs>
                  <a:gs pos="28000">
                    <a:schemeClr val="tx1"/>
                  </a:gs>
                </a:gsLst>
                <a:lin ang="16200000" scaled="1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34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C28DA6E6-A117-4BCA-9BFC-FD731088D897}"/>
              </a:ext>
            </a:extLst>
          </p:cNvPr>
          <p:cNvSpPr/>
          <p:nvPr/>
        </p:nvSpPr>
        <p:spPr>
          <a:xfrm>
            <a:off x="481761" y="3981391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C89B19DB-BF9B-98B1-FC9C-E85810CD3DBD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98902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 animBg="1"/>
      <p:bldP spid="14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862075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F43197-ABB3-456E-9AB1-1F6163E429FD}"/>
              </a:ext>
            </a:extLst>
          </p:cNvPr>
          <p:cNvSpPr/>
          <p:nvPr/>
        </p:nvSpPr>
        <p:spPr>
          <a:xfrm>
            <a:off x="7004455" y="4281952"/>
            <a:ext cx="11993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حَا</a:t>
            </a:r>
            <a:r>
              <a:rPr lang="ar-EG" sz="4400" dirty="0">
                <a:gradFill flip="none" rotWithShape="1">
                  <a:gsLst>
                    <a:gs pos="21000">
                      <a:srgbClr val="FF0000"/>
                    </a:gs>
                    <a:gs pos="23000">
                      <a:schemeClr val="tx1"/>
                    </a:gs>
                  </a:gsLst>
                  <a:lin ang="288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لُ</a:t>
            </a:r>
            <a:endParaRPr lang="tr-TR" sz="4400" dirty="0">
              <a:gradFill flip="none" rotWithShape="1">
                <a:gsLst>
                  <a:gs pos="21000">
                    <a:srgbClr val="FF0000"/>
                  </a:gs>
                  <a:gs pos="23000">
                    <a:schemeClr val="tx1"/>
                  </a:gs>
                </a:gsLst>
                <a:lin ang="288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35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BA3D25EF-1FAC-4179-A306-74ADF9320011}"/>
              </a:ext>
            </a:extLst>
          </p:cNvPr>
          <p:cNvSpPr/>
          <p:nvPr/>
        </p:nvSpPr>
        <p:spPr>
          <a:xfrm>
            <a:off x="6266445" y="5063710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8A09E665-450B-CF95-1D5B-7254634BF7C2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EB4A8E70-E308-A44A-B18E-AB832272B0F4}"/>
              </a:ext>
            </a:extLst>
          </p:cNvPr>
          <p:cNvSpPr/>
          <p:nvPr/>
        </p:nvSpPr>
        <p:spPr>
          <a:xfrm>
            <a:off x="1109128" y="4294269"/>
            <a:ext cx="1394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طَّالِبَ</a:t>
            </a:r>
            <a:r>
              <a:rPr lang="ar-EG" sz="4400" dirty="0">
                <a:gradFill flip="none" rotWithShape="1">
                  <a:gsLst>
                    <a:gs pos="26000">
                      <a:srgbClr val="0070C0"/>
                    </a:gs>
                    <a:gs pos="28000">
                      <a:schemeClr val="tx1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ةِ</a:t>
            </a:r>
            <a:endParaRPr lang="tr-TR" sz="4400" dirty="0">
              <a:gradFill flip="none" rotWithShape="1">
                <a:gsLst>
                  <a:gs pos="26000">
                    <a:srgbClr val="0070C0"/>
                  </a:gs>
                  <a:gs pos="28000">
                    <a:schemeClr val="tx1"/>
                  </a:gs>
                </a:gsLst>
                <a:lin ang="16200000" scaled="1"/>
                <a:tileRect/>
              </a:gra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7353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 animBg="1"/>
      <p:bldP spid="14" grpId="1" animBg="1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2300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F43197-ABB3-456E-9AB1-1F6163E429FD}"/>
              </a:ext>
            </a:extLst>
          </p:cNvPr>
          <p:cNvSpPr/>
          <p:nvPr/>
        </p:nvSpPr>
        <p:spPr>
          <a:xfrm>
            <a:off x="7004455" y="4281952"/>
            <a:ext cx="11993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حَا</a:t>
            </a:r>
            <a:r>
              <a:rPr lang="ar-EG" sz="4400" dirty="0">
                <a:gradFill flip="none" rotWithShape="1">
                  <a:gsLst>
                    <a:gs pos="21000">
                      <a:srgbClr val="FF0000"/>
                    </a:gs>
                    <a:gs pos="23000">
                      <a:schemeClr val="tx1"/>
                    </a:gs>
                  </a:gsLst>
                  <a:lin ang="288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لُ</a:t>
            </a:r>
            <a:endParaRPr lang="tr-TR" sz="4400" dirty="0">
              <a:gradFill flip="none" rotWithShape="1">
                <a:gsLst>
                  <a:gs pos="21000">
                    <a:srgbClr val="FF0000"/>
                  </a:gs>
                  <a:gs pos="23000">
                    <a:schemeClr val="tx1"/>
                  </a:gs>
                </a:gsLst>
                <a:lin ang="2880000" scaled="0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5A923D6-1D57-4605-8B35-8C003B11762F}"/>
              </a:ext>
            </a:extLst>
          </p:cNvPr>
          <p:cNvSpPr/>
          <p:nvPr/>
        </p:nvSpPr>
        <p:spPr>
          <a:xfrm>
            <a:off x="6960222" y="5352640"/>
            <a:ext cx="12442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شقَّ</a:t>
            </a:r>
            <a:r>
              <a:rPr lang="ar-EG" sz="4400" dirty="0">
                <a:gradFill flip="none" rotWithShape="1">
                  <a:gsLst>
                    <a:gs pos="19000">
                      <a:srgbClr val="0070C0"/>
                    </a:gs>
                    <a:gs pos="22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ةُ</a:t>
            </a:r>
            <a:endParaRPr lang="tr-TR" sz="4400" dirty="0">
              <a:gradFill flip="none" rotWithShape="1">
                <a:gsLst>
                  <a:gs pos="19000">
                    <a:srgbClr val="0070C0"/>
                  </a:gs>
                  <a:gs pos="22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2E0A7BF-F37E-4002-A692-25981E0A56C0}"/>
              </a:ext>
            </a:extLst>
          </p:cNvPr>
          <p:cNvSpPr/>
          <p:nvPr/>
        </p:nvSpPr>
        <p:spPr>
          <a:xfrm>
            <a:off x="7625401" y="5041408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36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F2899EB4-8890-4B4B-B5B4-09EC1B238580}"/>
              </a:ext>
            </a:extLst>
          </p:cNvPr>
          <p:cNvSpPr/>
          <p:nvPr/>
        </p:nvSpPr>
        <p:spPr>
          <a:xfrm>
            <a:off x="6266445" y="5063710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EBCF03ED-F4ED-00DF-7058-E2267126440B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F4FFBCB-DEE2-A3EB-D599-6BC7CCC00177}"/>
              </a:ext>
            </a:extLst>
          </p:cNvPr>
          <p:cNvSpPr/>
          <p:nvPr/>
        </p:nvSpPr>
        <p:spPr>
          <a:xfrm>
            <a:off x="1109128" y="4294269"/>
            <a:ext cx="1394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طَّالِبَ</a:t>
            </a:r>
            <a:r>
              <a:rPr lang="ar-EG" sz="4400" dirty="0">
                <a:gradFill flip="none" rotWithShape="1">
                  <a:gsLst>
                    <a:gs pos="26000">
                      <a:srgbClr val="0070C0"/>
                    </a:gs>
                    <a:gs pos="28000">
                      <a:schemeClr val="tx1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ةِ</a:t>
            </a:r>
            <a:endParaRPr lang="tr-TR" sz="4400" dirty="0">
              <a:gradFill flip="none" rotWithShape="1">
                <a:gsLst>
                  <a:gs pos="26000">
                    <a:srgbClr val="0070C0"/>
                  </a:gs>
                  <a:gs pos="28000">
                    <a:schemeClr val="tx1"/>
                  </a:gs>
                </a:gsLst>
                <a:lin ang="16200000" scaled="1"/>
                <a:tileRect/>
              </a:gra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16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7" grpId="0"/>
      <p:bldP spid="15" grpId="0" animBg="1"/>
      <p:bldP spid="15" grpId="1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795404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F43197-ABB3-456E-9AB1-1F6163E429FD}"/>
              </a:ext>
            </a:extLst>
          </p:cNvPr>
          <p:cNvSpPr/>
          <p:nvPr/>
        </p:nvSpPr>
        <p:spPr>
          <a:xfrm>
            <a:off x="7004455" y="4281952"/>
            <a:ext cx="11993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حَا</a:t>
            </a:r>
            <a:r>
              <a:rPr lang="ar-EG" sz="4400" dirty="0">
                <a:gradFill flip="none" rotWithShape="1">
                  <a:gsLst>
                    <a:gs pos="21000">
                      <a:srgbClr val="FF0000"/>
                    </a:gs>
                    <a:gs pos="23000">
                      <a:schemeClr val="tx1"/>
                    </a:gs>
                  </a:gsLst>
                  <a:lin ang="288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لُ</a:t>
            </a:r>
            <a:endParaRPr lang="tr-TR" sz="4400" dirty="0">
              <a:gradFill flip="none" rotWithShape="1">
                <a:gsLst>
                  <a:gs pos="21000">
                    <a:srgbClr val="FF0000"/>
                  </a:gs>
                  <a:gs pos="23000">
                    <a:schemeClr val="tx1"/>
                  </a:gs>
                </a:gsLst>
                <a:lin ang="2880000" scaled="0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5A923D6-1D57-4605-8B35-8C003B11762F}"/>
              </a:ext>
            </a:extLst>
          </p:cNvPr>
          <p:cNvSpPr/>
          <p:nvPr/>
        </p:nvSpPr>
        <p:spPr>
          <a:xfrm>
            <a:off x="6960222" y="5352640"/>
            <a:ext cx="12442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شقَّ</a:t>
            </a:r>
            <a:r>
              <a:rPr lang="ar-EG" sz="4400" dirty="0">
                <a:gradFill flip="none" rotWithShape="1">
                  <a:gsLst>
                    <a:gs pos="19000">
                      <a:srgbClr val="0070C0"/>
                    </a:gs>
                    <a:gs pos="22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ةُ</a:t>
            </a:r>
            <a:endParaRPr lang="tr-TR" sz="4400" dirty="0">
              <a:gradFill flip="none" rotWithShape="1">
                <a:gsLst>
                  <a:gs pos="19000">
                    <a:srgbClr val="0070C0"/>
                  </a:gs>
                  <a:gs pos="22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2E0A7BF-F37E-4002-A692-25981E0A56C0}"/>
              </a:ext>
            </a:extLst>
          </p:cNvPr>
          <p:cNvSpPr/>
          <p:nvPr/>
        </p:nvSpPr>
        <p:spPr>
          <a:xfrm>
            <a:off x="7625401" y="5041408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37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494D0313-6FF6-4919-8047-13EDB9C97383}"/>
              </a:ext>
            </a:extLst>
          </p:cNvPr>
          <p:cNvSpPr/>
          <p:nvPr/>
        </p:nvSpPr>
        <p:spPr>
          <a:xfrm>
            <a:off x="514554" y="5063710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92B2AF69-E1C6-B66D-5AEE-D51B4864CE36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3B889F45-F1BC-8DDD-060B-B21569316F70}"/>
              </a:ext>
            </a:extLst>
          </p:cNvPr>
          <p:cNvSpPr/>
          <p:nvPr/>
        </p:nvSpPr>
        <p:spPr>
          <a:xfrm>
            <a:off x="1109128" y="4294269"/>
            <a:ext cx="1394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طَّالِبَ</a:t>
            </a:r>
            <a:r>
              <a:rPr lang="ar-EG" sz="4400" dirty="0">
                <a:gradFill flip="none" rotWithShape="1">
                  <a:gsLst>
                    <a:gs pos="26000">
                      <a:srgbClr val="0070C0"/>
                    </a:gs>
                    <a:gs pos="28000">
                      <a:schemeClr val="tx1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ةِ</a:t>
            </a:r>
            <a:endParaRPr lang="tr-TR" sz="4400" dirty="0">
              <a:gradFill flip="none" rotWithShape="1">
                <a:gsLst>
                  <a:gs pos="26000">
                    <a:srgbClr val="0070C0"/>
                  </a:gs>
                  <a:gs pos="28000">
                    <a:schemeClr val="tx1"/>
                  </a:gs>
                </a:gsLst>
                <a:lin ang="16200000" scaled="1"/>
                <a:tileRect/>
              </a:gra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15466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7" grpId="0"/>
      <p:bldP spid="18" grpId="0" animBg="1"/>
      <p:bldP spid="18" grpId="1" animBg="1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o 8">
            <a:extLst>
              <a:ext uri="{FF2B5EF4-FFF2-40B4-BE49-F238E27FC236}">
                <a16:creationId xmlns:a16="http://schemas.microsoft.com/office/drawing/2014/main" id="{539416CF-8D12-4F05-AD59-408B60CFD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563341"/>
              </p:ext>
            </p:extLst>
          </p:nvPr>
        </p:nvGraphicFramePr>
        <p:xfrm>
          <a:off x="328535" y="2874916"/>
          <a:ext cx="11534930" cy="31960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9064">
                  <a:extLst>
                    <a:ext uri="{9D8B030D-6E8A-4147-A177-3AD203B41FA5}">
                      <a16:colId xmlns:a16="http://schemas.microsoft.com/office/drawing/2014/main" val="1868661674"/>
                    </a:ext>
                  </a:extLst>
                </a:gridCol>
                <a:gridCol w="2680718">
                  <a:extLst>
                    <a:ext uri="{9D8B030D-6E8A-4147-A177-3AD203B41FA5}">
                      <a16:colId xmlns:a16="http://schemas.microsoft.com/office/drawing/2014/main" val="1949915853"/>
                    </a:ext>
                  </a:extLst>
                </a:gridCol>
                <a:gridCol w="3061370">
                  <a:extLst>
                    <a:ext uri="{9D8B030D-6E8A-4147-A177-3AD203B41FA5}">
                      <a16:colId xmlns:a16="http://schemas.microsoft.com/office/drawing/2014/main" val="2187905896"/>
                    </a:ext>
                  </a:extLst>
                </a:gridCol>
                <a:gridCol w="2733778">
                  <a:extLst>
                    <a:ext uri="{9D8B030D-6E8A-4147-A177-3AD203B41FA5}">
                      <a16:colId xmlns:a16="http://schemas.microsoft.com/office/drawing/2014/main" val="1906068827"/>
                    </a:ext>
                  </a:extLst>
                </a:gridCol>
              </a:tblGrid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غُ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رْفَةً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١. اَل + </a:t>
                      </a:r>
                      <a:r>
                        <a:rPr lang="ar-SA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لَامٍ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47776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الِبَةٍ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الٌ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940427"/>
                  </a:ext>
                </a:extLst>
              </a:tr>
              <a:tr h="1065366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٦.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فْضِيلٍ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٥.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شَ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قَّةٌ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92428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9823CABE-F839-4085-B2BC-7481FF1AA9B1}"/>
              </a:ext>
            </a:extLst>
          </p:cNvPr>
          <p:cNvSpPr/>
          <p:nvPr/>
        </p:nvSpPr>
        <p:spPr>
          <a:xfrm>
            <a:off x="6840765" y="3215151"/>
            <a:ext cx="13468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gradFill flip="none" rotWithShape="1">
                  <a:gsLst>
                    <a:gs pos="42000">
                      <a:schemeClr val="tx1"/>
                    </a:gs>
                    <a:gs pos="44000">
                      <a:srgbClr val="0070C0"/>
                    </a:gs>
                    <a:gs pos="53000">
                      <a:srgbClr val="0070C0"/>
                    </a:gs>
                    <a:gs pos="53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سَّ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لَا</a:t>
            </a:r>
            <a:r>
              <a:rPr lang="ar-EG" sz="4400" dirty="0">
                <a:gradFill flip="none" rotWithShape="1">
                  <a:gsLst>
                    <a:gs pos="62000">
                      <a:srgbClr val="0070C0"/>
                    </a:gs>
                    <a:gs pos="64000">
                      <a:schemeClr val="tx1"/>
                    </a:gs>
                  </a:gsLst>
                  <a:lin ang="13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مِ</a:t>
            </a:r>
            <a:endParaRPr lang="tr-TR" sz="4400" dirty="0">
              <a:gradFill flip="none" rotWithShape="1">
                <a:gsLst>
                  <a:gs pos="62000">
                    <a:srgbClr val="0070C0"/>
                  </a:gs>
                  <a:gs pos="64000">
                    <a:schemeClr val="tx1"/>
                  </a:gs>
                </a:gsLst>
                <a:lin ang="13200000" scaled="0"/>
                <a:tileRect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406AA053-A8C7-4461-8B6C-FB08580B97FA}"/>
              </a:ext>
            </a:extLst>
          </p:cNvPr>
          <p:cNvSpPr/>
          <p:nvPr/>
        </p:nvSpPr>
        <p:spPr>
          <a:xfrm>
            <a:off x="1201453" y="3215800"/>
            <a:ext cx="13019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غُرْفَ</a:t>
            </a:r>
            <a:r>
              <a:rPr lang="ar-EG" sz="4400" dirty="0">
                <a:gradFill>
                  <a:gsLst>
                    <a:gs pos="18000">
                      <a:srgbClr val="FF0000"/>
                    </a:gs>
                    <a:gs pos="19000">
                      <a:schemeClr val="tx1"/>
                    </a:gs>
                  </a:gsLst>
                  <a:lin ang="48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18000">
                    <a:srgbClr val="FF0000"/>
                  </a:gs>
                  <a:gs pos="19000">
                    <a:schemeClr val="tx1"/>
                  </a:gs>
                </a:gsLst>
                <a:lin ang="4800000" scaled="0"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9F43197-ABB3-456E-9AB1-1F6163E429FD}"/>
              </a:ext>
            </a:extLst>
          </p:cNvPr>
          <p:cNvSpPr/>
          <p:nvPr/>
        </p:nvSpPr>
        <p:spPr>
          <a:xfrm>
            <a:off x="7004455" y="4281952"/>
            <a:ext cx="11993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حَا</a:t>
            </a:r>
            <a:r>
              <a:rPr lang="ar-EG" sz="4400" dirty="0">
                <a:gradFill flip="none" rotWithShape="1">
                  <a:gsLst>
                    <a:gs pos="21000">
                      <a:srgbClr val="FF0000"/>
                    </a:gs>
                    <a:gs pos="23000">
                      <a:schemeClr val="tx1"/>
                    </a:gs>
                  </a:gsLst>
                  <a:lin ang="288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لُ</a:t>
            </a:r>
            <a:endParaRPr lang="tr-TR" sz="4400" dirty="0">
              <a:gradFill flip="none" rotWithShape="1">
                <a:gsLst>
                  <a:gs pos="21000">
                    <a:srgbClr val="FF0000"/>
                  </a:gs>
                  <a:gs pos="23000">
                    <a:schemeClr val="tx1"/>
                  </a:gs>
                </a:gsLst>
                <a:lin ang="2880000" scaled="0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55A923D6-1D57-4605-8B35-8C003B11762F}"/>
              </a:ext>
            </a:extLst>
          </p:cNvPr>
          <p:cNvSpPr/>
          <p:nvPr/>
        </p:nvSpPr>
        <p:spPr>
          <a:xfrm>
            <a:off x="6960222" y="5352640"/>
            <a:ext cx="12442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شقَّ</a:t>
            </a:r>
            <a:r>
              <a:rPr lang="ar-EG" sz="4400" dirty="0">
                <a:gradFill flip="none" rotWithShape="1">
                  <a:gsLst>
                    <a:gs pos="19000">
                      <a:srgbClr val="0070C0"/>
                    </a:gs>
                    <a:gs pos="22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ةُ</a:t>
            </a:r>
            <a:endParaRPr lang="tr-TR" sz="4400" dirty="0">
              <a:gradFill flip="none" rotWithShape="1">
                <a:gsLst>
                  <a:gs pos="19000">
                    <a:srgbClr val="0070C0"/>
                  </a:gs>
                  <a:gs pos="22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A6F0BC2-F20D-4A36-AE90-B72A0E2A9C35}"/>
              </a:ext>
            </a:extLst>
          </p:cNvPr>
          <p:cNvSpPr/>
          <p:nvPr/>
        </p:nvSpPr>
        <p:spPr>
          <a:xfrm>
            <a:off x="982392" y="5352643"/>
            <a:ext cx="17123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تفْضِي</a:t>
            </a:r>
            <a:r>
              <a:rPr lang="ar-EG" sz="4400" dirty="0">
                <a:gradFill flip="none" rotWithShape="1">
                  <a:gsLst>
                    <a:gs pos="10000">
                      <a:srgbClr val="0070C0"/>
                    </a:gs>
                    <a:gs pos="11000">
                      <a:schemeClr val="tx1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لِ</a:t>
            </a:r>
            <a:endParaRPr lang="tr-TR" sz="4400" dirty="0">
              <a:gradFill flip="none" rotWithShape="1">
                <a:gsLst>
                  <a:gs pos="10000">
                    <a:srgbClr val="0070C0"/>
                  </a:gs>
                  <a:gs pos="11000">
                    <a:schemeClr val="tx1"/>
                  </a:gs>
                </a:gsLst>
                <a:lin ang="16200000" scaled="1"/>
                <a:tileRect/>
              </a:gradFill>
            </a:endParaRP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2E0A7BF-F37E-4002-A692-25981E0A56C0}"/>
              </a:ext>
            </a:extLst>
          </p:cNvPr>
          <p:cNvSpPr/>
          <p:nvPr/>
        </p:nvSpPr>
        <p:spPr>
          <a:xfrm>
            <a:off x="7625401" y="5041408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36A7625-C25E-4D5C-AB35-157F883CC61D}"/>
              </a:ext>
            </a:extLst>
          </p:cNvPr>
          <p:cNvSpPr/>
          <p:nvPr/>
        </p:nvSpPr>
        <p:spPr>
          <a:xfrm>
            <a:off x="2192211" y="5066721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Slayt Numarası Yer Tutucusu 6">
            <a:extLst>
              <a:ext uri="{FF2B5EF4-FFF2-40B4-BE49-F238E27FC236}">
                <a16:creationId xmlns:a16="http://schemas.microsoft.com/office/drawing/2014/main" id="{77D99BC6-DBD4-4A79-90F4-B1613808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38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A8EEE51E-C695-4963-AAF2-DDDC07E99BF8}"/>
              </a:ext>
            </a:extLst>
          </p:cNvPr>
          <p:cNvSpPr/>
          <p:nvPr/>
        </p:nvSpPr>
        <p:spPr>
          <a:xfrm>
            <a:off x="514554" y="5063710"/>
            <a:ext cx="5617457" cy="124937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Metin Kutusu 2011">
            <a:extLst>
              <a:ext uri="{FF2B5EF4-FFF2-40B4-BE49-F238E27FC236}">
                <a16:creationId xmlns:a16="http://schemas.microsoft.com/office/drawing/2014/main" id="{861857E9-CD81-18E1-2BA6-0C1965F09B8C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6D00D9C7-736A-26CA-05A5-EEF7BFC0A583}"/>
              </a:ext>
            </a:extLst>
          </p:cNvPr>
          <p:cNvSpPr/>
          <p:nvPr/>
        </p:nvSpPr>
        <p:spPr>
          <a:xfrm>
            <a:off x="1109128" y="4294269"/>
            <a:ext cx="1394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طَّالِبَ</a:t>
            </a:r>
            <a:r>
              <a:rPr lang="ar-EG" sz="4400" dirty="0">
                <a:gradFill flip="none" rotWithShape="1">
                  <a:gsLst>
                    <a:gs pos="26000">
                      <a:srgbClr val="0070C0"/>
                    </a:gs>
                    <a:gs pos="28000">
                      <a:schemeClr val="tx1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ةِ</a:t>
            </a:r>
            <a:endParaRPr lang="tr-TR" sz="4400" dirty="0">
              <a:gradFill flip="none" rotWithShape="1">
                <a:gsLst>
                  <a:gs pos="26000">
                    <a:srgbClr val="0070C0"/>
                  </a:gs>
                  <a:gs pos="28000">
                    <a:schemeClr val="tx1"/>
                  </a:gs>
                </a:gsLst>
                <a:lin ang="16200000" scaled="1"/>
                <a:tileRect/>
              </a:gra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917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  <p:bldP spid="17" grpId="0"/>
      <p:bldP spid="18" grpId="0"/>
      <p:bldP spid="19" grpId="0" animBg="1"/>
      <p:bldP spid="19" grpId="1" animBg="1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971777"/>
              </p:ext>
            </p:extLst>
          </p:nvPr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39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E7F57CC7-86DF-AC8A-E2CF-1DF49DF26437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0E79B320-C94D-57D9-515E-8BD681499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84687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59647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40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48305E3E-A4D7-4176-A867-0779D833193B}"/>
              </a:ext>
            </a:extLst>
          </p:cNvPr>
          <p:cNvSpPr/>
          <p:nvPr/>
        </p:nvSpPr>
        <p:spPr>
          <a:xfrm>
            <a:off x="6096000" y="2850774"/>
            <a:ext cx="5898629" cy="896877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7EB5D7A6-3AF8-B422-6500-1EE7AB0CA739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E8A398AF-9269-5B4D-6720-7613AA787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84687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62474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41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48069E7B-8DDC-4F5F-B30E-912B7810A8BC}"/>
              </a:ext>
            </a:extLst>
          </p:cNvPr>
          <p:cNvSpPr/>
          <p:nvPr/>
        </p:nvSpPr>
        <p:spPr>
          <a:xfrm>
            <a:off x="6096000" y="2850774"/>
            <a:ext cx="5898629" cy="896877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F2C94FF3-1F3C-FD4D-A84E-3E7D89982E5F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427DF167-01B4-C2DA-DAD5-99DE193AC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84687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6511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9" grpId="0" animBg="1"/>
      <p:bldP spid="9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42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BFC76D80-FC3E-4BA2-85F0-B20DA15F4C81}"/>
              </a:ext>
            </a:extLst>
          </p:cNvPr>
          <p:cNvSpPr/>
          <p:nvPr/>
        </p:nvSpPr>
        <p:spPr>
          <a:xfrm>
            <a:off x="226124" y="2812915"/>
            <a:ext cx="5898629" cy="1088768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7D091494-C502-C52B-8D08-32262BBA9317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35790ECA-11CB-016C-F473-7285DCE07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84687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30019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11" grpId="0" animBg="1"/>
      <p:bldP spid="11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43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6A6578BA-431A-4E2B-87DD-29CE62999BBF}"/>
              </a:ext>
            </a:extLst>
          </p:cNvPr>
          <p:cNvSpPr/>
          <p:nvPr/>
        </p:nvSpPr>
        <p:spPr>
          <a:xfrm>
            <a:off x="226124" y="2812915"/>
            <a:ext cx="5898629" cy="1088768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9B862DCA-E392-0EBF-EDE3-173F9A197DC2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C1F74C87-3D37-FBCD-B208-AC20DD106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84687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54054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2" grpId="0" animBg="1"/>
      <p:bldP spid="1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44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190C0669-1CF9-48C4-9B79-8A59977E7063}"/>
              </a:ext>
            </a:extLst>
          </p:cNvPr>
          <p:cNvSpPr/>
          <p:nvPr/>
        </p:nvSpPr>
        <p:spPr>
          <a:xfrm>
            <a:off x="6082905" y="3815944"/>
            <a:ext cx="5898629" cy="989318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E6F9D7AF-44AF-2D32-31C6-EA16ED27E92A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4E078658-55AC-9121-002B-27F631C8D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84687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9131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  <p:bldP spid="13" grpId="0" animBg="1"/>
      <p:bldP spid="13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CFB4335E-CBE9-47AD-817B-4AFBE85A4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60916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5D2CE67-E13B-4048-8DED-9E49995D48AF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45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D404A820-D44D-4811-B750-76E1A7CF151E}"/>
              </a:ext>
            </a:extLst>
          </p:cNvPr>
          <p:cNvSpPr/>
          <p:nvPr/>
        </p:nvSpPr>
        <p:spPr>
          <a:xfrm>
            <a:off x="6082905" y="3815944"/>
            <a:ext cx="5898629" cy="989318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246FB93B-2313-D1E9-2CC2-E4D7988F7F61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1584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8" grpId="0"/>
      <p:bldP spid="22" grpId="0"/>
      <p:bldP spid="13" grpId="0" animBg="1"/>
      <p:bldP spid="13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CFB4335E-CBE9-47AD-817B-4AFBE85A4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10617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5D2CE67-E13B-4048-8DED-9E49995D48AF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46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C0D61C7A-23DC-49A0-B181-25E832D78B63}"/>
              </a:ext>
            </a:extLst>
          </p:cNvPr>
          <p:cNvSpPr/>
          <p:nvPr/>
        </p:nvSpPr>
        <p:spPr>
          <a:xfrm>
            <a:off x="222859" y="3845441"/>
            <a:ext cx="5898629" cy="95665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F57BA6A9-864C-9E2A-4028-BFAE99785F90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746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8" grpId="0"/>
      <p:bldP spid="22" grpId="0"/>
      <p:bldP spid="14" grpId="0" animBg="1"/>
      <p:bldP spid="14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5D2CE67-E13B-4048-8DED-9E49995D48AF}"/>
              </a:ext>
            </a:extLst>
          </p:cNvPr>
          <p:cNvSpPr/>
          <p:nvPr/>
        </p:nvSpPr>
        <p:spPr>
          <a:xfrm>
            <a:off x="6817597" y="3989643"/>
            <a:ext cx="119135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47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CFE1365E-8E0C-459B-A8F9-5AB1D078330E}"/>
              </a:ext>
            </a:extLst>
          </p:cNvPr>
          <p:cNvSpPr/>
          <p:nvPr/>
        </p:nvSpPr>
        <p:spPr>
          <a:xfrm>
            <a:off x="222859" y="3845441"/>
            <a:ext cx="5898629" cy="95665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5E54A861-BAA1-6052-C4FE-5E1D15ABCB5C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932FBB40-389A-A9D6-1B48-6A25D7686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404413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43879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8" grpId="0"/>
      <p:bldP spid="19" grpId="0"/>
      <p:bldP spid="22" grpId="0"/>
      <p:bldP spid="14" grpId="0" animBg="1"/>
      <p:bldP spid="14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CFB4335E-CBE9-47AD-817B-4AFBE85A4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021159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5D2CE67-E13B-4048-8DED-9E49995D48AF}"/>
              </a:ext>
            </a:extLst>
          </p:cNvPr>
          <p:cNvSpPr/>
          <p:nvPr/>
        </p:nvSpPr>
        <p:spPr>
          <a:xfrm>
            <a:off x="6817597" y="3989643"/>
            <a:ext cx="119135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48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5CAA24F1-6EB4-450E-824D-4A665366C85E}"/>
              </a:ext>
            </a:extLst>
          </p:cNvPr>
          <p:cNvSpPr/>
          <p:nvPr/>
        </p:nvSpPr>
        <p:spPr>
          <a:xfrm>
            <a:off x="6082905" y="4812156"/>
            <a:ext cx="5898629" cy="96108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4D3B3F4E-91A5-8DC6-5346-67529A828324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1919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8" grpId="0"/>
      <p:bldP spid="19" grpId="0"/>
      <p:bldP spid="22" grpId="0"/>
      <p:bldP spid="15" grpId="0" animBg="1"/>
      <p:bldP spid="15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EB3643B-E458-4213-92F6-0FA0325792BE}"/>
              </a:ext>
            </a:extLst>
          </p:cNvPr>
          <p:cNvSpPr/>
          <p:nvPr/>
        </p:nvSpPr>
        <p:spPr>
          <a:xfrm>
            <a:off x="6443574" y="4978993"/>
            <a:ext cx="1850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صحِيفَ</a:t>
            </a:r>
            <a:r>
              <a:rPr lang="ar-EG" sz="4400" dirty="0">
                <a:gradFill flip="none" rotWithShape="1">
                  <a:gsLst>
                    <a:gs pos="20000">
                      <a:srgbClr val="0070C0"/>
                    </a:gs>
                    <a:gs pos="23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 flip="none" rotWithShape="1">
                <a:gsLst>
                  <a:gs pos="20000">
                    <a:srgbClr val="0070C0"/>
                  </a:gs>
                  <a:gs pos="23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E3A8C9D-02A1-482E-9B2D-F1D032635CC6}"/>
              </a:ext>
            </a:extLst>
          </p:cNvPr>
          <p:cNvSpPr/>
          <p:nvPr/>
        </p:nvSpPr>
        <p:spPr>
          <a:xfrm>
            <a:off x="7727796" y="4748375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49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592B401-2B60-4EEE-AD9A-78FDED967E3B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B4A03302-B866-49B0-A68B-CB492FD2E0C4}"/>
              </a:ext>
            </a:extLst>
          </p:cNvPr>
          <p:cNvSpPr/>
          <p:nvPr/>
        </p:nvSpPr>
        <p:spPr>
          <a:xfrm>
            <a:off x="6082905" y="4812156"/>
            <a:ext cx="5898629" cy="96108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BE87D834-3445-A7F8-8B06-B6C5632422E2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D59582F2-8B0C-11E0-BD85-1F548E8DD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12216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167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8" grpId="0"/>
      <p:bldP spid="19" grpId="0"/>
      <p:bldP spid="20" grpId="0"/>
      <p:bldP spid="22" grpId="0"/>
      <p:bldP spid="21" grpId="0"/>
      <p:bldP spid="16" grpId="0" animBg="1"/>
      <p:bldP spid="16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EB3643B-E458-4213-92F6-0FA0325792BE}"/>
              </a:ext>
            </a:extLst>
          </p:cNvPr>
          <p:cNvSpPr/>
          <p:nvPr/>
        </p:nvSpPr>
        <p:spPr>
          <a:xfrm>
            <a:off x="6443574" y="4978993"/>
            <a:ext cx="1850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صحِيفَ</a:t>
            </a:r>
            <a:r>
              <a:rPr lang="ar-EG" sz="4400" dirty="0">
                <a:gradFill flip="none" rotWithShape="1">
                  <a:gsLst>
                    <a:gs pos="20000">
                      <a:srgbClr val="0070C0"/>
                    </a:gs>
                    <a:gs pos="23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 flip="none" rotWithShape="1">
                <a:gsLst>
                  <a:gs pos="20000">
                    <a:srgbClr val="0070C0"/>
                  </a:gs>
                  <a:gs pos="23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E3A8C9D-02A1-482E-9B2D-F1D032635CC6}"/>
              </a:ext>
            </a:extLst>
          </p:cNvPr>
          <p:cNvSpPr/>
          <p:nvPr/>
        </p:nvSpPr>
        <p:spPr>
          <a:xfrm>
            <a:off x="7727796" y="4748375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50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B592B401-2B60-4EEE-AD9A-78FDED967E3B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7DDAA2D8-15F0-41D1-A91A-FEABF95EC749}"/>
              </a:ext>
            </a:extLst>
          </p:cNvPr>
          <p:cNvSpPr/>
          <p:nvPr/>
        </p:nvSpPr>
        <p:spPr>
          <a:xfrm>
            <a:off x="230063" y="4850016"/>
            <a:ext cx="5898629" cy="90703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149452C9-917F-2C3F-C294-3D19F7D54EB0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84B5AD84-BD3C-3F5C-1C9A-B7B960659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79716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57157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8" grpId="0"/>
      <p:bldP spid="19" grpId="0"/>
      <p:bldP spid="20" grpId="0"/>
      <p:bldP spid="22" grpId="0"/>
      <p:bldP spid="21" grpId="0"/>
      <p:bldP spid="17" grpId="0" animBg="1"/>
      <p:bldP spid="17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EB3643B-E458-4213-92F6-0FA0325792BE}"/>
              </a:ext>
            </a:extLst>
          </p:cNvPr>
          <p:cNvSpPr/>
          <p:nvPr/>
        </p:nvSpPr>
        <p:spPr>
          <a:xfrm>
            <a:off x="6443574" y="4978993"/>
            <a:ext cx="1850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صحِيفَ</a:t>
            </a:r>
            <a:r>
              <a:rPr lang="ar-EG" sz="4400" dirty="0">
                <a:gradFill flip="none" rotWithShape="1">
                  <a:gsLst>
                    <a:gs pos="20000">
                      <a:srgbClr val="0070C0"/>
                    </a:gs>
                    <a:gs pos="23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 flip="none" rotWithShape="1">
                <a:gsLst>
                  <a:gs pos="20000">
                    <a:srgbClr val="0070C0"/>
                  </a:gs>
                  <a:gs pos="23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4ED1BCB-5B1D-44DF-B171-036103E6E858}"/>
              </a:ext>
            </a:extLst>
          </p:cNvPr>
          <p:cNvSpPr/>
          <p:nvPr/>
        </p:nvSpPr>
        <p:spPr>
          <a:xfrm>
            <a:off x="1067138" y="4978995"/>
            <a:ext cx="11256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فُرْ</a:t>
            </a:r>
            <a:r>
              <a:rPr lang="ar-EG" sz="4400" dirty="0">
                <a:gradFill>
                  <a:gsLst>
                    <a:gs pos="13000">
                      <a:srgbClr val="FF0000"/>
                    </a:gs>
                    <a:gs pos="14000">
                      <a:schemeClr val="tx1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نِ</a:t>
            </a:r>
            <a:endParaRPr lang="tr-TR" sz="4400" dirty="0">
              <a:gradFill>
                <a:gsLst>
                  <a:gs pos="13000">
                    <a:srgbClr val="FF0000"/>
                  </a:gs>
                  <a:gs pos="14000">
                    <a:schemeClr val="tx1"/>
                  </a:gs>
                </a:gsLst>
                <a:lin ang="16200000" scaled="1"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E3A8C9D-02A1-482E-9B2D-F1D032635CC6}"/>
              </a:ext>
            </a:extLst>
          </p:cNvPr>
          <p:cNvSpPr/>
          <p:nvPr/>
        </p:nvSpPr>
        <p:spPr>
          <a:xfrm>
            <a:off x="7727796" y="4748375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51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AB10B618-F6D2-4BA6-95FA-A508057AC5CD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C74B05BE-F5CC-4017-9E38-6BDD0C4F365C}"/>
              </a:ext>
            </a:extLst>
          </p:cNvPr>
          <p:cNvSpPr/>
          <p:nvPr/>
        </p:nvSpPr>
        <p:spPr>
          <a:xfrm>
            <a:off x="230063" y="4850016"/>
            <a:ext cx="5898629" cy="907034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C57D1592-6559-B025-EAAF-F8E81BC2ABEC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B7965425-5D8B-C96B-9274-76278866D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220756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16072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8" grpId="0"/>
      <p:bldP spid="19" grpId="0"/>
      <p:bldP spid="20" grpId="0"/>
      <p:bldP spid="22" grpId="0"/>
      <p:bldP spid="21" grpId="0"/>
      <p:bldP spid="17" grpId="0" animBg="1"/>
      <p:bldP spid="17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EB3643B-E458-4213-92F6-0FA0325792BE}"/>
              </a:ext>
            </a:extLst>
          </p:cNvPr>
          <p:cNvSpPr/>
          <p:nvPr/>
        </p:nvSpPr>
        <p:spPr>
          <a:xfrm>
            <a:off x="6443574" y="4978993"/>
            <a:ext cx="1850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صحِيفَ</a:t>
            </a:r>
            <a:r>
              <a:rPr lang="ar-EG" sz="4400" dirty="0">
                <a:gradFill flip="none" rotWithShape="1">
                  <a:gsLst>
                    <a:gs pos="20000">
                      <a:srgbClr val="0070C0"/>
                    </a:gs>
                    <a:gs pos="23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 flip="none" rotWithShape="1">
                <a:gsLst>
                  <a:gs pos="20000">
                    <a:srgbClr val="0070C0"/>
                  </a:gs>
                  <a:gs pos="23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4ED1BCB-5B1D-44DF-B171-036103E6E858}"/>
              </a:ext>
            </a:extLst>
          </p:cNvPr>
          <p:cNvSpPr/>
          <p:nvPr/>
        </p:nvSpPr>
        <p:spPr>
          <a:xfrm>
            <a:off x="1067138" y="4978995"/>
            <a:ext cx="11256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فُرْ</a:t>
            </a:r>
            <a:r>
              <a:rPr lang="ar-EG" sz="4400" dirty="0">
                <a:gradFill>
                  <a:gsLst>
                    <a:gs pos="13000">
                      <a:srgbClr val="FF0000"/>
                    </a:gs>
                    <a:gs pos="14000">
                      <a:schemeClr val="tx1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نِ</a:t>
            </a:r>
            <a:endParaRPr lang="tr-TR" sz="4400" dirty="0">
              <a:gradFill>
                <a:gsLst>
                  <a:gs pos="13000">
                    <a:srgbClr val="FF0000"/>
                  </a:gs>
                  <a:gs pos="14000">
                    <a:schemeClr val="tx1"/>
                  </a:gs>
                </a:gsLst>
                <a:lin ang="16200000" scaled="1"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E3A8C9D-02A1-482E-9B2D-F1D032635CC6}"/>
              </a:ext>
            </a:extLst>
          </p:cNvPr>
          <p:cNvSpPr/>
          <p:nvPr/>
        </p:nvSpPr>
        <p:spPr>
          <a:xfrm>
            <a:off x="7727796" y="4748375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52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AB10B618-F6D2-4BA6-95FA-A508057AC5CD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F08E4933-2980-4D11-9074-89AE6BDC7694}"/>
              </a:ext>
            </a:extLst>
          </p:cNvPr>
          <p:cNvSpPr/>
          <p:nvPr/>
        </p:nvSpPr>
        <p:spPr>
          <a:xfrm>
            <a:off x="6082905" y="5679610"/>
            <a:ext cx="5898629" cy="108669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77E2B9E7-8117-478D-7662-D6C587963FEB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55151917-B7D8-A8A4-E6E7-7B31AC3F3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90636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48116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8" grpId="0"/>
      <p:bldP spid="19" grpId="0"/>
      <p:bldP spid="20" grpId="0"/>
      <p:bldP spid="22" grpId="0"/>
      <p:bldP spid="21" grpId="0"/>
      <p:bldP spid="23" grpId="0" animBg="1"/>
      <p:bldP spid="23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EB3643B-E458-4213-92F6-0FA0325792BE}"/>
              </a:ext>
            </a:extLst>
          </p:cNvPr>
          <p:cNvSpPr/>
          <p:nvPr/>
        </p:nvSpPr>
        <p:spPr>
          <a:xfrm>
            <a:off x="6443574" y="4978993"/>
            <a:ext cx="1850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صحِيفَ</a:t>
            </a:r>
            <a:r>
              <a:rPr lang="ar-EG" sz="4400" dirty="0">
                <a:gradFill flip="none" rotWithShape="1">
                  <a:gsLst>
                    <a:gs pos="20000">
                      <a:srgbClr val="0070C0"/>
                    </a:gs>
                    <a:gs pos="23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 flip="none" rotWithShape="1">
                <a:gsLst>
                  <a:gs pos="20000">
                    <a:srgbClr val="0070C0"/>
                  </a:gs>
                  <a:gs pos="23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4ED1BCB-5B1D-44DF-B171-036103E6E858}"/>
              </a:ext>
            </a:extLst>
          </p:cNvPr>
          <p:cNvSpPr/>
          <p:nvPr/>
        </p:nvSpPr>
        <p:spPr>
          <a:xfrm>
            <a:off x="1067138" y="4978995"/>
            <a:ext cx="11256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فُرْ</a:t>
            </a:r>
            <a:r>
              <a:rPr lang="ar-EG" sz="4400" dirty="0">
                <a:gradFill>
                  <a:gsLst>
                    <a:gs pos="13000">
                      <a:srgbClr val="FF0000"/>
                    </a:gs>
                    <a:gs pos="14000">
                      <a:schemeClr val="tx1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نِ</a:t>
            </a:r>
            <a:endParaRPr lang="tr-TR" sz="4400" dirty="0">
              <a:gradFill>
                <a:gsLst>
                  <a:gs pos="13000">
                    <a:srgbClr val="FF0000"/>
                  </a:gs>
                  <a:gs pos="14000">
                    <a:schemeClr val="tx1"/>
                  </a:gs>
                </a:gsLst>
                <a:lin ang="16200000" scaled="1"/>
              </a:gradFill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9287DE86-2ADF-4D49-AD2C-987C70A4E057}"/>
              </a:ext>
            </a:extLst>
          </p:cNvPr>
          <p:cNvSpPr/>
          <p:nvPr/>
        </p:nvSpPr>
        <p:spPr>
          <a:xfrm>
            <a:off x="6875655" y="5960847"/>
            <a:ext cx="10358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ْيَوْ</a:t>
            </a:r>
            <a:r>
              <a:rPr lang="ar-EG" sz="4400" dirty="0">
                <a:gradFill>
                  <a:gsLst>
                    <a:gs pos="40000">
                      <a:srgbClr val="FF0000"/>
                    </a:gs>
                    <a:gs pos="44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مُ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E3A8C9D-02A1-482E-9B2D-F1D032635CC6}"/>
              </a:ext>
            </a:extLst>
          </p:cNvPr>
          <p:cNvSpPr/>
          <p:nvPr/>
        </p:nvSpPr>
        <p:spPr>
          <a:xfrm>
            <a:off x="7727796" y="4748375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53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21B6B3A2-F957-40C9-9FB4-D0F1F986D8E6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C5BCE06B-A923-48F5-9928-A4BDA1B9D4E3}"/>
              </a:ext>
            </a:extLst>
          </p:cNvPr>
          <p:cNvSpPr/>
          <p:nvPr/>
        </p:nvSpPr>
        <p:spPr>
          <a:xfrm>
            <a:off x="6082905" y="5679610"/>
            <a:ext cx="5898629" cy="1086691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006F68BB-8BFF-12BE-AA8A-C4894F77F454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6A93CF97-C1D9-4800-9AAB-9A79C4D1E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3898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70333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2" grpId="0"/>
      <p:bldP spid="21" grpId="0"/>
      <p:bldP spid="23" grpId="0" animBg="1"/>
      <p:bldP spid="23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EB3643B-E458-4213-92F6-0FA0325792BE}"/>
              </a:ext>
            </a:extLst>
          </p:cNvPr>
          <p:cNvSpPr/>
          <p:nvPr/>
        </p:nvSpPr>
        <p:spPr>
          <a:xfrm>
            <a:off x="6443574" y="4978993"/>
            <a:ext cx="1850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صحِيفَ</a:t>
            </a:r>
            <a:r>
              <a:rPr lang="ar-EG" sz="4400" dirty="0">
                <a:gradFill flip="none" rotWithShape="1">
                  <a:gsLst>
                    <a:gs pos="20000">
                      <a:srgbClr val="0070C0"/>
                    </a:gs>
                    <a:gs pos="23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 flip="none" rotWithShape="1">
                <a:gsLst>
                  <a:gs pos="20000">
                    <a:srgbClr val="0070C0"/>
                  </a:gs>
                  <a:gs pos="23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4ED1BCB-5B1D-44DF-B171-036103E6E858}"/>
              </a:ext>
            </a:extLst>
          </p:cNvPr>
          <p:cNvSpPr/>
          <p:nvPr/>
        </p:nvSpPr>
        <p:spPr>
          <a:xfrm>
            <a:off x="1067138" y="4978995"/>
            <a:ext cx="11256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فُرْ</a:t>
            </a:r>
            <a:r>
              <a:rPr lang="ar-EG" sz="4400" dirty="0">
                <a:gradFill>
                  <a:gsLst>
                    <a:gs pos="13000">
                      <a:srgbClr val="FF0000"/>
                    </a:gs>
                    <a:gs pos="14000">
                      <a:schemeClr val="tx1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نِ</a:t>
            </a:r>
            <a:endParaRPr lang="tr-TR" sz="4400" dirty="0">
              <a:gradFill>
                <a:gsLst>
                  <a:gs pos="13000">
                    <a:srgbClr val="FF0000"/>
                  </a:gs>
                  <a:gs pos="14000">
                    <a:schemeClr val="tx1"/>
                  </a:gs>
                </a:gsLst>
                <a:lin ang="16200000" scaled="1"/>
              </a:gradFill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9287DE86-2ADF-4D49-AD2C-987C70A4E057}"/>
              </a:ext>
            </a:extLst>
          </p:cNvPr>
          <p:cNvSpPr/>
          <p:nvPr/>
        </p:nvSpPr>
        <p:spPr>
          <a:xfrm>
            <a:off x="6875655" y="5960847"/>
            <a:ext cx="10358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ْيَوْ</a:t>
            </a:r>
            <a:r>
              <a:rPr lang="ar-EG" sz="4400" dirty="0">
                <a:gradFill>
                  <a:gsLst>
                    <a:gs pos="40000">
                      <a:srgbClr val="FF0000"/>
                    </a:gs>
                    <a:gs pos="44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مُ</a:t>
            </a: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E3A8C9D-02A1-482E-9B2D-F1D032635CC6}"/>
              </a:ext>
            </a:extLst>
          </p:cNvPr>
          <p:cNvSpPr/>
          <p:nvPr/>
        </p:nvSpPr>
        <p:spPr>
          <a:xfrm>
            <a:off x="7727796" y="4748375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54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21B6B3A2-F957-40C9-9FB4-D0F1F986D8E6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3778A8EA-1867-47B6-9BDB-4328D511CFF5}"/>
              </a:ext>
            </a:extLst>
          </p:cNvPr>
          <p:cNvSpPr/>
          <p:nvPr/>
        </p:nvSpPr>
        <p:spPr>
          <a:xfrm>
            <a:off x="164569" y="5718938"/>
            <a:ext cx="5898629" cy="1062859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95302C85-9758-0D96-F3E2-BFB59EBC7F2B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52D1355D-1A68-20AE-08A4-270E5E8E3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336250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95646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2" grpId="0"/>
      <p:bldP spid="21" grpId="0"/>
      <p:bldP spid="23" grpId="0" animBg="1"/>
      <p:bldP spid="23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07F6D7EE-6620-4777-8517-BDD1EC8A99D7}"/>
              </a:ext>
            </a:extLst>
          </p:cNvPr>
          <p:cNvGraphicFramePr>
            <a:graphicFrameLocks noGrp="1"/>
          </p:cNvGraphicFramePr>
          <p:nvPr/>
        </p:nvGraphicFramePr>
        <p:xfrm>
          <a:off x="144905" y="542160"/>
          <a:ext cx="11902190" cy="2181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46334">
                  <a:extLst>
                    <a:ext uri="{9D8B030D-6E8A-4147-A177-3AD203B41FA5}">
                      <a16:colId xmlns:a16="http://schemas.microsoft.com/office/drawing/2014/main" val="616455523"/>
                    </a:ext>
                  </a:extLst>
                </a:gridCol>
                <a:gridCol w="5955856">
                  <a:extLst>
                    <a:ext uri="{9D8B030D-6E8A-4147-A177-3AD203B41FA5}">
                      <a16:colId xmlns:a16="http://schemas.microsoft.com/office/drawing/2014/main" val="112832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Şemsi Harfler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SA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ت ث د ذ ر ز س ش ص ض ط ظ ل ن</a:t>
                      </a:r>
                      <a:r>
                        <a:rPr lang="tr-TR" sz="34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endParaRPr lang="ar-EG" sz="3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400" b="0" dirty="0">
                        <a:solidFill>
                          <a:srgbClr val="0070C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Kameri harfler: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“</a:t>
                      </a:r>
                      <a:r>
                        <a:rPr lang="ar-EG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أ ب ج ح خ ع غ ف ق ك م و ه ي </a:t>
                      </a:r>
                      <a:r>
                        <a:rPr lang="tr-TR" sz="34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”</a:t>
                      </a:r>
                      <a:r>
                        <a:rPr lang="tr-TR" sz="3400" b="0" u="none" strike="noStrike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 </a:t>
                      </a:r>
                      <a:endParaRPr lang="ar-EG" sz="3400" b="0" u="none" strike="noStrike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tr-TR" sz="1600" b="0" dirty="0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7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r-EG" sz="5400" b="0" dirty="0" err="1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 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اَ</a:t>
                      </a:r>
                      <a:r>
                        <a:rPr lang="ar-EG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ﻟ </a:t>
                      </a:r>
                      <a:r>
                        <a:rPr lang="ar-EG" sz="4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...</a:t>
                      </a:r>
                      <a:r>
                        <a:rPr lang="tr-TR" sz="54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</a:t>
                      </a:r>
                      <a:endParaRPr lang="tr-TR" sz="54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926578"/>
                  </a:ext>
                </a:extLst>
              </a:tr>
            </a:tbl>
          </a:graphicData>
        </a:graphic>
      </p:graphicFrame>
      <p:sp>
        <p:nvSpPr>
          <p:cNvPr id="6" name="Metin Kutusu 2009">
            <a:extLst>
              <a:ext uri="{FF2B5EF4-FFF2-40B4-BE49-F238E27FC236}">
                <a16:creationId xmlns:a16="http://schemas.microsoft.com/office/drawing/2014/main" id="{C3C85B07-26B7-492F-B1E3-A5A25C924347}"/>
              </a:ext>
            </a:extLst>
          </p:cNvPr>
          <p:cNvSpPr txBox="1"/>
          <p:nvPr/>
        </p:nvSpPr>
        <p:spPr>
          <a:xfrm>
            <a:off x="9115826" y="1723869"/>
            <a:ext cx="712684" cy="72702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-EG" sz="6000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ْ</a:t>
            </a:r>
            <a:endParaRPr lang="tr-T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D0C96961-C922-4AB0-A360-15F305B0B55E}"/>
              </a:ext>
            </a:extLst>
          </p:cNvPr>
          <p:cNvSpPr/>
          <p:nvPr/>
        </p:nvSpPr>
        <p:spPr>
          <a:xfrm>
            <a:off x="6651534" y="3007788"/>
            <a:ext cx="14173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ثلَّاجَ</a:t>
            </a:r>
            <a:r>
              <a:rPr lang="ar-EG" sz="4400" dirty="0">
                <a:gradFill>
                  <a:gsLst>
                    <a:gs pos="21000">
                      <a:srgbClr val="0070C0"/>
                    </a:gs>
                    <a:gs pos="21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>
                <a:gsLst>
                  <a:gs pos="21000">
                    <a:srgbClr val="0070C0"/>
                  </a:gs>
                  <a:gs pos="21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2E89FC0-3AB1-4A32-B70A-C9844037A5D3}"/>
              </a:ext>
            </a:extLst>
          </p:cNvPr>
          <p:cNvSpPr/>
          <p:nvPr/>
        </p:nvSpPr>
        <p:spPr>
          <a:xfrm>
            <a:off x="897564" y="3007788"/>
            <a:ext cx="147508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مَطْبَ</a:t>
            </a:r>
            <a:r>
              <a:rPr lang="ar-EG" sz="4400" dirty="0">
                <a:gradFill flip="none" rotWithShape="1">
                  <a:gsLst>
                    <a:gs pos="25000">
                      <a:srgbClr val="FF0000"/>
                    </a:gs>
                    <a:gs pos="2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خُ</a:t>
            </a:r>
            <a:endParaRPr lang="tr-TR" sz="4400" dirty="0">
              <a:gradFill flip="none" rotWithShape="1">
                <a:gsLst>
                  <a:gs pos="25000">
                    <a:srgbClr val="FF0000"/>
                  </a:gs>
                  <a:gs pos="28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786C8009-85DF-43EB-9B3D-F1487F6DB22D}"/>
              </a:ext>
            </a:extLst>
          </p:cNvPr>
          <p:cNvSpPr/>
          <p:nvPr/>
        </p:nvSpPr>
        <p:spPr>
          <a:xfrm>
            <a:off x="961989" y="3989644"/>
            <a:ext cx="12907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سرِي</a:t>
            </a:r>
            <a:r>
              <a:rPr lang="ar-EG" sz="4400" dirty="0">
                <a:gradFill flip="none" rotWithShape="1">
                  <a:gsLst>
                    <a:gs pos="54000">
                      <a:srgbClr val="0070C0"/>
                    </a:gs>
                    <a:gs pos="55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400" dirty="0">
              <a:gradFill flip="none" rotWithShape="1">
                <a:gsLst>
                  <a:gs pos="54000">
                    <a:srgbClr val="0070C0"/>
                  </a:gs>
                  <a:gs pos="55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0EB3643B-E458-4213-92F6-0FA0325792BE}"/>
              </a:ext>
            </a:extLst>
          </p:cNvPr>
          <p:cNvSpPr/>
          <p:nvPr/>
        </p:nvSpPr>
        <p:spPr>
          <a:xfrm>
            <a:off x="6443574" y="4978993"/>
            <a:ext cx="18501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صحِيفَ</a:t>
            </a:r>
            <a:r>
              <a:rPr lang="ar-EG" sz="4400" dirty="0">
                <a:gradFill flip="none" rotWithShape="1">
                  <a:gsLst>
                    <a:gs pos="20000">
                      <a:srgbClr val="0070C0"/>
                    </a:gs>
                    <a:gs pos="23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ةَ</a:t>
            </a:r>
            <a:endParaRPr lang="tr-TR" sz="4400" dirty="0">
              <a:gradFill flip="none" rotWithShape="1">
                <a:gsLst>
                  <a:gs pos="20000">
                    <a:srgbClr val="0070C0"/>
                  </a:gs>
                  <a:gs pos="23000">
                    <a:schemeClr val="tx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54ED1BCB-5B1D-44DF-B171-036103E6E858}"/>
              </a:ext>
            </a:extLst>
          </p:cNvPr>
          <p:cNvSpPr/>
          <p:nvPr/>
        </p:nvSpPr>
        <p:spPr>
          <a:xfrm>
            <a:off x="1067138" y="4978995"/>
            <a:ext cx="11256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فُرْ</a:t>
            </a:r>
            <a:r>
              <a:rPr lang="ar-EG" sz="4400" dirty="0">
                <a:gradFill>
                  <a:gsLst>
                    <a:gs pos="13000">
                      <a:srgbClr val="FF0000"/>
                    </a:gs>
                    <a:gs pos="14000">
                      <a:schemeClr val="tx1"/>
                    </a:gs>
                  </a:gsLst>
                  <a:lin ang="162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نِ</a:t>
            </a:r>
            <a:endParaRPr lang="tr-TR" sz="4400" dirty="0">
              <a:gradFill>
                <a:gsLst>
                  <a:gs pos="13000">
                    <a:srgbClr val="FF0000"/>
                  </a:gs>
                  <a:gs pos="14000">
                    <a:schemeClr val="tx1"/>
                  </a:gs>
                </a:gsLst>
                <a:lin ang="16200000" scaled="1"/>
              </a:gradFill>
            </a:endParaRPr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9287DE86-2ADF-4D49-AD2C-987C70A4E057}"/>
              </a:ext>
            </a:extLst>
          </p:cNvPr>
          <p:cNvSpPr/>
          <p:nvPr/>
        </p:nvSpPr>
        <p:spPr>
          <a:xfrm>
            <a:off x="6875655" y="5960847"/>
            <a:ext cx="10358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ْيَوْ</a:t>
            </a:r>
            <a:r>
              <a:rPr lang="ar-EG" sz="4400" dirty="0">
                <a:gradFill>
                  <a:gsLst>
                    <a:gs pos="40000">
                      <a:srgbClr val="FF0000"/>
                    </a:gs>
                    <a:gs pos="44000">
                      <a:schemeClr val="tx1"/>
                    </a:gs>
                  </a:gsLst>
                  <a:lin ang="5400000" scaled="1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مُ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ECA20B54-412E-4280-A097-6A9CC6892E74}"/>
              </a:ext>
            </a:extLst>
          </p:cNvPr>
          <p:cNvSpPr/>
          <p:nvPr/>
        </p:nvSpPr>
        <p:spPr>
          <a:xfrm>
            <a:off x="1090705" y="5975840"/>
            <a:ext cx="11320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4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دوْ</a:t>
            </a:r>
            <a:r>
              <a:rPr lang="ar-EG" sz="4400" dirty="0">
                <a:gradFill flip="none" rotWithShape="1">
                  <a:gsLst>
                    <a:gs pos="10000">
                      <a:srgbClr val="0070C0"/>
                    </a:gs>
                    <a:gs pos="12000">
                      <a:schemeClr val="tx1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رِ</a:t>
            </a:r>
            <a:endParaRPr lang="tr-TR" sz="4400" dirty="0">
              <a:gradFill flip="none" rotWithShape="1">
                <a:gsLst>
                  <a:gs pos="10000">
                    <a:srgbClr val="0070C0"/>
                  </a:gs>
                  <a:gs pos="12000">
                    <a:schemeClr val="tx1"/>
                  </a:gs>
                </a:gsLst>
                <a:lin ang="16200000" scaled="1"/>
                <a:tileRect/>
              </a:gradFill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51704B83-3348-4D2F-87E4-72AB20810BEE}"/>
              </a:ext>
            </a:extLst>
          </p:cNvPr>
          <p:cNvSpPr/>
          <p:nvPr/>
        </p:nvSpPr>
        <p:spPr>
          <a:xfrm>
            <a:off x="7561543" y="269988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2D04A275-9CDA-4D83-869B-1ADD1E4588F4}"/>
              </a:ext>
            </a:extLst>
          </p:cNvPr>
          <p:cNvSpPr/>
          <p:nvPr/>
        </p:nvSpPr>
        <p:spPr>
          <a:xfrm>
            <a:off x="1689194" y="3810224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6E3A8C9D-02A1-482E-9B2D-F1D032635CC6}"/>
              </a:ext>
            </a:extLst>
          </p:cNvPr>
          <p:cNvSpPr/>
          <p:nvPr/>
        </p:nvSpPr>
        <p:spPr>
          <a:xfrm>
            <a:off x="7727796" y="4748375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4467472F-AD30-4653-BE27-3E3189881F89}"/>
              </a:ext>
            </a:extLst>
          </p:cNvPr>
          <p:cNvSpPr/>
          <p:nvPr/>
        </p:nvSpPr>
        <p:spPr>
          <a:xfrm>
            <a:off x="1718883" y="5674650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57000">
                      <a:srgbClr val="0070C0"/>
                    </a:gs>
                    <a:gs pos="55000">
                      <a:schemeClr val="tx1"/>
                    </a:gs>
                  </a:gsLst>
                  <a:lin ang="4200000" scaled="0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َّ</a:t>
            </a:r>
            <a:endParaRPr lang="tr-TR" sz="4400" dirty="0">
              <a:gradFill flip="none" rotWithShape="1">
                <a:gsLst>
                  <a:gs pos="57000">
                    <a:srgbClr val="0070C0"/>
                  </a:gs>
                  <a:gs pos="55000">
                    <a:schemeClr val="tx1"/>
                  </a:gs>
                </a:gsLst>
                <a:lin ang="4200000" scaled="0"/>
                <a:tileRect/>
              </a:gradFill>
            </a:endParaRPr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234921FE-4802-49B2-9E1F-B2733E0734E9}"/>
              </a:ext>
            </a:extLst>
          </p:cNvPr>
          <p:cNvSpPr/>
          <p:nvPr/>
        </p:nvSpPr>
        <p:spPr>
          <a:xfrm>
            <a:off x="6997306" y="4117743"/>
            <a:ext cx="3129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ِ</a:t>
            </a:r>
            <a:endParaRPr lang="tr-TR" sz="4400" dirty="0">
              <a:solidFill>
                <a:srgbClr val="FF0000"/>
              </a:solidFill>
            </a:endParaRPr>
          </a:p>
        </p:txBody>
      </p:sp>
      <p:sp>
        <p:nvSpPr>
          <p:cNvPr id="24" name="Slayt Numarası Yer Tutucusu 6">
            <a:extLst>
              <a:ext uri="{FF2B5EF4-FFF2-40B4-BE49-F238E27FC236}">
                <a16:creationId xmlns:a16="http://schemas.microsoft.com/office/drawing/2014/main" id="{72CD20E1-A8E4-4426-AE68-D0F3FB6E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55</a:t>
            </a:fld>
            <a:endParaRPr lang="tr-TR" sz="1600" dirty="0">
              <a:latin typeface="Candara" panose="020E0502030303020204" pitchFamily="34" charset="0"/>
            </a:endParaRPr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2A717B91-C49D-47AC-B721-86F45E4EC60B}"/>
              </a:ext>
            </a:extLst>
          </p:cNvPr>
          <p:cNvSpPr/>
          <p:nvPr/>
        </p:nvSpPr>
        <p:spPr>
          <a:xfrm>
            <a:off x="6817598" y="3989643"/>
            <a:ext cx="11913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EG" sz="4400" dirty="0">
                <a:gradFill flip="none" rotWithShape="1">
                  <a:gsLst>
                    <a:gs pos="81000">
                      <a:srgbClr val="FF0000"/>
                    </a:gs>
                    <a:gs pos="80000">
                      <a:schemeClr val="tx1"/>
                    </a:gs>
                  </a:gsLst>
                  <a:lin ang="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اَلْاِ</a:t>
            </a:r>
            <a:r>
              <a:rPr lang="ar-EG" sz="4400" dirty="0">
                <a:latin typeface="Calibri Light" panose="020F0302020204030204" pitchFamily="34" charset="0"/>
                <a:cs typeface="Calibri Light" panose="020F0302020204030204" pitchFamily="34" charset="0"/>
              </a:rPr>
              <a:t>سْم</a:t>
            </a:r>
            <a:endParaRPr lang="tr-TR" sz="4400" dirty="0"/>
          </a:p>
        </p:txBody>
      </p:sp>
      <p:sp>
        <p:nvSpPr>
          <p:cNvPr id="23" name="Dikdörtgen: Köşeleri Yuvarlatılmış 22">
            <a:extLst>
              <a:ext uri="{FF2B5EF4-FFF2-40B4-BE49-F238E27FC236}">
                <a16:creationId xmlns:a16="http://schemas.microsoft.com/office/drawing/2014/main" id="{30225DEE-5134-4451-8889-02F59DBE618F}"/>
              </a:ext>
            </a:extLst>
          </p:cNvPr>
          <p:cNvSpPr/>
          <p:nvPr/>
        </p:nvSpPr>
        <p:spPr>
          <a:xfrm>
            <a:off x="164569" y="5718938"/>
            <a:ext cx="5898629" cy="1062859"/>
          </a:xfrm>
          <a:prstGeom prst="roundRect">
            <a:avLst>
              <a:gd name="adj" fmla="val 2605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sz="110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Metin Kutusu 2011">
            <a:extLst>
              <a:ext uri="{FF2B5EF4-FFF2-40B4-BE49-F238E27FC236}">
                <a16:creationId xmlns:a16="http://schemas.microsoft.com/office/drawing/2014/main" id="{B81D2D17-37DD-0514-38B8-21391F4779AB}"/>
              </a:ext>
            </a:extLst>
          </p:cNvPr>
          <p:cNvSpPr txBox="1"/>
          <p:nvPr/>
        </p:nvSpPr>
        <p:spPr>
          <a:xfrm>
            <a:off x="3009757" y="1632741"/>
            <a:ext cx="401638" cy="566738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ar-EG" sz="5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ّ</a:t>
            </a:r>
            <a:endParaRPr lang="tr-TR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2B12AB98-ED5D-8BFC-9BA1-C406C9A1F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351403"/>
              </p:ext>
            </p:extLst>
          </p:nvPr>
        </p:nvGraphicFramePr>
        <p:xfrm>
          <a:off x="182382" y="2706229"/>
          <a:ext cx="11812247" cy="3935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9874">
                  <a:extLst>
                    <a:ext uri="{9D8B030D-6E8A-4147-A177-3AD203B41FA5}">
                      <a16:colId xmlns:a16="http://schemas.microsoft.com/office/drawing/2014/main" val="2956205249"/>
                    </a:ext>
                  </a:extLst>
                </a:gridCol>
                <a:gridCol w="2897901">
                  <a:extLst>
                    <a:ext uri="{9D8B030D-6E8A-4147-A177-3AD203B41FA5}">
                      <a16:colId xmlns:a16="http://schemas.microsoft.com/office/drawing/2014/main" val="4062576373"/>
                    </a:ext>
                  </a:extLst>
                </a:gridCol>
                <a:gridCol w="2864196">
                  <a:extLst>
                    <a:ext uri="{9D8B030D-6E8A-4147-A177-3AD203B41FA5}">
                      <a16:colId xmlns:a16="http://schemas.microsoft.com/office/drawing/2014/main" val="1174219946"/>
                    </a:ext>
                  </a:extLst>
                </a:gridCol>
                <a:gridCol w="3070276">
                  <a:extLst>
                    <a:ext uri="{9D8B030D-6E8A-4147-A177-3AD203B41FA5}">
                      <a16:colId xmlns:a16="http://schemas.microsoft.com/office/drawing/2014/main" val="1535474754"/>
                    </a:ext>
                  </a:extLst>
                </a:gridCol>
              </a:tblGrid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٨.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مَ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طْبَخٌ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11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٧.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ثَ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لَّاجَةً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01152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١٠. اَل + </a:t>
                      </a:r>
                      <a:r>
                        <a:rPr lang="ar-EG" sz="4000" b="0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20000">
                                <a:schemeClr val="tx1"/>
                              </a:gs>
                            </a:gsLst>
                            <a:lin ang="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سَرِ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يرٌ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٩. اَل + 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اِ</a:t>
                      </a:r>
                      <a:r>
                        <a:rPr lang="ar-SA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سْمٍ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78958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١٢.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فُ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رْنٍ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</a:t>
                      </a:r>
                      <a:r>
                        <a:rPr lang="tr-TR" sz="900" b="1" dirty="0">
                          <a:gradFill flip="none" rotWithShape="1">
                            <a:gsLst>
                              <a:gs pos="22000">
                                <a:srgbClr val="0070C0"/>
                              </a:gs>
                              <a:gs pos="32000">
                                <a:schemeClr val="tx1"/>
                              </a:gs>
                            </a:gsLst>
                            <a:lin ang="16200000" scaled="1"/>
                            <a:tileRect/>
                          </a:gra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١١.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صَ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حِيفَةً</a:t>
                      </a:r>
                      <a:endParaRPr lang="tr-TR" sz="40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233261"/>
                  </a:ext>
                </a:extLst>
              </a:tr>
              <a:tr h="91427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١٤. اَل + </a:t>
                      </a:r>
                      <a:r>
                        <a:rPr lang="ar-EG" sz="4000" b="0" dirty="0">
                          <a:solidFill>
                            <a:srgbClr val="0070C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دَ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وْرٍ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8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›</a:t>
                      </a:r>
                      <a:r>
                        <a:rPr lang="tr-TR" sz="900" b="1" dirty="0">
                          <a:solidFill>
                            <a:srgbClr val="00B05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…………………………………………………………………………………</a:t>
                      </a:r>
                      <a:endParaRPr lang="tr-TR" sz="900" b="1" dirty="0">
                        <a:solidFill>
                          <a:srgbClr val="00B05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١٣. اَل + </a:t>
                      </a:r>
                      <a:r>
                        <a:rPr lang="ar-EG" sz="4000" b="0" dirty="0">
                          <a:solidFill>
                            <a:srgbClr val="FF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يَ</a:t>
                      </a:r>
                      <a:r>
                        <a:rPr lang="ar-EG" sz="4000" b="0" dirty="0">
                          <a:solidFill>
                            <a:schemeClr val="tx1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وْمٌ</a:t>
                      </a:r>
                      <a:endParaRPr lang="tr-TR" sz="2800" b="0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533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49734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5" grpId="0"/>
      <p:bldP spid="23" grpId="0" animBg="1"/>
      <p:bldP spid="23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9A27E9AD-1E3F-4F7D-A163-AC987F05D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104561"/>
              </p:ext>
            </p:extLst>
          </p:nvPr>
        </p:nvGraphicFramePr>
        <p:xfrm>
          <a:off x="643467" y="283168"/>
          <a:ext cx="10905070" cy="4759280"/>
        </p:xfrm>
        <a:graphic>
          <a:graphicData uri="http://schemas.openxmlformats.org/drawingml/2006/table">
            <a:tbl>
              <a:tblPr firstRow="1" firstCol="1" bandRow="1"/>
              <a:tblGrid>
                <a:gridCol w="2057867">
                  <a:extLst>
                    <a:ext uri="{9D8B030D-6E8A-4147-A177-3AD203B41FA5}">
                      <a16:colId xmlns:a16="http://schemas.microsoft.com/office/drawing/2014/main" val="1202696838"/>
                    </a:ext>
                  </a:extLst>
                </a:gridCol>
                <a:gridCol w="2323493">
                  <a:extLst>
                    <a:ext uri="{9D8B030D-6E8A-4147-A177-3AD203B41FA5}">
                      <a16:colId xmlns:a16="http://schemas.microsoft.com/office/drawing/2014/main" val="73448944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132391187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3862075168"/>
                    </a:ext>
                  </a:extLst>
                </a:gridCol>
                <a:gridCol w="2171311">
                  <a:extLst>
                    <a:ext uri="{9D8B030D-6E8A-4147-A177-3AD203B41FA5}">
                      <a16:colId xmlns:a16="http://schemas.microsoft.com/office/drawing/2014/main" val="3234337919"/>
                    </a:ext>
                  </a:extLst>
                </a:gridCol>
                <a:gridCol w="2066167">
                  <a:extLst>
                    <a:ext uri="{9D8B030D-6E8A-4147-A177-3AD203B41FA5}">
                      <a16:colId xmlns:a16="http://schemas.microsoft.com/office/drawing/2014/main" val="89929276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347472" indent="-347472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·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Belirli bir kelimeyle belirsiz bir kelime arasındaki farkı anlamak için kelimeye belirsizlik anlamı katan «bir» ya da «bazı» kelimesine dikkat edilmelidir.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83407"/>
                  </a:ext>
                </a:extLst>
              </a:tr>
              <a:tr h="532864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Kalemi ver! (Belirli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tr-TR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 ver! (Belirsiz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070585"/>
                  </a:ext>
                </a:extLst>
              </a:tr>
              <a:tr h="935095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Öğrenciyi gördüm. (Belirli bir öğrenci)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Bazı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öğrenciler gördüm. (Belirsiz bazı öğrenciler)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724312"/>
                  </a:ext>
                </a:extLst>
              </a:tr>
              <a:tr h="935095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Aşağıdaki kelimeleri belirli veya belirsiz açısından inceleyip aşağısındaki boşluğa kelimenin anlamını ve belirli-belirsiz olduğunu yazalım!</a:t>
                      </a:r>
                      <a:endParaRPr lang="tr-TR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61922"/>
                  </a:ext>
                </a:extLst>
              </a:tr>
              <a:tr h="647787"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٥.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دَفْتَـرٌ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٤.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مُهَنْدِسًا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٣.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اَلْـ</a:t>
                      </a:r>
                      <a:r>
                        <a:rPr lang="ar-EG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أَوْرَاقَ</a:t>
                      </a:r>
                      <a:endParaRPr lang="ar-EG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٢.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طَالِبٍ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١.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قَلَمُ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28614"/>
                  </a:ext>
                </a:extLst>
              </a:tr>
            </a:tbl>
          </a:graphicData>
        </a:graphic>
      </p:graphicFrame>
      <p:sp>
        <p:nvSpPr>
          <p:cNvPr id="9" name="Slayt Numarası Yer Tutucusu 6">
            <a:extLst>
              <a:ext uri="{FF2B5EF4-FFF2-40B4-BE49-F238E27FC236}">
                <a16:creationId xmlns:a16="http://schemas.microsoft.com/office/drawing/2014/main" id="{29FA1A5B-5952-44F0-989E-2791801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56</a:t>
            </a:fld>
            <a:endParaRPr lang="tr-TR" sz="1600" dirty="0">
              <a:latin typeface="Candara" panose="020E0502030303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56750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9A27E9AD-1E3F-4F7D-A163-AC987F05D7B9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83168"/>
          <a:ext cx="10905070" cy="4759280"/>
        </p:xfrm>
        <a:graphic>
          <a:graphicData uri="http://schemas.openxmlformats.org/drawingml/2006/table">
            <a:tbl>
              <a:tblPr firstRow="1" firstCol="1" bandRow="1"/>
              <a:tblGrid>
                <a:gridCol w="2057867">
                  <a:extLst>
                    <a:ext uri="{9D8B030D-6E8A-4147-A177-3AD203B41FA5}">
                      <a16:colId xmlns:a16="http://schemas.microsoft.com/office/drawing/2014/main" val="1202696838"/>
                    </a:ext>
                  </a:extLst>
                </a:gridCol>
                <a:gridCol w="2323493">
                  <a:extLst>
                    <a:ext uri="{9D8B030D-6E8A-4147-A177-3AD203B41FA5}">
                      <a16:colId xmlns:a16="http://schemas.microsoft.com/office/drawing/2014/main" val="73448944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132391187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3862075168"/>
                    </a:ext>
                  </a:extLst>
                </a:gridCol>
                <a:gridCol w="2171311">
                  <a:extLst>
                    <a:ext uri="{9D8B030D-6E8A-4147-A177-3AD203B41FA5}">
                      <a16:colId xmlns:a16="http://schemas.microsoft.com/office/drawing/2014/main" val="3234337919"/>
                    </a:ext>
                  </a:extLst>
                </a:gridCol>
                <a:gridCol w="2066167">
                  <a:extLst>
                    <a:ext uri="{9D8B030D-6E8A-4147-A177-3AD203B41FA5}">
                      <a16:colId xmlns:a16="http://schemas.microsoft.com/office/drawing/2014/main" val="89929276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347472" indent="-347472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·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Belirli bir kelimeyle belirsiz bir kelime arasındaki farkı anlamak için kelimeye belirsizlik anlamı katan «bir» ya da «bazı» kelimesine dikkat edilmelidir.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83407"/>
                  </a:ext>
                </a:extLst>
              </a:tr>
              <a:tr h="532864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Kalemi ver! (Belirli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tr-TR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 ver! (Belirsiz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070585"/>
                  </a:ext>
                </a:extLst>
              </a:tr>
              <a:tr h="935095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Öğrenciyi gördüm. (Belirli bir öğrenci)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Bazı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öğrenciler gördüm. (Belirsiz bazı öğrenciler)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724312"/>
                  </a:ext>
                </a:extLst>
              </a:tr>
              <a:tr h="935095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Aşağıdaki kelimeleri belirli veya belirsiz açısından inceleyip aşağısındaki boşluğa kelimenin anlamını ve belirli-belirsiz olduğunu yazalım!</a:t>
                      </a:r>
                      <a:endParaRPr lang="tr-TR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61922"/>
                  </a:ext>
                </a:extLst>
              </a:tr>
              <a:tr h="647787"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٥.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دَفْتَـرٌ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٤.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مُهَنْدِسًا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٣.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اَلْـ</a:t>
                      </a:r>
                      <a:r>
                        <a:rPr lang="ar-EG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أَوْرَاقَ</a:t>
                      </a:r>
                      <a:endParaRPr lang="ar-EG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٢.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طَالِبٍ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١.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قَلَمُ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28614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A29502C9-C4CC-415A-A2EB-B7411C100067}"/>
              </a:ext>
            </a:extLst>
          </p:cNvPr>
          <p:cNvGraphicFramePr>
            <a:graphicFrameLocks noGrp="1"/>
          </p:cNvGraphicFramePr>
          <p:nvPr/>
        </p:nvGraphicFramePr>
        <p:xfrm>
          <a:off x="9354871" y="5013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Kalem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763638"/>
                  </a:ext>
                </a:extLst>
              </a:tr>
            </a:tbl>
          </a:graphicData>
        </a:graphic>
      </p:graphicFrame>
      <p:sp>
        <p:nvSpPr>
          <p:cNvPr id="9" name="Slayt Numarası Yer Tutucusu 6">
            <a:extLst>
              <a:ext uri="{FF2B5EF4-FFF2-40B4-BE49-F238E27FC236}">
                <a16:creationId xmlns:a16="http://schemas.microsoft.com/office/drawing/2014/main" id="{29FA1A5B-5952-44F0-989E-2791801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57</a:t>
            </a:fld>
            <a:endParaRPr lang="tr-TR" sz="1600" dirty="0">
              <a:latin typeface="Candara" panose="020E0502030303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100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9A27E9AD-1E3F-4F7D-A163-AC987F05D7B9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83168"/>
          <a:ext cx="10905070" cy="4759280"/>
        </p:xfrm>
        <a:graphic>
          <a:graphicData uri="http://schemas.openxmlformats.org/drawingml/2006/table">
            <a:tbl>
              <a:tblPr firstRow="1" firstCol="1" bandRow="1"/>
              <a:tblGrid>
                <a:gridCol w="2057867">
                  <a:extLst>
                    <a:ext uri="{9D8B030D-6E8A-4147-A177-3AD203B41FA5}">
                      <a16:colId xmlns:a16="http://schemas.microsoft.com/office/drawing/2014/main" val="1202696838"/>
                    </a:ext>
                  </a:extLst>
                </a:gridCol>
                <a:gridCol w="2323493">
                  <a:extLst>
                    <a:ext uri="{9D8B030D-6E8A-4147-A177-3AD203B41FA5}">
                      <a16:colId xmlns:a16="http://schemas.microsoft.com/office/drawing/2014/main" val="73448944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132391187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3862075168"/>
                    </a:ext>
                  </a:extLst>
                </a:gridCol>
                <a:gridCol w="2171311">
                  <a:extLst>
                    <a:ext uri="{9D8B030D-6E8A-4147-A177-3AD203B41FA5}">
                      <a16:colId xmlns:a16="http://schemas.microsoft.com/office/drawing/2014/main" val="3234337919"/>
                    </a:ext>
                  </a:extLst>
                </a:gridCol>
                <a:gridCol w="2066167">
                  <a:extLst>
                    <a:ext uri="{9D8B030D-6E8A-4147-A177-3AD203B41FA5}">
                      <a16:colId xmlns:a16="http://schemas.microsoft.com/office/drawing/2014/main" val="89929276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347472" indent="-347472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·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Belirli bir kelimeyle belirsiz bir kelime arasındaki farkı anlamak için kelimeye belirsizlik anlamı katan «bir» ya da «bazı» kelimesine dikkat edilmelidir.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83407"/>
                  </a:ext>
                </a:extLst>
              </a:tr>
              <a:tr h="532864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Kalemi ver! (Belirli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tr-TR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 ver! (Belirsiz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070585"/>
                  </a:ext>
                </a:extLst>
              </a:tr>
              <a:tr h="935095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Öğrenciyi gördüm. (Belirli bir öğrenci)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Bazı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öğrenciler gördüm. (Belirsiz bazı öğrenciler)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724312"/>
                  </a:ext>
                </a:extLst>
              </a:tr>
              <a:tr h="935095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Aşağıdaki kelimeleri belirli veya belirsiz açısından inceleyip aşağısındaki boşluğa kelimenin anlamını ve belirli-belirsiz olduğunu yazalım!</a:t>
                      </a:r>
                      <a:endParaRPr lang="tr-TR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61922"/>
                  </a:ext>
                </a:extLst>
              </a:tr>
              <a:tr h="647787"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٥.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دَفْتَـرٌ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٤.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مُهَنْدِسًا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٣.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اَلْـ</a:t>
                      </a:r>
                      <a:r>
                        <a:rPr lang="ar-EG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أَوْرَاقَ</a:t>
                      </a:r>
                      <a:endParaRPr lang="ar-EG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٢.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طَالِبٍ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١.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قَلَمُ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28614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A29502C9-C4CC-415A-A2EB-B7411C100067}"/>
              </a:ext>
            </a:extLst>
          </p:cNvPr>
          <p:cNvGraphicFramePr>
            <a:graphicFrameLocks noGrp="1"/>
          </p:cNvGraphicFramePr>
          <p:nvPr/>
        </p:nvGraphicFramePr>
        <p:xfrm>
          <a:off x="9354871" y="5013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Kalem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763638"/>
                  </a:ext>
                </a:extLst>
              </a:tr>
            </a:tbl>
          </a:graphicData>
        </a:graphic>
      </p:graphicFrame>
      <p:sp>
        <p:nvSpPr>
          <p:cNvPr id="9" name="Slayt Numarası Yer Tutucusu 6">
            <a:extLst>
              <a:ext uri="{FF2B5EF4-FFF2-40B4-BE49-F238E27FC236}">
                <a16:creationId xmlns:a16="http://schemas.microsoft.com/office/drawing/2014/main" id="{29FA1A5B-5952-44F0-989E-2791801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58</a:t>
            </a:fld>
            <a:endParaRPr lang="tr-TR" sz="1600" dirty="0">
              <a:latin typeface="Candara" panose="020E0502030303020204" pitchFamily="34" charset="0"/>
            </a:endParaRPr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14D4868C-D17F-978A-0B2C-9DE224DB269F}"/>
              </a:ext>
            </a:extLst>
          </p:cNvPr>
          <p:cNvGraphicFramePr>
            <a:graphicFrameLocks noGrp="1"/>
          </p:cNvGraphicFramePr>
          <p:nvPr/>
        </p:nvGraphicFramePr>
        <p:xfrm>
          <a:off x="7150471" y="5019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öğrenci (Belirsiz)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Nekra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54537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5516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9A27E9AD-1E3F-4F7D-A163-AC987F05D7B9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83168"/>
          <a:ext cx="10905070" cy="4759280"/>
        </p:xfrm>
        <a:graphic>
          <a:graphicData uri="http://schemas.openxmlformats.org/drawingml/2006/table">
            <a:tbl>
              <a:tblPr firstRow="1" firstCol="1" bandRow="1"/>
              <a:tblGrid>
                <a:gridCol w="2057867">
                  <a:extLst>
                    <a:ext uri="{9D8B030D-6E8A-4147-A177-3AD203B41FA5}">
                      <a16:colId xmlns:a16="http://schemas.microsoft.com/office/drawing/2014/main" val="1202696838"/>
                    </a:ext>
                  </a:extLst>
                </a:gridCol>
                <a:gridCol w="2323493">
                  <a:extLst>
                    <a:ext uri="{9D8B030D-6E8A-4147-A177-3AD203B41FA5}">
                      <a16:colId xmlns:a16="http://schemas.microsoft.com/office/drawing/2014/main" val="73448944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132391187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3862075168"/>
                    </a:ext>
                  </a:extLst>
                </a:gridCol>
                <a:gridCol w="2171311">
                  <a:extLst>
                    <a:ext uri="{9D8B030D-6E8A-4147-A177-3AD203B41FA5}">
                      <a16:colId xmlns:a16="http://schemas.microsoft.com/office/drawing/2014/main" val="3234337919"/>
                    </a:ext>
                  </a:extLst>
                </a:gridCol>
                <a:gridCol w="2066167">
                  <a:extLst>
                    <a:ext uri="{9D8B030D-6E8A-4147-A177-3AD203B41FA5}">
                      <a16:colId xmlns:a16="http://schemas.microsoft.com/office/drawing/2014/main" val="89929276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347472" indent="-347472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·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Belirli bir kelimeyle belirsiz bir kelime arasındaki farkı anlamak için kelimeye belirsizlik anlamı katan «bir» ya da «bazı» kelimesine dikkat edilmelidir.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83407"/>
                  </a:ext>
                </a:extLst>
              </a:tr>
              <a:tr h="532864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Kalemi ver! (Belirli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tr-TR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 ver! (Belirsiz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070585"/>
                  </a:ext>
                </a:extLst>
              </a:tr>
              <a:tr h="935095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Öğrenciyi gördüm. (Belirli bir öğrenci)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Bazı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öğrenciler gördüm. (Belirsiz bazı öğrenciler)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724312"/>
                  </a:ext>
                </a:extLst>
              </a:tr>
              <a:tr h="935095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Aşağıdaki kelimeleri belirli veya belirsiz açısından inceleyip aşağısındaki boşluğa kelimenin anlamını ve belirli-belirsiz olduğunu yazalım!</a:t>
                      </a:r>
                      <a:endParaRPr lang="tr-TR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61922"/>
                  </a:ext>
                </a:extLst>
              </a:tr>
              <a:tr h="647787"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٥.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دَفْتَـرٌ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٤.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مُهَنْدِسًا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٣.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اَلْـ</a:t>
                      </a:r>
                      <a:r>
                        <a:rPr lang="ar-EG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أَوْرَاقَ</a:t>
                      </a:r>
                      <a:endParaRPr lang="ar-EG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٢.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طَالِبٍ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١.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قَلَمُ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28614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A29502C9-C4CC-415A-A2EB-B7411C100067}"/>
              </a:ext>
            </a:extLst>
          </p:cNvPr>
          <p:cNvGraphicFramePr>
            <a:graphicFrameLocks noGrp="1"/>
          </p:cNvGraphicFramePr>
          <p:nvPr/>
        </p:nvGraphicFramePr>
        <p:xfrm>
          <a:off x="9354871" y="5013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Kalem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763638"/>
                  </a:ext>
                </a:extLst>
              </a:tr>
            </a:tbl>
          </a:graphicData>
        </a:graphic>
      </p:graphicFrame>
      <p:sp>
        <p:nvSpPr>
          <p:cNvPr id="9" name="Slayt Numarası Yer Tutucusu 6">
            <a:extLst>
              <a:ext uri="{FF2B5EF4-FFF2-40B4-BE49-F238E27FC236}">
                <a16:creationId xmlns:a16="http://schemas.microsoft.com/office/drawing/2014/main" id="{29FA1A5B-5952-44F0-989E-2791801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59</a:t>
            </a:fld>
            <a:endParaRPr lang="tr-TR" sz="1600" dirty="0">
              <a:latin typeface="Candara" panose="020E0502030303020204" pitchFamily="34" charset="0"/>
            </a:endParaRPr>
          </a:p>
        </p:txBody>
      </p:sp>
      <p:graphicFrame>
        <p:nvGraphicFramePr>
          <p:cNvPr id="2" name="Tablo 1">
            <a:extLst>
              <a:ext uri="{FF2B5EF4-FFF2-40B4-BE49-F238E27FC236}">
                <a16:creationId xmlns:a16="http://schemas.microsoft.com/office/drawing/2014/main" id="{14D4868C-D17F-978A-0B2C-9DE224DB269F}"/>
              </a:ext>
            </a:extLst>
          </p:cNvPr>
          <p:cNvGraphicFramePr>
            <a:graphicFrameLocks noGrp="1"/>
          </p:cNvGraphicFramePr>
          <p:nvPr/>
        </p:nvGraphicFramePr>
        <p:xfrm>
          <a:off x="7150471" y="5019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öğrenci (Belirsiz)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Nekra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545371"/>
                  </a:ext>
                </a:extLst>
              </a:tr>
            </a:tbl>
          </a:graphicData>
        </a:graphic>
      </p:graphicFrame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1B01595B-B3E1-15C4-B2FC-0A43286C86A5}"/>
              </a:ext>
            </a:extLst>
          </p:cNvPr>
          <p:cNvGraphicFramePr>
            <a:graphicFrameLocks noGrp="1"/>
          </p:cNvGraphicFramePr>
          <p:nvPr/>
        </p:nvGraphicFramePr>
        <p:xfrm>
          <a:off x="4888471" y="5017974"/>
          <a:ext cx="22554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554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Kağıtlar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solidFill>
                          <a:srgbClr val="FF000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09069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7402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9A27E9AD-1E3F-4F7D-A163-AC987F05D7B9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83168"/>
          <a:ext cx="10905070" cy="4759280"/>
        </p:xfrm>
        <a:graphic>
          <a:graphicData uri="http://schemas.openxmlformats.org/drawingml/2006/table">
            <a:tbl>
              <a:tblPr firstRow="1" firstCol="1" bandRow="1"/>
              <a:tblGrid>
                <a:gridCol w="2057867">
                  <a:extLst>
                    <a:ext uri="{9D8B030D-6E8A-4147-A177-3AD203B41FA5}">
                      <a16:colId xmlns:a16="http://schemas.microsoft.com/office/drawing/2014/main" val="1202696838"/>
                    </a:ext>
                  </a:extLst>
                </a:gridCol>
                <a:gridCol w="2323493">
                  <a:extLst>
                    <a:ext uri="{9D8B030D-6E8A-4147-A177-3AD203B41FA5}">
                      <a16:colId xmlns:a16="http://schemas.microsoft.com/office/drawing/2014/main" val="73448944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132391187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3862075168"/>
                    </a:ext>
                  </a:extLst>
                </a:gridCol>
                <a:gridCol w="2171311">
                  <a:extLst>
                    <a:ext uri="{9D8B030D-6E8A-4147-A177-3AD203B41FA5}">
                      <a16:colId xmlns:a16="http://schemas.microsoft.com/office/drawing/2014/main" val="3234337919"/>
                    </a:ext>
                  </a:extLst>
                </a:gridCol>
                <a:gridCol w="2066167">
                  <a:extLst>
                    <a:ext uri="{9D8B030D-6E8A-4147-A177-3AD203B41FA5}">
                      <a16:colId xmlns:a16="http://schemas.microsoft.com/office/drawing/2014/main" val="89929276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347472" indent="-347472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·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Belirli bir kelimeyle belirsiz bir kelime arasındaki farkı anlamak için kelimeye belirsizlik anlamı katan «bir» ya da «bazı» kelimesine dikkat edilmelidir.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83407"/>
                  </a:ext>
                </a:extLst>
              </a:tr>
              <a:tr h="532864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Kalemi ver! (Belirli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tr-TR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 ver! (Belirsiz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070585"/>
                  </a:ext>
                </a:extLst>
              </a:tr>
              <a:tr h="935095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Öğrenciyi gördüm. (Belirli bir öğrenci)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Bazı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öğrenciler gördüm. (Belirsiz bazı öğrenciler)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724312"/>
                  </a:ext>
                </a:extLst>
              </a:tr>
              <a:tr h="935095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Aşağıdaki kelimeleri belirli veya belirsiz açısından inceleyip aşağısındaki boşluğa kelimenin anlamını ve belirli-belirsiz olduğunu yazalım!</a:t>
                      </a:r>
                      <a:endParaRPr lang="tr-TR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61922"/>
                  </a:ext>
                </a:extLst>
              </a:tr>
              <a:tr h="647787"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٥.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دَفْتَـرٌ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٤.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مُهَنْدِسًا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٣.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اَلْـ</a:t>
                      </a:r>
                      <a:r>
                        <a:rPr lang="ar-EG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أَوْرَاقَ</a:t>
                      </a:r>
                      <a:endParaRPr lang="ar-EG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٢.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طَالِبٍ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١.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قَلَمُ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28614"/>
                  </a:ext>
                </a:extLst>
              </a:tr>
            </a:tbl>
          </a:graphicData>
        </a:graphic>
      </p:graphicFrame>
      <p:graphicFrame>
        <p:nvGraphicFramePr>
          <p:cNvPr id="19" name="Tablo 18">
            <a:extLst>
              <a:ext uri="{FF2B5EF4-FFF2-40B4-BE49-F238E27FC236}">
                <a16:creationId xmlns:a16="http://schemas.microsoft.com/office/drawing/2014/main" id="{66C356F3-FC43-4092-8706-53B5C3CF6E09}"/>
              </a:ext>
            </a:extLst>
          </p:cNvPr>
          <p:cNvGraphicFramePr>
            <a:graphicFrameLocks noGrp="1"/>
          </p:cNvGraphicFramePr>
          <p:nvPr/>
        </p:nvGraphicFramePr>
        <p:xfrm>
          <a:off x="2561671" y="5016774"/>
          <a:ext cx="231376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31376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mühendis (Belirsiz)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Nekra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070181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746227D-1CB2-4C29-A943-985432467B20}"/>
              </a:ext>
            </a:extLst>
          </p:cNvPr>
          <p:cNvGraphicFramePr>
            <a:graphicFrameLocks noGrp="1"/>
          </p:cNvGraphicFramePr>
          <p:nvPr/>
        </p:nvGraphicFramePr>
        <p:xfrm>
          <a:off x="4888471" y="5017974"/>
          <a:ext cx="22554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554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Kağıtlar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solidFill>
                          <a:srgbClr val="FF000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090691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20811C5C-59DF-44A4-8DA3-13C6264D0DB6}"/>
              </a:ext>
            </a:extLst>
          </p:cNvPr>
          <p:cNvGraphicFramePr>
            <a:graphicFrameLocks noGrp="1"/>
          </p:cNvGraphicFramePr>
          <p:nvPr/>
        </p:nvGraphicFramePr>
        <p:xfrm>
          <a:off x="7150471" y="5019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öğrenci (Belirsiz)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Nekra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545371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A29502C9-C4CC-415A-A2EB-B7411C100067}"/>
              </a:ext>
            </a:extLst>
          </p:cNvPr>
          <p:cNvGraphicFramePr>
            <a:graphicFrameLocks noGrp="1"/>
          </p:cNvGraphicFramePr>
          <p:nvPr/>
        </p:nvGraphicFramePr>
        <p:xfrm>
          <a:off x="9354871" y="5013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Kalem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763638"/>
                  </a:ext>
                </a:extLst>
              </a:tr>
            </a:tbl>
          </a:graphicData>
        </a:graphic>
      </p:graphicFrame>
      <p:sp>
        <p:nvSpPr>
          <p:cNvPr id="9" name="Slayt Numarası Yer Tutucusu 6">
            <a:extLst>
              <a:ext uri="{FF2B5EF4-FFF2-40B4-BE49-F238E27FC236}">
                <a16:creationId xmlns:a16="http://schemas.microsoft.com/office/drawing/2014/main" id="{29FA1A5B-5952-44F0-989E-2791801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60</a:t>
            </a:fld>
            <a:endParaRPr lang="tr-TR" sz="1600" dirty="0">
              <a:latin typeface="Candara" panose="020E0502030303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6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o 12">
            <a:extLst>
              <a:ext uri="{FF2B5EF4-FFF2-40B4-BE49-F238E27FC236}">
                <a16:creationId xmlns:a16="http://schemas.microsoft.com/office/drawing/2014/main" id="{9A27E9AD-1E3F-4F7D-A163-AC987F05D7B9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283168"/>
          <a:ext cx="10905070" cy="4759280"/>
        </p:xfrm>
        <a:graphic>
          <a:graphicData uri="http://schemas.openxmlformats.org/drawingml/2006/table">
            <a:tbl>
              <a:tblPr firstRow="1" firstCol="1" bandRow="1"/>
              <a:tblGrid>
                <a:gridCol w="2057867">
                  <a:extLst>
                    <a:ext uri="{9D8B030D-6E8A-4147-A177-3AD203B41FA5}">
                      <a16:colId xmlns:a16="http://schemas.microsoft.com/office/drawing/2014/main" val="1202696838"/>
                    </a:ext>
                  </a:extLst>
                </a:gridCol>
                <a:gridCol w="2323493">
                  <a:extLst>
                    <a:ext uri="{9D8B030D-6E8A-4147-A177-3AD203B41FA5}">
                      <a16:colId xmlns:a16="http://schemas.microsoft.com/office/drawing/2014/main" val="73448944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1323911870"/>
                    </a:ext>
                  </a:extLst>
                </a:gridCol>
                <a:gridCol w="1143116">
                  <a:extLst>
                    <a:ext uri="{9D8B030D-6E8A-4147-A177-3AD203B41FA5}">
                      <a16:colId xmlns:a16="http://schemas.microsoft.com/office/drawing/2014/main" val="3862075168"/>
                    </a:ext>
                  </a:extLst>
                </a:gridCol>
                <a:gridCol w="2171311">
                  <a:extLst>
                    <a:ext uri="{9D8B030D-6E8A-4147-A177-3AD203B41FA5}">
                      <a16:colId xmlns:a16="http://schemas.microsoft.com/office/drawing/2014/main" val="3234337919"/>
                    </a:ext>
                  </a:extLst>
                </a:gridCol>
                <a:gridCol w="2066167">
                  <a:extLst>
                    <a:ext uri="{9D8B030D-6E8A-4147-A177-3AD203B41FA5}">
                      <a16:colId xmlns:a16="http://schemas.microsoft.com/office/drawing/2014/main" val="89929276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marL="347472" indent="-347472" algn="l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Symbol" panose="05050102010706020507" pitchFamily="18" charset="2"/>
                        <a:buChar char="·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Belirli bir kelimeyle belirsiz bir kelime arasındaki farkı anlamak için kelimeye belirsizlik anlamı katan «bir» ya da «bazı» kelimesine dikkat edilmelidir.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283407"/>
                  </a:ext>
                </a:extLst>
              </a:tr>
              <a:tr h="532864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Kalemi ver! (Belirli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tr-TR" sz="2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kalem ver! (Belirsiz bir kalem)</a:t>
                      </a:r>
                      <a:endParaRPr lang="tr-T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070585"/>
                  </a:ext>
                </a:extLst>
              </a:tr>
              <a:tr h="935095"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Öğrenciyi gördüm. (Belirli bir öğrenci)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7472" indent="-347472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›"/>
                      </a:pPr>
                      <a:r>
                        <a:rPr lang="tr-TR" sz="2800" b="0" i="0" u="sng" strike="noStrike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Bazı </a:t>
                      </a:r>
                      <a:r>
                        <a:rPr lang="tr-TR" sz="2800" b="0" i="0" u="none" strike="noStrike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öğrenciler gördüm. (Belirsiz bazı öğrenciler)</a:t>
                      </a: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724312"/>
                  </a:ext>
                </a:extLst>
              </a:tr>
              <a:tr h="935095">
                <a:tc gridSpan="6"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tr-TR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Aşağıdaki kelimeleri belirli veya belirsiz açısından inceleyip aşağısındaki boşluğa kelimenin anlamını ve belirli-belirsiz olduğunu yazalım!</a:t>
                      </a:r>
                      <a:endParaRPr lang="tr-TR" sz="3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61922"/>
                  </a:ext>
                </a:extLst>
              </a:tr>
              <a:tr h="647787"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٥.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دَفْتَـرٌ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٤.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مُهَنْدِسًا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٣.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اَلْـ</a:t>
                      </a:r>
                      <a:r>
                        <a:rPr lang="ar-EG" sz="3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أَوْرَاقَ</a:t>
                      </a:r>
                      <a:endParaRPr lang="ar-EG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9376" marR="159376" marT="79688" marB="796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٢. 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طَالِبٍ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36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١. </a:t>
                      </a:r>
                      <a:r>
                        <a:rPr lang="ar-EG" sz="36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اَلْ</a:t>
                      </a:r>
                      <a:r>
                        <a:rPr lang="ar-EG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 Light" panose="020F0302020204030204" pitchFamily="34" charset="0"/>
                        </a:rPr>
                        <a:t>قَلَمُ</a:t>
                      </a:r>
                      <a:endParaRPr lang="ar-EG" sz="4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28614"/>
                  </a:ext>
                </a:extLst>
              </a:tr>
            </a:tbl>
          </a:graphicData>
        </a:graphic>
      </p:graphicFrame>
      <p:graphicFrame>
        <p:nvGraphicFramePr>
          <p:cNvPr id="17" name="Tablo 16">
            <a:extLst>
              <a:ext uri="{FF2B5EF4-FFF2-40B4-BE49-F238E27FC236}">
                <a16:creationId xmlns:a16="http://schemas.microsoft.com/office/drawing/2014/main" id="{68171255-219D-43FC-8AC9-408BF4353788}"/>
              </a:ext>
            </a:extLst>
          </p:cNvPr>
          <p:cNvGraphicFramePr>
            <a:graphicFrameLocks noGrp="1"/>
          </p:cNvGraphicFramePr>
          <p:nvPr/>
        </p:nvGraphicFramePr>
        <p:xfrm>
          <a:off x="494071" y="5015574"/>
          <a:ext cx="2057867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057867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defter (Belirsiz)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Nekra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908251"/>
                  </a:ext>
                </a:extLst>
              </a:tr>
            </a:tbl>
          </a:graphicData>
        </a:graphic>
      </p:graphicFrame>
      <p:graphicFrame>
        <p:nvGraphicFramePr>
          <p:cNvPr id="19" name="Tablo 18">
            <a:extLst>
              <a:ext uri="{FF2B5EF4-FFF2-40B4-BE49-F238E27FC236}">
                <a16:creationId xmlns:a16="http://schemas.microsoft.com/office/drawing/2014/main" id="{66C356F3-FC43-4092-8706-53B5C3CF6E09}"/>
              </a:ext>
            </a:extLst>
          </p:cNvPr>
          <p:cNvGraphicFramePr>
            <a:graphicFrameLocks noGrp="1"/>
          </p:cNvGraphicFramePr>
          <p:nvPr/>
        </p:nvGraphicFramePr>
        <p:xfrm>
          <a:off x="2561671" y="5016774"/>
          <a:ext cx="231376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31376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mühendis (Belirsiz)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Nekra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070181"/>
                  </a:ext>
                </a:extLst>
              </a:tr>
            </a:tbl>
          </a:graphicData>
        </a:graphic>
      </p:graphicFrame>
      <p:graphicFrame>
        <p:nvGraphicFramePr>
          <p:cNvPr id="21" name="Tablo 20">
            <a:extLst>
              <a:ext uri="{FF2B5EF4-FFF2-40B4-BE49-F238E27FC236}">
                <a16:creationId xmlns:a16="http://schemas.microsoft.com/office/drawing/2014/main" id="{2746227D-1CB2-4C29-A943-985432467B20}"/>
              </a:ext>
            </a:extLst>
          </p:cNvPr>
          <p:cNvGraphicFramePr>
            <a:graphicFrameLocks noGrp="1"/>
          </p:cNvGraphicFramePr>
          <p:nvPr/>
        </p:nvGraphicFramePr>
        <p:xfrm>
          <a:off x="4888471" y="5017974"/>
          <a:ext cx="22554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554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Kağıtlar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solidFill>
                          <a:srgbClr val="FF000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090691"/>
                  </a:ext>
                </a:extLst>
              </a:tr>
            </a:tbl>
          </a:graphicData>
        </a:graphic>
      </p:graphicFrame>
      <p:graphicFrame>
        <p:nvGraphicFramePr>
          <p:cNvPr id="23" name="Tablo 22">
            <a:extLst>
              <a:ext uri="{FF2B5EF4-FFF2-40B4-BE49-F238E27FC236}">
                <a16:creationId xmlns:a16="http://schemas.microsoft.com/office/drawing/2014/main" id="{20811C5C-59DF-44A4-8DA3-13C6264D0DB6}"/>
              </a:ext>
            </a:extLst>
          </p:cNvPr>
          <p:cNvGraphicFramePr>
            <a:graphicFrameLocks noGrp="1"/>
          </p:cNvGraphicFramePr>
          <p:nvPr/>
        </p:nvGraphicFramePr>
        <p:xfrm>
          <a:off x="7150471" y="5019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Bir öğrenci (Belirsiz)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Nekra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3545371"/>
                  </a:ext>
                </a:extLst>
              </a:tr>
            </a:tbl>
          </a:graphicData>
        </a:graphic>
      </p:graphicFrame>
      <p:graphicFrame>
        <p:nvGraphicFramePr>
          <p:cNvPr id="24" name="Tablo 23">
            <a:extLst>
              <a:ext uri="{FF2B5EF4-FFF2-40B4-BE49-F238E27FC236}">
                <a16:creationId xmlns:a16="http://schemas.microsoft.com/office/drawing/2014/main" id="{A29502C9-C4CC-415A-A2EB-B7411C100067}"/>
              </a:ext>
            </a:extLst>
          </p:cNvPr>
          <p:cNvGraphicFramePr>
            <a:graphicFrameLocks noGrp="1"/>
          </p:cNvGraphicFramePr>
          <p:nvPr/>
        </p:nvGraphicFramePr>
        <p:xfrm>
          <a:off x="9354871" y="5013174"/>
          <a:ext cx="2203800" cy="1614817"/>
        </p:xfrm>
        <a:graphic>
          <a:graphicData uri="http://schemas.openxmlformats.org/drawingml/2006/table">
            <a:tbl>
              <a:tblPr firstRow="1" firstCol="1" bandRow="1"/>
              <a:tblGrid>
                <a:gridCol w="2203800">
                  <a:extLst>
                    <a:ext uri="{9D8B030D-6E8A-4147-A177-3AD203B41FA5}">
                      <a16:colId xmlns:a16="http://schemas.microsoft.com/office/drawing/2014/main" val="481698494"/>
                    </a:ext>
                  </a:extLst>
                </a:gridCol>
              </a:tblGrid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Kalem (Belirli)</a:t>
                      </a: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692455"/>
                  </a:ext>
                </a:extLst>
              </a:tr>
              <a:tr h="744775">
                <a:tc>
                  <a:txBody>
                    <a:bodyPr/>
                    <a:lstStyle/>
                    <a:p>
                      <a:pPr algn="ctr"/>
                      <a:r>
                        <a:rPr lang="tr-TR" sz="2800" dirty="0" err="1">
                          <a:solidFill>
                            <a:srgbClr val="FF000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Marife</a:t>
                      </a:r>
                      <a:endParaRPr lang="tr-TR" sz="28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119532" marR="119532" marT="16602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763638"/>
                  </a:ext>
                </a:extLst>
              </a:tr>
            </a:tbl>
          </a:graphicData>
        </a:graphic>
      </p:graphicFrame>
      <p:sp>
        <p:nvSpPr>
          <p:cNvPr id="9" name="Slayt Numarası Yer Tutucusu 6">
            <a:extLst>
              <a:ext uri="{FF2B5EF4-FFF2-40B4-BE49-F238E27FC236}">
                <a16:creationId xmlns:a16="http://schemas.microsoft.com/office/drawing/2014/main" id="{29FA1A5B-5952-44F0-989E-2791801C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31444" y="6356350"/>
            <a:ext cx="360556" cy="501650"/>
          </a:xfrm>
        </p:spPr>
        <p:txBody>
          <a:bodyPr/>
          <a:lstStyle/>
          <a:p>
            <a:fld id="{5B49A759-1A82-4546-B6E1-F84013A0B750}" type="slidenum">
              <a:rPr lang="tr-TR" sz="1600" smtClean="0">
                <a:latin typeface="Candara" panose="020E0502030303020204" pitchFamily="34" charset="0"/>
              </a:rPr>
              <a:t>61</a:t>
            </a:fld>
            <a:endParaRPr lang="tr-TR" sz="1600" dirty="0">
              <a:latin typeface="Candara" panose="020E0502030303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138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F62465E2-6FEB-D526-A7CF-B1755B86C484}"/>
              </a:ext>
            </a:extLst>
          </p:cNvPr>
          <p:cNvSpPr txBox="1"/>
          <p:nvPr/>
        </p:nvSpPr>
        <p:spPr>
          <a:xfrm>
            <a:off x="2359742" y="4457554"/>
            <a:ext cx="7472516" cy="100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150000"/>
              </a:lnSpc>
            </a:pP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ismin </a:t>
            </a:r>
            <a:r>
              <a:rPr lang="tr-TR" sz="3600" dirty="0">
                <a:solidFill>
                  <a:srgbClr val="FF000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……………….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eklenir.</a:t>
            </a:r>
            <a:endParaRPr lang="tr-T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E5A37DB-7BF9-8C83-ACA3-36447765D9F8}"/>
              </a:ext>
            </a:extLst>
          </p:cNvPr>
          <p:cNvSpPr txBox="1"/>
          <p:nvPr/>
        </p:nvSpPr>
        <p:spPr>
          <a:xfrm>
            <a:off x="4989871" y="2006340"/>
            <a:ext cx="22122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3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Yay 6">
            <a:extLst>
              <a:ext uri="{FF2B5EF4-FFF2-40B4-BE49-F238E27FC236}">
                <a16:creationId xmlns:a16="http://schemas.microsoft.com/office/drawing/2014/main" id="{D8FD93E8-F644-4376-23E6-756A96A5AA6D}"/>
              </a:ext>
            </a:extLst>
          </p:cNvPr>
          <p:cNvSpPr/>
          <p:nvPr/>
        </p:nvSpPr>
        <p:spPr>
          <a:xfrm rot="1917546">
            <a:off x="4228697" y="2113935"/>
            <a:ext cx="1376516" cy="688257"/>
          </a:xfrm>
          <a:prstGeom prst="arc">
            <a:avLst>
              <a:gd name="adj1" fmla="val 10776029"/>
              <a:gd name="adj2" fmla="val 20143219"/>
            </a:avLst>
          </a:prstGeom>
          <a:ln w="19050">
            <a:solidFill>
              <a:srgbClr val="00B050"/>
            </a:solidFill>
            <a:head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Yay 7">
            <a:extLst>
              <a:ext uri="{FF2B5EF4-FFF2-40B4-BE49-F238E27FC236}">
                <a16:creationId xmlns:a16="http://schemas.microsoft.com/office/drawing/2014/main" id="{B0C4BA9D-5E6C-044A-2B59-E2EA3E9B4BC9}"/>
              </a:ext>
            </a:extLst>
          </p:cNvPr>
          <p:cNvSpPr/>
          <p:nvPr/>
        </p:nvSpPr>
        <p:spPr>
          <a:xfrm rot="19682454" flipH="1">
            <a:off x="6647262" y="2113935"/>
            <a:ext cx="1376516" cy="688257"/>
          </a:xfrm>
          <a:prstGeom prst="arc">
            <a:avLst>
              <a:gd name="adj1" fmla="val 10776029"/>
              <a:gd name="adj2" fmla="val 20143219"/>
            </a:avLst>
          </a:prstGeom>
          <a:ln w="19050">
            <a:solidFill>
              <a:srgbClr val="00B050"/>
            </a:solidFill>
            <a:head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00B050"/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C242AD4-3DB8-314D-C6D6-0288C2924948}"/>
              </a:ext>
            </a:extLst>
          </p:cNvPr>
          <p:cNvSpPr txBox="1"/>
          <p:nvPr/>
        </p:nvSpPr>
        <p:spPr>
          <a:xfrm>
            <a:off x="8088516" y="1965265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?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ACC9985-B4DA-6E94-5B82-51A548B317F6}"/>
              </a:ext>
            </a:extLst>
          </p:cNvPr>
          <p:cNvSpPr txBox="1"/>
          <p:nvPr/>
        </p:nvSpPr>
        <p:spPr>
          <a:xfrm>
            <a:off x="3413278" y="1904065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?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29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F62465E2-6FEB-D526-A7CF-B1755B86C484}"/>
              </a:ext>
            </a:extLst>
          </p:cNvPr>
          <p:cNvSpPr txBox="1"/>
          <p:nvPr/>
        </p:nvSpPr>
        <p:spPr>
          <a:xfrm>
            <a:off x="2359742" y="4457554"/>
            <a:ext cx="7472516" cy="100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150000"/>
              </a:lnSpc>
            </a:pP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ismin </a:t>
            </a:r>
            <a:r>
              <a:rPr lang="tr-TR" sz="3600" dirty="0">
                <a:solidFill>
                  <a:srgbClr val="00B05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başına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eklenir.</a:t>
            </a:r>
            <a:endParaRPr lang="tr-T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E5A37DB-7BF9-8C83-ACA3-36447765D9F8}"/>
              </a:ext>
            </a:extLst>
          </p:cNvPr>
          <p:cNvSpPr txBox="1"/>
          <p:nvPr/>
        </p:nvSpPr>
        <p:spPr>
          <a:xfrm>
            <a:off x="4989871" y="2005779"/>
            <a:ext cx="22122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3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Yay 6">
            <a:extLst>
              <a:ext uri="{FF2B5EF4-FFF2-40B4-BE49-F238E27FC236}">
                <a16:creationId xmlns:a16="http://schemas.microsoft.com/office/drawing/2014/main" id="{D8FD93E8-F644-4376-23E6-756A96A5AA6D}"/>
              </a:ext>
            </a:extLst>
          </p:cNvPr>
          <p:cNvSpPr/>
          <p:nvPr/>
        </p:nvSpPr>
        <p:spPr>
          <a:xfrm rot="1917546">
            <a:off x="4228697" y="2113935"/>
            <a:ext cx="1376516" cy="688257"/>
          </a:xfrm>
          <a:prstGeom prst="arc">
            <a:avLst>
              <a:gd name="adj1" fmla="val 10776029"/>
              <a:gd name="adj2" fmla="val 20143219"/>
            </a:avLst>
          </a:prstGeom>
          <a:ln w="19050">
            <a:solidFill>
              <a:srgbClr val="00B050"/>
            </a:solidFill>
            <a:head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8ACC9985-B4DA-6E94-5B82-51A548B317F6}"/>
              </a:ext>
            </a:extLst>
          </p:cNvPr>
          <p:cNvSpPr txBox="1"/>
          <p:nvPr/>
        </p:nvSpPr>
        <p:spPr>
          <a:xfrm>
            <a:off x="3413278" y="1904065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</a:t>
            </a:r>
            <a:endParaRPr lang="tr-TR" sz="6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7034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575A1D6-7683-C460-DAC0-CE9CB31A6CCF}"/>
              </a:ext>
            </a:extLst>
          </p:cNvPr>
          <p:cNvSpPr txBox="1"/>
          <p:nvPr/>
        </p:nvSpPr>
        <p:spPr>
          <a:xfrm>
            <a:off x="5161934" y="2470393"/>
            <a:ext cx="22122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3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B5BE429-DB24-4B05-7479-0FD87EA888A5}"/>
              </a:ext>
            </a:extLst>
          </p:cNvPr>
          <p:cNvSpPr txBox="1"/>
          <p:nvPr/>
        </p:nvSpPr>
        <p:spPr>
          <a:xfrm>
            <a:off x="7074313" y="1391194"/>
            <a:ext cx="4503175" cy="268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alan ismin sonu </a:t>
            </a:r>
            <a:r>
              <a:rPr lang="tr-TR" sz="36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……………… 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o 16">
            <a:extLst>
              <a:ext uri="{FF2B5EF4-FFF2-40B4-BE49-F238E27FC236}">
                <a16:creationId xmlns:a16="http://schemas.microsoft.com/office/drawing/2014/main" id="{D79596A4-B2B7-9795-845E-1E80ECCB4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281311"/>
              </p:ext>
            </p:extLst>
          </p:nvPr>
        </p:nvGraphicFramePr>
        <p:xfrm>
          <a:off x="1607568" y="584482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graphicFrame>
        <p:nvGraphicFramePr>
          <p:cNvPr id="7" name="Tablo 16">
            <a:extLst>
              <a:ext uri="{FF2B5EF4-FFF2-40B4-BE49-F238E27FC236}">
                <a16:creationId xmlns:a16="http://schemas.microsoft.com/office/drawing/2014/main" id="{4776A2A9-BC07-61FB-EFCB-796F0532D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475936"/>
              </p:ext>
            </p:extLst>
          </p:nvPr>
        </p:nvGraphicFramePr>
        <p:xfrm>
          <a:off x="1607568" y="4070018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ــــــــــً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ــــــــــٌ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ــــــــــٍ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4050262-20A9-EAC4-7F1B-3F1324255DBA}"/>
              </a:ext>
            </a:extLst>
          </p:cNvPr>
          <p:cNvCxnSpPr>
            <a:cxnSpLocks/>
          </p:cNvCxnSpPr>
          <p:nvPr/>
        </p:nvCxnSpPr>
        <p:spPr>
          <a:xfrm flipH="1" flipV="1">
            <a:off x="2790716" y="2094271"/>
            <a:ext cx="2371218" cy="134702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07A307F8-67D7-5E45-A966-7C6EB826377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790716" y="3578389"/>
            <a:ext cx="2371218" cy="134701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etin kutusu 1">
            <a:extLst>
              <a:ext uri="{FF2B5EF4-FFF2-40B4-BE49-F238E27FC236}">
                <a16:creationId xmlns:a16="http://schemas.microsoft.com/office/drawing/2014/main" id="{14061B07-6CC8-5072-0F32-C2D98905A37C}"/>
              </a:ext>
            </a:extLst>
          </p:cNvPr>
          <p:cNvSpPr txBox="1"/>
          <p:nvPr/>
        </p:nvSpPr>
        <p:spPr>
          <a:xfrm>
            <a:off x="462281" y="1082044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?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B29E511-2E92-CC37-A605-880404E7C774}"/>
              </a:ext>
            </a:extLst>
          </p:cNvPr>
          <p:cNvSpPr txBox="1"/>
          <p:nvPr/>
        </p:nvSpPr>
        <p:spPr>
          <a:xfrm>
            <a:off x="462281" y="4567580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?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1600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575A1D6-7683-C460-DAC0-CE9CB31A6CCF}"/>
              </a:ext>
            </a:extLst>
          </p:cNvPr>
          <p:cNvSpPr txBox="1"/>
          <p:nvPr/>
        </p:nvSpPr>
        <p:spPr>
          <a:xfrm>
            <a:off x="5161934" y="2470393"/>
            <a:ext cx="22122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3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B5BE429-DB24-4B05-7479-0FD87EA888A5}"/>
              </a:ext>
            </a:extLst>
          </p:cNvPr>
          <p:cNvSpPr txBox="1"/>
          <p:nvPr/>
        </p:nvSpPr>
        <p:spPr>
          <a:xfrm>
            <a:off x="7074313" y="2086934"/>
            <a:ext cx="4503175" cy="268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alan ismin sonu </a:t>
            </a:r>
            <a:r>
              <a:rPr lang="tr-TR" sz="36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tek hareke 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o 16">
            <a:extLst>
              <a:ext uri="{FF2B5EF4-FFF2-40B4-BE49-F238E27FC236}">
                <a16:creationId xmlns:a16="http://schemas.microsoft.com/office/drawing/2014/main" id="{D79596A4-B2B7-9795-845E-1E80ECCB4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341254"/>
              </p:ext>
            </p:extLst>
          </p:nvPr>
        </p:nvGraphicFramePr>
        <p:xfrm>
          <a:off x="1607568" y="584482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graphicFrame>
        <p:nvGraphicFramePr>
          <p:cNvPr id="7" name="Tablo 16">
            <a:extLst>
              <a:ext uri="{FF2B5EF4-FFF2-40B4-BE49-F238E27FC236}">
                <a16:creationId xmlns:a16="http://schemas.microsoft.com/office/drawing/2014/main" id="{4776A2A9-BC07-61FB-EFCB-796F0532D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384337"/>
              </p:ext>
            </p:extLst>
          </p:nvPr>
        </p:nvGraphicFramePr>
        <p:xfrm>
          <a:off x="1607568" y="4070018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ــــــــــً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ــــــــــٌ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ــــــــــٍ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4050262-20A9-EAC4-7F1B-3F1324255DBA}"/>
              </a:ext>
            </a:extLst>
          </p:cNvPr>
          <p:cNvCxnSpPr>
            <a:cxnSpLocks/>
          </p:cNvCxnSpPr>
          <p:nvPr/>
        </p:nvCxnSpPr>
        <p:spPr>
          <a:xfrm flipH="1" flipV="1">
            <a:off x="2790716" y="2094271"/>
            <a:ext cx="2371218" cy="134702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07A307F8-67D7-5E45-A966-7C6EB826377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790716" y="3578389"/>
            <a:ext cx="2371218" cy="134701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0D7BFF4-4CBF-FD4D-D7BA-CF71AA9D02B9}"/>
              </a:ext>
            </a:extLst>
          </p:cNvPr>
          <p:cNvSpPr txBox="1"/>
          <p:nvPr/>
        </p:nvSpPr>
        <p:spPr>
          <a:xfrm>
            <a:off x="708088" y="1082044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</a:t>
            </a:r>
            <a:endParaRPr lang="tr-TR" sz="6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6CE6AD5-8366-8666-378C-1E770EB472DE}"/>
              </a:ext>
            </a:extLst>
          </p:cNvPr>
          <p:cNvSpPr txBox="1"/>
          <p:nvPr/>
        </p:nvSpPr>
        <p:spPr>
          <a:xfrm>
            <a:off x="708088" y="4567580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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061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575A1D6-7683-C460-DAC0-CE9CB31A6CCF}"/>
              </a:ext>
            </a:extLst>
          </p:cNvPr>
          <p:cNvSpPr txBox="1"/>
          <p:nvPr/>
        </p:nvSpPr>
        <p:spPr>
          <a:xfrm>
            <a:off x="5161934" y="2470393"/>
            <a:ext cx="22122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3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B5BE429-DB24-4B05-7479-0FD87EA888A5}"/>
              </a:ext>
            </a:extLst>
          </p:cNvPr>
          <p:cNvSpPr txBox="1"/>
          <p:nvPr/>
        </p:nvSpPr>
        <p:spPr>
          <a:xfrm>
            <a:off x="7074313" y="2086934"/>
            <a:ext cx="4503175" cy="2684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alan ismin sonu </a:t>
            </a:r>
            <a:r>
              <a:rPr lang="tr-TR" sz="36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tek hareke </a:t>
            </a:r>
            <a:r>
              <a:rPr lang="tr-TR" sz="36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o 16">
            <a:extLst>
              <a:ext uri="{FF2B5EF4-FFF2-40B4-BE49-F238E27FC236}">
                <a16:creationId xmlns:a16="http://schemas.microsoft.com/office/drawing/2014/main" id="{D79596A4-B2B7-9795-845E-1E80ECCB4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61369"/>
              </p:ext>
            </p:extLst>
          </p:nvPr>
        </p:nvGraphicFramePr>
        <p:xfrm>
          <a:off x="1607568" y="584482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b="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4000" b="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4050262-20A9-EAC4-7F1B-3F1324255DBA}"/>
              </a:ext>
            </a:extLst>
          </p:cNvPr>
          <p:cNvCxnSpPr>
            <a:cxnSpLocks/>
          </p:cNvCxnSpPr>
          <p:nvPr/>
        </p:nvCxnSpPr>
        <p:spPr>
          <a:xfrm flipH="1" flipV="1">
            <a:off x="2790716" y="2094271"/>
            <a:ext cx="2371218" cy="134702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0D7BFF4-4CBF-FD4D-D7BA-CF71AA9D02B9}"/>
              </a:ext>
            </a:extLst>
          </p:cNvPr>
          <p:cNvSpPr txBox="1"/>
          <p:nvPr/>
        </p:nvSpPr>
        <p:spPr>
          <a:xfrm>
            <a:off x="708088" y="1082044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</a:t>
            </a:r>
            <a:endParaRPr lang="tr-TR" sz="6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C9672C26-8F49-F4AD-1479-E41A2524C696}"/>
              </a:ext>
            </a:extLst>
          </p:cNvPr>
          <p:cNvSpPr txBox="1"/>
          <p:nvPr/>
        </p:nvSpPr>
        <p:spPr>
          <a:xfrm>
            <a:off x="2949676" y="3642916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0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رَ</a:t>
            </a:r>
            <a:endParaRPr lang="tr-TR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5AFCE63-C939-D03B-43BE-ACB74F32BEA9}"/>
              </a:ext>
            </a:extLst>
          </p:cNvPr>
          <p:cNvSpPr txBox="1"/>
          <p:nvPr/>
        </p:nvSpPr>
        <p:spPr>
          <a:xfrm>
            <a:off x="2905430" y="4510933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0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7686E5E1-1309-BA6C-D0DB-3BFC97833CFB}"/>
              </a:ext>
            </a:extLst>
          </p:cNvPr>
          <p:cNvSpPr txBox="1"/>
          <p:nvPr/>
        </p:nvSpPr>
        <p:spPr>
          <a:xfrm>
            <a:off x="2870196" y="5378950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6000">
                      <a:schemeClr val="tx1"/>
                    </a:gs>
                    <a:gs pos="5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رِ</a:t>
            </a:r>
            <a:endParaRPr lang="tr-TR" sz="4800" dirty="0">
              <a:gradFill flip="none" rotWithShape="1">
                <a:gsLst>
                  <a:gs pos="6000">
                    <a:schemeClr val="tx1"/>
                  </a:gs>
                  <a:gs pos="5000">
                    <a:srgbClr val="00B050"/>
                  </a:gs>
                </a:gsLst>
                <a:lin ang="16200000" scaled="1"/>
                <a:tileRect/>
              </a:gra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547B4217-842A-D2B1-F867-74865D73F780}"/>
              </a:ext>
            </a:extLst>
          </p:cNvPr>
          <p:cNvSpPr txBox="1"/>
          <p:nvPr/>
        </p:nvSpPr>
        <p:spPr>
          <a:xfrm>
            <a:off x="958638" y="3940070"/>
            <a:ext cx="1691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1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سَ</a:t>
            </a:r>
            <a:endParaRPr lang="tr-TR" sz="4000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4894E47-3D72-7789-5B72-CC4067160452}"/>
              </a:ext>
            </a:extLst>
          </p:cNvPr>
          <p:cNvSpPr txBox="1"/>
          <p:nvPr/>
        </p:nvSpPr>
        <p:spPr>
          <a:xfrm>
            <a:off x="958638" y="4771067"/>
            <a:ext cx="1691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1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4000" dirty="0"/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AC942DED-371E-B998-9B6C-274429AAC19C}"/>
              </a:ext>
            </a:extLst>
          </p:cNvPr>
          <p:cNvSpPr txBox="1"/>
          <p:nvPr/>
        </p:nvSpPr>
        <p:spPr>
          <a:xfrm>
            <a:off x="958638" y="5633763"/>
            <a:ext cx="1691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7000">
                      <a:schemeClr val="tx1"/>
                    </a:gs>
                    <a:gs pos="5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سِ</a:t>
            </a:r>
            <a:endParaRPr lang="tr-TR" sz="4000" dirty="0">
              <a:gradFill flip="none" rotWithShape="1">
                <a:gsLst>
                  <a:gs pos="7000">
                    <a:schemeClr val="tx1"/>
                  </a:gs>
                  <a:gs pos="5000">
                    <a:srgbClr val="00B050"/>
                  </a:gs>
                </a:gsLst>
                <a:lin ang="162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9076104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>
            <a:extLst>
              <a:ext uri="{FF2B5EF4-FFF2-40B4-BE49-F238E27FC236}">
                <a16:creationId xmlns:a16="http://schemas.microsoft.com/office/drawing/2014/main" id="{7EAF4117-6B1F-5C1B-A61E-AA5FFFB918E7}"/>
              </a:ext>
            </a:extLst>
          </p:cNvPr>
          <p:cNvSpPr txBox="1"/>
          <p:nvPr/>
        </p:nvSpPr>
        <p:spPr>
          <a:xfrm>
            <a:off x="747252" y="4318627"/>
            <a:ext cx="10599174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alan isim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belirli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belirli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………….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E2F012A-B990-9C20-031F-5B3715C5F76D}"/>
              </a:ext>
            </a:extLst>
          </p:cNvPr>
          <p:cNvSpPr txBox="1"/>
          <p:nvPr/>
        </p:nvSpPr>
        <p:spPr>
          <a:xfrm>
            <a:off x="3856702" y="1976844"/>
            <a:ext cx="44785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15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 ـ ـ ـ ـ ـ</a:t>
            </a:r>
            <a:endParaRPr lang="tr-TR" sz="96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4571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DDE3C8FE-8911-E561-748F-CAC225EADF12}"/>
              </a:ext>
            </a:extLst>
          </p:cNvPr>
          <p:cNvSpPr txBox="1"/>
          <p:nvPr/>
        </p:nvSpPr>
        <p:spPr>
          <a:xfrm>
            <a:off x="747252" y="4318627"/>
            <a:ext cx="10599174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alan isim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……….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………..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 err="1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Marife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’dir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6F5E8163-CE51-7609-25A1-5C0E7B896BA0}"/>
              </a:ext>
            </a:extLst>
          </p:cNvPr>
          <p:cNvSpPr txBox="1"/>
          <p:nvPr/>
        </p:nvSpPr>
        <p:spPr>
          <a:xfrm>
            <a:off x="3856702" y="1976844"/>
            <a:ext cx="44785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15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 ـ ـ ـ ـ ـ</a:t>
            </a:r>
            <a:endParaRPr lang="tr-TR" sz="96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6635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DDE3C8FE-8911-E561-748F-CAC225EADF12}"/>
              </a:ext>
            </a:extLst>
          </p:cNvPr>
          <p:cNvSpPr txBox="1"/>
          <p:nvPr/>
        </p:nvSpPr>
        <p:spPr>
          <a:xfrm>
            <a:off x="747252" y="4318627"/>
            <a:ext cx="10599174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alan isim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belirli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belirli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 err="1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Marife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’dir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0E68A70-E0B9-75F3-A364-3090479C80E1}"/>
              </a:ext>
            </a:extLst>
          </p:cNvPr>
          <p:cNvSpPr txBox="1"/>
          <p:nvPr/>
        </p:nvSpPr>
        <p:spPr>
          <a:xfrm>
            <a:off x="3856702" y="1976844"/>
            <a:ext cx="44785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15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 ـ ـ ـ ـ ـ</a:t>
            </a:r>
            <a:endParaRPr lang="tr-TR" sz="96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0087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73C7E7C-0EC2-A5DA-F40F-FE795666D6E2}"/>
              </a:ext>
            </a:extLst>
          </p:cNvPr>
          <p:cNvSpPr txBox="1"/>
          <p:nvPr/>
        </p:nvSpPr>
        <p:spPr>
          <a:xfrm>
            <a:off x="5683045" y="1759974"/>
            <a:ext cx="825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80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80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084F18BF-AD58-6BC5-2733-BC842B84B8E6}"/>
              </a:ext>
            </a:extLst>
          </p:cNvPr>
          <p:cNvCxnSpPr/>
          <p:nvPr/>
        </p:nvCxnSpPr>
        <p:spPr>
          <a:xfrm flipH="1">
            <a:off x="4988075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CC396C6-5BE6-BEAD-E26B-465C99012C7C}"/>
              </a:ext>
            </a:extLst>
          </p:cNvPr>
          <p:cNvCxnSpPr>
            <a:cxnSpLocks/>
          </p:cNvCxnSpPr>
          <p:nvPr/>
        </p:nvCxnSpPr>
        <p:spPr>
          <a:xfrm>
            <a:off x="6150646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in kutusu 7">
            <a:extLst>
              <a:ext uri="{FF2B5EF4-FFF2-40B4-BE49-F238E27FC236}">
                <a16:creationId xmlns:a16="http://schemas.microsoft.com/office/drawing/2014/main" id="{1EA5F4B9-E147-14D6-5ADF-A36AF907E033}"/>
              </a:ext>
            </a:extLst>
          </p:cNvPr>
          <p:cNvSpPr txBox="1"/>
          <p:nvPr/>
        </p:nvSpPr>
        <p:spPr>
          <a:xfrm>
            <a:off x="196644" y="423428"/>
            <a:ext cx="11769213" cy="1493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İsimler baş harflerine göre “</a:t>
            </a:r>
            <a:r>
              <a:rPr lang="ar-EG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aldıklarında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……...…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ve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……....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olarak ikiye ayrılır.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4546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73C7E7C-0EC2-A5DA-F40F-FE795666D6E2}"/>
              </a:ext>
            </a:extLst>
          </p:cNvPr>
          <p:cNvSpPr txBox="1"/>
          <p:nvPr/>
        </p:nvSpPr>
        <p:spPr>
          <a:xfrm>
            <a:off x="5683045" y="1759974"/>
            <a:ext cx="825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80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80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084F18BF-AD58-6BC5-2733-BC842B84B8E6}"/>
              </a:ext>
            </a:extLst>
          </p:cNvPr>
          <p:cNvCxnSpPr/>
          <p:nvPr/>
        </p:nvCxnSpPr>
        <p:spPr>
          <a:xfrm flipH="1">
            <a:off x="4988075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CC396C6-5BE6-BEAD-E26B-465C99012C7C}"/>
              </a:ext>
            </a:extLst>
          </p:cNvPr>
          <p:cNvCxnSpPr>
            <a:cxnSpLocks/>
          </p:cNvCxnSpPr>
          <p:nvPr/>
        </p:nvCxnSpPr>
        <p:spPr>
          <a:xfrm>
            <a:off x="6150646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5CF1AF1-7AF7-9C14-148B-C0AD654A999A}"/>
              </a:ext>
            </a:extLst>
          </p:cNvPr>
          <p:cNvSpPr txBox="1"/>
          <p:nvPr/>
        </p:nvSpPr>
        <p:spPr>
          <a:xfrm>
            <a:off x="3597295" y="3882466"/>
            <a:ext cx="2174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ar-EG" sz="6000" dirty="0">
                <a:gradFill flip="none" rotWithShape="1">
                  <a:gsLst>
                    <a:gs pos="60000">
                      <a:srgbClr val="0070C0"/>
                    </a:gs>
                    <a:gs pos="6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ّ</a:t>
            </a:r>
            <a:endParaRPr lang="ar-EG" sz="2000" dirty="0">
              <a:gradFill flip="none" rotWithShape="1">
                <a:gsLst>
                  <a:gs pos="52000">
                    <a:schemeClr val="tx1"/>
                  </a:gs>
                  <a:gs pos="51000">
                    <a:srgbClr val="00B050"/>
                  </a:gs>
                </a:gsLst>
                <a:lin ang="5400000" scaled="1"/>
                <a:tileRect/>
              </a:gra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8974656-78E6-7CA1-3590-D072EF29F628}"/>
              </a:ext>
            </a:extLst>
          </p:cNvPr>
          <p:cNvSpPr txBox="1"/>
          <p:nvPr/>
        </p:nvSpPr>
        <p:spPr>
          <a:xfrm>
            <a:off x="6711519" y="3883201"/>
            <a:ext cx="17245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gradFill flip="none" rotWithShape="1">
                  <a:gsLst>
                    <a:gs pos="16000">
                      <a:srgbClr val="FF0000"/>
                    </a:gs>
                    <a:gs pos="17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  <a:endParaRPr lang="tr-TR" sz="2000" dirty="0">
              <a:gradFill flip="none" rotWithShape="1">
                <a:gsLst>
                  <a:gs pos="52000">
                    <a:schemeClr val="tx1"/>
                  </a:gs>
                  <a:gs pos="50000">
                    <a:srgbClr val="00B050"/>
                  </a:gs>
                </a:gsLst>
                <a:lin ang="5400000" scaled="1"/>
                <a:tileRect/>
              </a:gra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3147670-A0B7-42DE-5121-AFE834541121}"/>
              </a:ext>
            </a:extLst>
          </p:cNvPr>
          <p:cNvSpPr txBox="1"/>
          <p:nvPr/>
        </p:nvSpPr>
        <p:spPr>
          <a:xfrm>
            <a:off x="196644" y="423428"/>
            <a:ext cx="11769213" cy="1493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İsimler baş harflerine göre “</a:t>
            </a:r>
            <a:r>
              <a:rPr lang="ar-EG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aldıklarında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……...…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ve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……....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olarak ikiye ayrılır.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5169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73C7E7C-0EC2-A5DA-F40F-FE795666D6E2}"/>
              </a:ext>
            </a:extLst>
          </p:cNvPr>
          <p:cNvSpPr txBox="1"/>
          <p:nvPr/>
        </p:nvSpPr>
        <p:spPr>
          <a:xfrm>
            <a:off x="5683045" y="1759974"/>
            <a:ext cx="825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80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80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084F18BF-AD58-6BC5-2733-BC842B84B8E6}"/>
              </a:ext>
            </a:extLst>
          </p:cNvPr>
          <p:cNvCxnSpPr/>
          <p:nvPr/>
        </p:nvCxnSpPr>
        <p:spPr>
          <a:xfrm flipH="1">
            <a:off x="4988075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CC396C6-5BE6-BEAD-E26B-465C99012C7C}"/>
              </a:ext>
            </a:extLst>
          </p:cNvPr>
          <p:cNvCxnSpPr>
            <a:cxnSpLocks/>
          </p:cNvCxnSpPr>
          <p:nvPr/>
        </p:nvCxnSpPr>
        <p:spPr>
          <a:xfrm>
            <a:off x="6150646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5CF1AF1-7AF7-9C14-148B-C0AD654A999A}"/>
              </a:ext>
            </a:extLst>
          </p:cNvPr>
          <p:cNvSpPr txBox="1"/>
          <p:nvPr/>
        </p:nvSpPr>
        <p:spPr>
          <a:xfrm>
            <a:off x="3597295" y="3882466"/>
            <a:ext cx="2174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ar-EG" sz="6000" dirty="0">
                <a:gradFill flip="none" rotWithShape="1">
                  <a:gsLst>
                    <a:gs pos="60000">
                      <a:srgbClr val="0070C0"/>
                    </a:gs>
                    <a:gs pos="6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ّ</a:t>
            </a:r>
            <a:endParaRPr lang="ar-EG" sz="2000" dirty="0">
              <a:gradFill flip="none" rotWithShape="1">
                <a:gsLst>
                  <a:gs pos="52000">
                    <a:schemeClr val="tx1"/>
                  </a:gs>
                  <a:gs pos="51000">
                    <a:srgbClr val="00B050"/>
                  </a:gs>
                </a:gsLst>
                <a:lin ang="5400000" scaled="1"/>
                <a:tileRect/>
              </a:gra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8974656-78E6-7CA1-3590-D072EF29F628}"/>
              </a:ext>
            </a:extLst>
          </p:cNvPr>
          <p:cNvSpPr txBox="1"/>
          <p:nvPr/>
        </p:nvSpPr>
        <p:spPr>
          <a:xfrm>
            <a:off x="6711519" y="3883201"/>
            <a:ext cx="17245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gradFill flip="none" rotWithShape="1">
                  <a:gsLst>
                    <a:gs pos="16000">
                      <a:srgbClr val="FF0000"/>
                    </a:gs>
                    <a:gs pos="17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  <a:endParaRPr lang="tr-TR" sz="2000" dirty="0">
              <a:gradFill flip="none" rotWithShape="1">
                <a:gsLst>
                  <a:gs pos="52000">
                    <a:schemeClr val="tx1"/>
                  </a:gs>
                  <a:gs pos="50000">
                    <a:srgbClr val="00B050"/>
                  </a:gs>
                </a:gsLst>
                <a:lin ang="5400000" scaled="1"/>
                <a:tileRect/>
              </a:gra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3147670-A0B7-42DE-5121-AFE834541121}"/>
              </a:ext>
            </a:extLst>
          </p:cNvPr>
          <p:cNvSpPr txBox="1"/>
          <p:nvPr/>
        </p:nvSpPr>
        <p:spPr>
          <a:xfrm>
            <a:off x="196644" y="423428"/>
            <a:ext cx="11769213" cy="1493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İsimler baş harflerine göre “</a:t>
            </a:r>
            <a:r>
              <a:rPr lang="ar-EG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aldıklarında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……...…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ve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……....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olarak ikiye ayrılır.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94F87E24-4D06-6E87-C8E7-3B86AB789CDA}"/>
              </a:ext>
            </a:extLst>
          </p:cNvPr>
          <p:cNvSpPr txBox="1"/>
          <p:nvPr/>
        </p:nvSpPr>
        <p:spPr>
          <a:xfrm>
            <a:off x="3597295" y="5020829"/>
            <a:ext cx="217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2800" dirty="0">
                <a:solidFill>
                  <a:srgbClr val="0070C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Şemsi</a:t>
            </a:r>
            <a:endParaRPr lang="tr-TR" sz="2000" dirty="0">
              <a:solidFill>
                <a:srgbClr val="0070C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D55FC03-9F2A-FE8B-5F46-ACB46DB20695}"/>
              </a:ext>
            </a:extLst>
          </p:cNvPr>
          <p:cNvSpPr txBox="1"/>
          <p:nvPr/>
        </p:nvSpPr>
        <p:spPr>
          <a:xfrm>
            <a:off x="6420467" y="5020829"/>
            <a:ext cx="217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28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Kameri</a:t>
            </a:r>
            <a:endParaRPr lang="tr-TR" sz="2000" dirty="0">
              <a:solidFill>
                <a:srgbClr val="0070C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877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73C7E7C-0EC2-A5DA-F40F-FE795666D6E2}"/>
              </a:ext>
            </a:extLst>
          </p:cNvPr>
          <p:cNvSpPr txBox="1"/>
          <p:nvPr/>
        </p:nvSpPr>
        <p:spPr>
          <a:xfrm>
            <a:off x="5683045" y="1759974"/>
            <a:ext cx="825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80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80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084F18BF-AD58-6BC5-2733-BC842B84B8E6}"/>
              </a:ext>
            </a:extLst>
          </p:cNvPr>
          <p:cNvCxnSpPr/>
          <p:nvPr/>
        </p:nvCxnSpPr>
        <p:spPr>
          <a:xfrm flipH="1">
            <a:off x="4988075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CC396C6-5BE6-BEAD-E26B-465C99012C7C}"/>
              </a:ext>
            </a:extLst>
          </p:cNvPr>
          <p:cNvCxnSpPr>
            <a:cxnSpLocks/>
          </p:cNvCxnSpPr>
          <p:nvPr/>
        </p:nvCxnSpPr>
        <p:spPr>
          <a:xfrm>
            <a:off x="6150646" y="2868531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5CF1AF1-7AF7-9C14-148B-C0AD654A999A}"/>
              </a:ext>
            </a:extLst>
          </p:cNvPr>
          <p:cNvSpPr txBox="1"/>
          <p:nvPr/>
        </p:nvSpPr>
        <p:spPr>
          <a:xfrm>
            <a:off x="3597295" y="3882466"/>
            <a:ext cx="2174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ar-EG" sz="6000" dirty="0">
                <a:gradFill flip="none" rotWithShape="1">
                  <a:gsLst>
                    <a:gs pos="60000">
                      <a:srgbClr val="0070C0"/>
                    </a:gs>
                    <a:gs pos="6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ّ</a:t>
            </a:r>
            <a:endParaRPr lang="ar-EG" sz="2000" dirty="0">
              <a:gradFill flip="none" rotWithShape="1">
                <a:gsLst>
                  <a:gs pos="52000">
                    <a:schemeClr val="tx1"/>
                  </a:gs>
                  <a:gs pos="51000">
                    <a:srgbClr val="00B050"/>
                  </a:gs>
                </a:gsLst>
                <a:lin ang="5400000" scaled="1"/>
                <a:tileRect/>
              </a:gra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8974656-78E6-7CA1-3590-D072EF29F628}"/>
              </a:ext>
            </a:extLst>
          </p:cNvPr>
          <p:cNvSpPr txBox="1"/>
          <p:nvPr/>
        </p:nvSpPr>
        <p:spPr>
          <a:xfrm>
            <a:off x="6711519" y="3883201"/>
            <a:ext cx="17245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gradFill flip="none" rotWithShape="1">
                  <a:gsLst>
                    <a:gs pos="16000">
                      <a:srgbClr val="FF0000"/>
                    </a:gs>
                    <a:gs pos="17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  <a:endParaRPr lang="tr-TR" sz="2000" dirty="0">
              <a:gradFill flip="none" rotWithShape="1">
                <a:gsLst>
                  <a:gs pos="52000">
                    <a:schemeClr val="tx1"/>
                  </a:gs>
                  <a:gs pos="50000">
                    <a:srgbClr val="00B050"/>
                  </a:gs>
                </a:gsLst>
                <a:lin ang="5400000" scaled="1"/>
                <a:tileRect/>
              </a:gra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952746E7-EB14-8337-0CF3-09E3F9A886D0}"/>
              </a:ext>
            </a:extLst>
          </p:cNvPr>
          <p:cNvSpPr txBox="1"/>
          <p:nvPr/>
        </p:nvSpPr>
        <p:spPr>
          <a:xfrm>
            <a:off x="3597295" y="5020829"/>
            <a:ext cx="217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2800" dirty="0">
                <a:solidFill>
                  <a:srgbClr val="0070C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Şemsi</a:t>
            </a:r>
            <a:endParaRPr lang="tr-TR" sz="2000" dirty="0">
              <a:solidFill>
                <a:srgbClr val="0070C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23948522-FBFE-51D0-1BCA-89FCFCEF4972}"/>
              </a:ext>
            </a:extLst>
          </p:cNvPr>
          <p:cNvSpPr txBox="1"/>
          <p:nvPr/>
        </p:nvSpPr>
        <p:spPr>
          <a:xfrm>
            <a:off x="6420467" y="5020829"/>
            <a:ext cx="217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28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Kameri</a:t>
            </a:r>
            <a:endParaRPr lang="tr-TR" sz="2000" dirty="0">
              <a:solidFill>
                <a:srgbClr val="0070C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EA5F4B9-E147-14D6-5ADF-A36AF907E033}"/>
              </a:ext>
            </a:extLst>
          </p:cNvPr>
          <p:cNvSpPr txBox="1"/>
          <p:nvPr/>
        </p:nvSpPr>
        <p:spPr>
          <a:xfrm>
            <a:off x="196644" y="423428"/>
            <a:ext cx="11769213" cy="1493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İsimler baş harflerine göre “</a:t>
            </a:r>
            <a:r>
              <a:rPr lang="ar-EG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aldıklarında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Şemsi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ve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Kameri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olarak ikiye ayrılır.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5076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DDE3C8FE-8911-E561-748F-CAC225EADF12}"/>
              </a:ext>
            </a:extLst>
          </p:cNvPr>
          <p:cNvSpPr txBox="1"/>
          <p:nvPr/>
        </p:nvSpPr>
        <p:spPr>
          <a:xfrm>
            <a:off x="747252" y="3532045"/>
            <a:ext cx="10599174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alan isim belirli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belirli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 err="1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Marife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’dir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0E68A70-E0B9-75F3-A364-3090479C80E1}"/>
              </a:ext>
            </a:extLst>
          </p:cNvPr>
          <p:cNvSpPr txBox="1"/>
          <p:nvPr/>
        </p:nvSpPr>
        <p:spPr>
          <a:xfrm>
            <a:off x="3856703" y="1278752"/>
            <a:ext cx="44785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15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 ـ ـ ـ ـ ـ</a:t>
            </a:r>
            <a:endParaRPr lang="tr-TR" sz="96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75D7B8A-7083-F39A-22E0-98BEE7458CE0}"/>
              </a:ext>
            </a:extLst>
          </p:cNvPr>
          <p:cNvSpPr txBox="1"/>
          <p:nvPr/>
        </p:nvSpPr>
        <p:spPr>
          <a:xfrm>
            <a:off x="7885558" y="1655778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</a:t>
            </a:r>
            <a:endParaRPr lang="tr-TR" sz="6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35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DDE3C8FE-8911-E561-748F-CAC225EADF12}"/>
              </a:ext>
            </a:extLst>
          </p:cNvPr>
          <p:cNvSpPr txBox="1"/>
          <p:nvPr/>
        </p:nvSpPr>
        <p:spPr>
          <a:xfrm>
            <a:off x="747252" y="3532045"/>
            <a:ext cx="10599174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alan isim belirli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belirli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 err="1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Marife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’dir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0E68A70-E0B9-75F3-A364-3090479C80E1}"/>
              </a:ext>
            </a:extLst>
          </p:cNvPr>
          <p:cNvSpPr txBox="1"/>
          <p:nvPr/>
        </p:nvSpPr>
        <p:spPr>
          <a:xfrm>
            <a:off x="3856703" y="1278752"/>
            <a:ext cx="44785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15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r>
              <a:rPr lang="ar-EG" sz="115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ـ ـ ـ ـ ـ</a:t>
            </a:r>
            <a:endParaRPr lang="tr-TR" sz="96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75D7B8A-7083-F39A-22E0-98BEE7458CE0}"/>
              </a:ext>
            </a:extLst>
          </p:cNvPr>
          <p:cNvSpPr txBox="1"/>
          <p:nvPr/>
        </p:nvSpPr>
        <p:spPr>
          <a:xfrm>
            <a:off x="7885558" y="1655778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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89DC842-0882-FBDD-9917-0E94BA71028B}"/>
              </a:ext>
            </a:extLst>
          </p:cNvPr>
          <p:cNvSpPr txBox="1"/>
          <p:nvPr/>
        </p:nvSpPr>
        <p:spPr>
          <a:xfrm>
            <a:off x="147484" y="4452297"/>
            <a:ext cx="11897032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almayan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isim belirsiz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belirsiz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………..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dır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3922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DDE3C8FE-8911-E561-748F-CAC225EADF12}"/>
              </a:ext>
            </a:extLst>
          </p:cNvPr>
          <p:cNvSpPr txBox="1"/>
          <p:nvPr/>
        </p:nvSpPr>
        <p:spPr>
          <a:xfrm>
            <a:off x="747252" y="3532045"/>
            <a:ext cx="10599174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alan isim belirli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belirli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 err="1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Marife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’dir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0E68A70-E0B9-75F3-A364-3090479C80E1}"/>
              </a:ext>
            </a:extLst>
          </p:cNvPr>
          <p:cNvSpPr txBox="1"/>
          <p:nvPr/>
        </p:nvSpPr>
        <p:spPr>
          <a:xfrm>
            <a:off x="3856703" y="1278752"/>
            <a:ext cx="44785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115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r>
              <a:rPr lang="ar-EG" sz="115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ـ ـ ـ ـ ـ</a:t>
            </a:r>
            <a:endParaRPr lang="tr-TR" sz="96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75D7B8A-7083-F39A-22E0-98BEE7458CE0}"/>
              </a:ext>
            </a:extLst>
          </p:cNvPr>
          <p:cNvSpPr txBox="1"/>
          <p:nvPr/>
        </p:nvSpPr>
        <p:spPr>
          <a:xfrm>
            <a:off x="7885558" y="1655778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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E89DC842-0882-FBDD-9917-0E94BA71028B}"/>
              </a:ext>
            </a:extLst>
          </p:cNvPr>
          <p:cNvSpPr txBox="1"/>
          <p:nvPr/>
        </p:nvSpPr>
        <p:spPr>
          <a:xfrm>
            <a:off x="147484" y="4452297"/>
            <a:ext cx="11897032" cy="92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40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almayan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isim belirsiz olur, </a:t>
            </a:r>
            <a:r>
              <a:rPr lang="tr-TR" sz="3200" dirty="0">
                <a:solidFill>
                  <a:srgbClr val="00B05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belirsiz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kelimesinin Arapçası </a:t>
            </a:r>
            <a:r>
              <a:rPr lang="tr-TR" sz="3200" dirty="0" err="1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Nekra</a:t>
            </a:r>
            <a:r>
              <a:rPr lang="tr-TR" sz="3200" dirty="0" err="1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’dır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3535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575A1D6-7683-C460-DAC0-CE9CB31A6CCF}"/>
              </a:ext>
            </a:extLst>
          </p:cNvPr>
          <p:cNvSpPr txBox="1"/>
          <p:nvPr/>
        </p:nvSpPr>
        <p:spPr>
          <a:xfrm>
            <a:off x="3898493" y="935258"/>
            <a:ext cx="2212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96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6" name="Tablo 16">
            <a:extLst>
              <a:ext uri="{FF2B5EF4-FFF2-40B4-BE49-F238E27FC236}">
                <a16:creationId xmlns:a16="http://schemas.microsoft.com/office/drawing/2014/main" id="{D79596A4-B2B7-9795-845E-1E80ECCB45F0}"/>
              </a:ext>
            </a:extLst>
          </p:cNvPr>
          <p:cNvGraphicFramePr>
            <a:graphicFrameLocks noGrp="1"/>
          </p:cNvGraphicFramePr>
          <p:nvPr/>
        </p:nvGraphicFramePr>
        <p:xfrm>
          <a:off x="1782903" y="668528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07A307F8-67D7-5E45-A966-7C6EB8263777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2661251" y="1720088"/>
            <a:ext cx="1237242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0D7BFF4-4CBF-FD4D-D7BA-CF71AA9D02B9}"/>
              </a:ext>
            </a:extLst>
          </p:cNvPr>
          <p:cNvSpPr txBox="1"/>
          <p:nvPr/>
        </p:nvSpPr>
        <p:spPr>
          <a:xfrm>
            <a:off x="5390628" y="1166090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</a:t>
            </a:r>
            <a:endParaRPr lang="tr-TR" sz="6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33E39BE8-65F4-87D1-646B-D17104171F0C}"/>
              </a:ext>
            </a:extLst>
          </p:cNvPr>
          <p:cNvSpPr txBox="1"/>
          <p:nvPr/>
        </p:nvSpPr>
        <p:spPr>
          <a:xfrm>
            <a:off x="7207045" y="881076"/>
            <a:ext cx="4296697" cy="167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alan ismin sonu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tek hareke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8174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575A1D6-7683-C460-DAC0-CE9CB31A6CCF}"/>
              </a:ext>
            </a:extLst>
          </p:cNvPr>
          <p:cNvSpPr txBox="1"/>
          <p:nvPr/>
        </p:nvSpPr>
        <p:spPr>
          <a:xfrm>
            <a:off x="3898493" y="935258"/>
            <a:ext cx="2212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96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6" name="Tablo 16">
            <a:extLst>
              <a:ext uri="{FF2B5EF4-FFF2-40B4-BE49-F238E27FC236}">
                <a16:creationId xmlns:a16="http://schemas.microsoft.com/office/drawing/2014/main" id="{D79596A4-B2B7-9795-845E-1E80ECCB45F0}"/>
              </a:ext>
            </a:extLst>
          </p:cNvPr>
          <p:cNvGraphicFramePr>
            <a:graphicFrameLocks noGrp="1"/>
          </p:cNvGraphicFramePr>
          <p:nvPr/>
        </p:nvGraphicFramePr>
        <p:xfrm>
          <a:off x="1782903" y="668528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4050262-20A9-EAC4-7F1B-3F1324255DB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2485916" y="5241090"/>
            <a:ext cx="1412575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07A307F8-67D7-5E45-A966-7C6EB8263777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2661251" y="1720088"/>
            <a:ext cx="1237242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0D7BFF4-4CBF-FD4D-D7BA-CF71AA9D02B9}"/>
              </a:ext>
            </a:extLst>
          </p:cNvPr>
          <p:cNvSpPr txBox="1"/>
          <p:nvPr/>
        </p:nvSpPr>
        <p:spPr>
          <a:xfrm>
            <a:off x="5390628" y="1166090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</a:t>
            </a:r>
            <a:endParaRPr lang="tr-TR" sz="6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6CE6AD5-8366-8666-378C-1E770EB472DE}"/>
              </a:ext>
            </a:extLst>
          </p:cNvPr>
          <p:cNvSpPr txBox="1"/>
          <p:nvPr/>
        </p:nvSpPr>
        <p:spPr>
          <a:xfrm>
            <a:off x="5389893" y="4687092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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14F243A-AD3D-777D-1F11-552CDDBCEFCD}"/>
              </a:ext>
            </a:extLst>
          </p:cNvPr>
          <p:cNvSpPr txBox="1"/>
          <p:nvPr/>
        </p:nvSpPr>
        <p:spPr>
          <a:xfrm>
            <a:off x="3898491" y="4456260"/>
            <a:ext cx="2212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96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strike="sngStrike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8F713F58-705B-8C77-439B-985FAF2A45F5}"/>
              </a:ext>
            </a:extLst>
          </p:cNvPr>
          <p:cNvSpPr txBox="1"/>
          <p:nvPr/>
        </p:nvSpPr>
        <p:spPr>
          <a:xfrm>
            <a:off x="1435679" y="4687092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?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1B277D65-50CB-239C-A220-949082688327}"/>
              </a:ext>
            </a:extLst>
          </p:cNvPr>
          <p:cNvSpPr txBox="1"/>
          <p:nvPr/>
        </p:nvSpPr>
        <p:spPr>
          <a:xfrm>
            <a:off x="6597445" y="4402078"/>
            <a:ext cx="4906297" cy="167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almayan isim 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….…..…………………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33E39BE8-65F4-87D1-646B-D17104171F0C}"/>
              </a:ext>
            </a:extLst>
          </p:cNvPr>
          <p:cNvSpPr txBox="1"/>
          <p:nvPr/>
        </p:nvSpPr>
        <p:spPr>
          <a:xfrm>
            <a:off x="7207045" y="881076"/>
            <a:ext cx="4296697" cy="167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alan ismin sonu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tek hareke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2408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4575A1D6-7683-C460-DAC0-CE9CB31A6CCF}"/>
              </a:ext>
            </a:extLst>
          </p:cNvPr>
          <p:cNvSpPr txBox="1"/>
          <p:nvPr/>
        </p:nvSpPr>
        <p:spPr>
          <a:xfrm>
            <a:off x="3898493" y="935258"/>
            <a:ext cx="2212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96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B5BE429-DB24-4B05-7479-0FD87EA888A5}"/>
              </a:ext>
            </a:extLst>
          </p:cNvPr>
          <p:cNvSpPr txBox="1"/>
          <p:nvPr/>
        </p:nvSpPr>
        <p:spPr>
          <a:xfrm>
            <a:off x="7207045" y="881076"/>
            <a:ext cx="4296697" cy="167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alan ismin sonu 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tek hareke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o 16">
            <a:extLst>
              <a:ext uri="{FF2B5EF4-FFF2-40B4-BE49-F238E27FC236}">
                <a16:creationId xmlns:a16="http://schemas.microsoft.com/office/drawing/2014/main" id="{D79596A4-B2B7-9795-845E-1E80ECCB45F0}"/>
              </a:ext>
            </a:extLst>
          </p:cNvPr>
          <p:cNvGraphicFramePr>
            <a:graphicFrameLocks noGrp="1"/>
          </p:cNvGraphicFramePr>
          <p:nvPr/>
        </p:nvGraphicFramePr>
        <p:xfrm>
          <a:off x="1782903" y="668528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graphicFrame>
        <p:nvGraphicFramePr>
          <p:cNvPr id="7" name="Tablo 16">
            <a:extLst>
              <a:ext uri="{FF2B5EF4-FFF2-40B4-BE49-F238E27FC236}">
                <a16:creationId xmlns:a16="http://schemas.microsoft.com/office/drawing/2014/main" id="{4776A2A9-BC07-61FB-EFCB-796F0532D42F}"/>
              </a:ext>
            </a:extLst>
          </p:cNvPr>
          <p:cNvGraphicFramePr>
            <a:graphicFrameLocks noGrp="1"/>
          </p:cNvGraphicFramePr>
          <p:nvPr/>
        </p:nvGraphicFramePr>
        <p:xfrm>
          <a:off x="1607568" y="4189530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ــــــــــً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ــــــــــٌ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ــــــــــٍ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4050262-20A9-EAC4-7F1B-3F1324255DBA}"/>
              </a:ext>
            </a:extLst>
          </p:cNvPr>
          <p:cNvCxnSpPr>
            <a:cxnSpLocks/>
            <a:stCxn id="15" idx="1"/>
            <a:endCxn id="7" idx="3"/>
          </p:cNvCxnSpPr>
          <p:nvPr/>
        </p:nvCxnSpPr>
        <p:spPr>
          <a:xfrm flipH="1">
            <a:off x="2485916" y="5241090"/>
            <a:ext cx="1412575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07A307F8-67D7-5E45-A966-7C6EB8263777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2661251" y="1720088"/>
            <a:ext cx="1237242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0D7BFF4-4CBF-FD4D-D7BA-CF71AA9D02B9}"/>
              </a:ext>
            </a:extLst>
          </p:cNvPr>
          <p:cNvSpPr txBox="1"/>
          <p:nvPr/>
        </p:nvSpPr>
        <p:spPr>
          <a:xfrm>
            <a:off x="5390628" y="1166090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</a:t>
            </a:r>
            <a:endParaRPr lang="tr-TR" sz="6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6CE6AD5-8366-8666-378C-1E770EB472DE}"/>
              </a:ext>
            </a:extLst>
          </p:cNvPr>
          <p:cNvSpPr txBox="1"/>
          <p:nvPr/>
        </p:nvSpPr>
        <p:spPr>
          <a:xfrm>
            <a:off x="5389893" y="4687092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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14F243A-AD3D-777D-1F11-552CDDBCEFCD}"/>
              </a:ext>
            </a:extLst>
          </p:cNvPr>
          <p:cNvSpPr txBox="1"/>
          <p:nvPr/>
        </p:nvSpPr>
        <p:spPr>
          <a:xfrm>
            <a:off x="3898491" y="4456260"/>
            <a:ext cx="2212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96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strike="sngStrike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2AA38B2-2CD2-0B76-FBE7-2C597660AFCD}"/>
              </a:ext>
            </a:extLst>
          </p:cNvPr>
          <p:cNvSpPr txBox="1"/>
          <p:nvPr/>
        </p:nvSpPr>
        <p:spPr>
          <a:xfrm>
            <a:off x="6597445" y="4402078"/>
            <a:ext cx="4906297" cy="167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almayan isim 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tenvin-çift hareke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675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o 16">
            <a:extLst>
              <a:ext uri="{FF2B5EF4-FFF2-40B4-BE49-F238E27FC236}">
                <a16:creationId xmlns:a16="http://schemas.microsoft.com/office/drawing/2014/main" id="{4776A2A9-BC07-61FB-EFCB-796F0532D42F}"/>
              </a:ext>
            </a:extLst>
          </p:cNvPr>
          <p:cNvGraphicFramePr>
            <a:graphicFrameLocks noGrp="1"/>
          </p:cNvGraphicFramePr>
          <p:nvPr/>
        </p:nvGraphicFramePr>
        <p:xfrm>
          <a:off x="1607568" y="4189530"/>
          <a:ext cx="87834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ــــــــــً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ــــــــــٌ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40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ــــــــــٍ</a:t>
                      </a:r>
                      <a:endParaRPr lang="tr-TR" sz="40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54050262-20A9-EAC4-7F1B-3F1324255DBA}"/>
              </a:ext>
            </a:extLst>
          </p:cNvPr>
          <p:cNvCxnSpPr>
            <a:cxnSpLocks/>
            <a:stCxn id="15" idx="1"/>
            <a:endCxn id="7" idx="3"/>
          </p:cNvCxnSpPr>
          <p:nvPr/>
        </p:nvCxnSpPr>
        <p:spPr>
          <a:xfrm flipH="1">
            <a:off x="2485916" y="5241090"/>
            <a:ext cx="1412575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6CE6AD5-8366-8666-378C-1E770EB472DE}"/>
              </a:ext>
            </a:extLst>
          </p:cNvPr>
          <p:cNvSpPr txBox="1"/>
          <p:nvPr/>
        </p:nvSpPr>
        <p:spPr>
          <a:xfrm>
            <a:off x="5389893" y="4687092"/>
            <a:ext cx="8994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tr-TR" sz="6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  <a:sym typeface="Wingdings 2" panose="05020102010507070707" pitchFamily="18" charset="2"/>
              </a:rPr>
              <a:t></a:t>
            </a:r>
            <a:endParaRPr lang="tr-TR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414F243A-AD3D-777D-1F11-552CDDBCEFCD}"/>
              </a:ext>
            </a:extLst>
          </p:cNvPr>
          <p:cNvSpPr txBox="1"/>
          <p:nvPr/>
        </p:nvSpPr>
        <p:spPr>
          <a:xfrm>
            <a:off x="3898491" y="4456260"/>
            <a:ext cx="22122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96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11500" strike="sngStrike" dirty="0">
              <a:solidFill>
                <a:schemeClr val="bg1">
                  <a:lumMod val="7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2AA38B2-2CD2-0B76-FBE7-2C597660AFCD}"/>
              </a:ext>
            </a:extLst>
          </p:cNvPr>
          <p:cNvSpPr txBox="1"/>
          <p:nvPr/>
        </p:nvSpPr>
        <p:spPr>
          <a:xfrm>
            <a:off x="6597445" y="4402078"/>
            <a:ext cx="4906297" cy="167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ar-EG" sz="4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ال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takısı almayan isim </a:t>
            </a:r>
            <a:r>
              <a:rPr lang="tr-TR" sz="3200" dirty="0">
                <a:solidFill>
                  <a:srgbClr val="FF000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tenvin-çift hareke</a:t>
            </a:r>
            <a:r>
              <a:rPr lang="tr-TR" sz="3200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tr-TR" sz="3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ile biter.</a:t>
            </a:r>
            <a:endParaRPr lang="tr-T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4D6F40AC-8D44-2C30-3E7E-FEE74AEE3F0C}"/>
              </a:ext>
            </a:extLst>
          </p:cNvPr>
          <p:cNvSpPr txBox="1"/>
          <p:nvPr/>
        </p:nvSpPr>
        <p:spPr>
          <a:xfrm>
            <a:off x="3388856" y="575251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اَلْـ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0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رًا</a:t>
            </a:r>
            <a:endParaRPr lang="tr-TR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533875B-F3E6-E36A-0A7B-3C42F60A2F84}"/>
              </a:ext>
            </a:extLst>
          </p:cNvPr>
          <p:cNvSpPr txBox="1"/>
          <p:nvPr/>
        </p:nvSpPr>
        <p:spPr>
          <a:xfrm>
            <a:off x="3403602" y="1443268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اَلْـ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0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رٌ</a:t>
            </a:r>
            <a:endParaRPr lang="tr-TR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A40CFFDD-BD0A-8DB5-921E-4452218A6E2D}"/>
              </a:ext>
            </a:extLst>
          </p:cNvPr>
          <p:cNvSpPr txBox="1"/>
          <p:nvPr/>
        </p:nvSpPr>
        <p:spPr>
          <a:xfrm>
            <a:off x="3368368" y="2311285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اَلْـ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6000">
                      <a:schemeClr val="tx1"/>
                    </a:gs>
                    <a:gs pos="5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رٍ</a:t>
            </a:r>
            <a:endParaRPr lang="tr-TR" sz="4800" dirty="0">
              <a:gradFill flip="none" rotWithShape="1">
                <a:gsLst>
                  <a:gs pos="6000">
                    <a:schemeClr val="tx1"/>
                  </a:gs>
                  <a:gs pos="5000">
                    <a:srgbClr val="00B050"/>
                  </a:gs>
                </a:gsLst>
                <a:lin ang="16200000" scaled="1"/>
                <a:tileRect/>
              </a:gra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7B6DDBE5-067E-ECC7-59F2-F166FB346284}"/>
              </a:ext>
            </a:extLst>
          </p:cNvPr>
          <p:cNvSpPr txBox="1"/>
          <p:nvPr/>
        </p:nvSpPr>
        <p:spPr>
          <a:xfrm>
            <a:off x="1120875" y="872405"/>
            <a:ext cx="2027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1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سًا</a:t>
            </a:r>
            <a:endParaRPr lang="tr-TR" sz="4000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09147CFC-2F15-899E-565E-A5AEA4B6BD1A}"/>
              </a:ext>
            </a:extLst>
          </p:cNvPr>
          <p:cNvSpPr txBox="1"/>
          <p:nvPr/>
        </p:nvSpPr>
        <p:spPr>
          <a:xfrm>
            <a:off x="1120875" y="1703402"/>
            <a:ext cx="2027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1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سٌ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78AF9930-C2CA-6BE3-DFE2-88A1E08340C4}"/>
              </a:ext>
            </a:extLst>
          </p:cNvPr>
          <p:cNvSpPr txBox="1"/>
          <p:nvPr/>
        </p:nvSpPr>
        <p:spPr>
          <a:xfrm>
            <a:off x="1120875" y="2566098"/>
            <a:ext cx="2027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strike="sngStrike" dirty="0">
                <a:solidFill>
                  <a:schemeClr val="bg1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7000">
                      <a:schemeClr val="tx1"/>
                    </a:gs>
                    <a:gs pos="5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سٍ</a:t>
            </a:r>
            <a:endParaRPr lang="tr-TR" sz="4000" dirty="0">
              <a:gradFill flip="none" rotWithShape="1">
                <a:gsLst>
                  <a:gs pos="7000">
                    <a:schemeClr val="tx1"/>
                  </a:gs>
                  <a:gs pos="5000">
                    <a:srgbClr val="00B050"/>
                  </a:gs>
                </a:gsLst>
                <a:lin ang="16200000" scaled="1"/>
                <a:tileRect/>
              </a:gradFill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32A95D8-7A4D-42B5-3F46-69ADD758B9BB}"/>
              </a:ext>
            </a:extLst>
          </p:cNvPr>
          <p:cNvSpPr txBox="1"/>
          <p:nvPr/>
        </p:nvSpPr>
        <p:spPr>
          <a:xfrm>
            <a:off x="8785942" y="575251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0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رَ</a:t>
            </a:r>
            <a:endParaRPr lang="tr-TR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62CCBA11-9C82-D5F1-BDD3-E7835A33881B}"/>
              </a:ext>
            </a:extLst>
          </p:cNvPr>
          <p:cNvSpPr txBox="1"/>
          <p:nvPr/>
        </p:nvSpPr>
        <p:spPr>
          <a:xfrm>
            <a:off x="8741696" y="1443268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0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3D619314-9B94-B1BA-6E22-F7A8B82A43B8}"/>
              </a:ext>
            </a:extLst>
          </p:cNvPr>
          <p:cNvSpPr txBox="1"/>
          <p:nvPr/>
        </p:nvSpPr>
        <p:spPr>
          <a:xfrm>
            <a:off x="8706462" y="2311285"/>
            <a:ext cx="2212258" cy="1085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6000">
                      <a:schemeClr val="tx1"/>
                    </a:gs>
                    <a:gs pos="5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رِ</a:t>
            </a:r>
            <a:endParaRPr lang="tr-TR" sz="4800" dirty="0">
              <a:gradFill flip="none" rotWithShape="1">
                <a:gsLst>
                  <a:gs pos="6000">
                    <a:schemeClr val="tx1"/>
                  </a:gs>
                  <a:gs pos="5000">
                    <a:srgbClr val="00B050"/>
                  </a:gs>
                </a:gsLst>
                <a:lin ang="16200000" scaled="1"/>
                <a:tileRect/>
              </a:gra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E736B48-83CB-AF0C-4D01-87A2A28EAC14}"/>
              </a:ext>
            </a:extLst>
          </p:cNvPr>
          <p:cNvSpPr txBox="1"/>
          <p:nvPr/>
        </p:nvSpPr>
        <p:spPr>
          <a:xfrm>
            <a:off x="6794904" y="872405"/>
            <a:ext cx="1691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1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سَ</a:t>
            </a:r>
            <a:endParaRPr lang="tr-TR" sz="40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EE93B8EE-4496-09CF-64F1-EC7471136738}"/>
              </a:ext>
            </a:extLst>
          </p:cNvPr>
          <p:cNvSpPr txBox="1"/>
          <p:nvPr/>
        </p:nvSpPr>
        <p:spPr>
          <a:xfrm>
            <a:off x="6794904" y="1703402"/>
            <a:ext cx="1691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1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tr-TR" sz="4000" dirty="0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8BE2721D-283D-3CA3-0BB0-7929348162AD}"/>
              </a:ext>
            </a:extLst>
          </p:cNvPr>
          <p:cNvSpPr txBox="1"/>
          <p:nvPr/>
        </p:nvSpPr>
        <p:spPr>
          <a:xfrm>
            <a:off x="6794904" y="2566098"/>
            <a:ext cx="16919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7000">
                      <a:schemeClr val="tx1"/>
                    </a:gs>
                    <a:gs pos="5000">
                      <a:srgbClr val="00B050"/>
                    </a:gs>
                  </a:gsLst>
                  <a:lin ang="162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سِ</a:t>
            </a:r>
            <a:endParaRPr lang="tr-TR" sz="4000" dirty="0">
              <a:gradFill flip="none" rotWithShape="1">
                <a:gsLst>
                  <a:gs pos="7000">
                    <a:schemeClr val="tx1"/>
                  </a:gs>
                  <a:gs pos="5000">
                    <a:srgbClr val="00B050"/>
                  </a:gs>
                </a:gsLst>
                <a:lin ang="16200000" scaled="1"/>
                <a:tileRect/>
              </a:gradFill>
            </a:endParaRP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190DA4DF-B3FB-F5EF-B560-FB2B39BF9001}"/>
              </a:ext>
            </a:extLst>
          </p:cNvPr>
          <p:cNvSpPr/>
          <p:nvPr/>
        </p:nvSpPr>
        <p:spPr>
          <a:xfrm>
            <a:off x="904568" y="575252"/>
            <a:ext cx="4711291" cy="309618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0755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373C7E7C-0EC2-A5DA-F40F-FE795666D6E2}"/>
              </a:ext>
            </a:extLst>
          </p:cNvPr>
          <p:cNvSpPr txBox="1"/>
          <p:nvPr/>
        </p:nvSpPr>
        <p:spPr>
          <a:xfrm>
            <a:off x="5683045" y="629263"/>
            <a:ext cx="825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80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اَلـ</a:t>
            </a:r>
            <a:endParaRPr lang="tr-TR" sz="8000" dirty="0">
              <a:solidFill>
                <a:srgbClr val="00B05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Yay 4">
            <a:extLst>
              <a:ext uri="{FF2B5EF4-FFF2-40B4-BE49-F238E27FC236}">
                <a16:creationId xmlns:a16="http://schemas.microsoft.com/office/drawing/2014/main" id="{ADFCC0BF-817C-60CE-7A66-A3679DA4979E}"/>
              </a:ext>
            </a:extLst>
          </p:cNvPr>
          <p:cNvSpPr/>
          <p:nvPr/>
        </p:nvSpPr>
        <p:spPr>
          <a:xfrm rot="1917546">
            <a:off x="4228697" y="737419"/>
            <a:ext cx="1376516" cy="688257"/>
          </a:xfrm>
          <a:prstGeom prst="arc">
            <a:avLst>
              <a:gd name="adj1" fmla="val 10776029"/>
              <a:gd name="adj2" fmla="val 20143219"/>
            </a:avLst>
          </a:prstGeom>
          <a:ln w="19050">
            <a:solidFill>
              <a:srgbClr val="00B050"/>
            </a:solidFill>
            <a:head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Yay 5">
            <a:extLst>
              <a:ext uri="{FF2B5EF4-FFF2-40B4-BE49-F238E27FC236}">
                <a16:creationId xmlns:a16="http://schemas.microsoft.com/office/drawing/2014/main" id="{27E9C0E2-F8FF-F030-B89D-5DD9C92906FC}"/>
              </a:ext>
            </a:extLst>
          </p:cNvPr>
          <p:cNvSpPr/>
          <p:nvPr/>
        </p:nvSpPr>
        <p:spPr>
          <a:xfrm rot="19682454" flipH="1">
            <a:off x="6647262" y="737419"/>
            <a:ext cx="1376516" cy="688257"/>
          </a:xfrm>
          <a:prstGeom prst="arc">
            <a:avLst>
              <a:gd name="adj1" fmla="val 10776029"/>
              <a:gd name="adj2" fmla="val 20143219"/>
            </a:avLst>
          </a:prstGeom>
          <a:ln w="19050">
            <a:solidFill>
              <a:srgbClr val="00B050"/>
            </a:solidFill>
            <a:head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00B050"/>
              </a:solidFill>
            </a:endParaRPr>
          </a:p>
        </p:txBody>
      </p: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084F18BF-AD58-6BC5-2733-BC842B84B8E6}"/>
              </a:ext>
            </a:extLst>
          </p:cNvPr>
          <p:cNvCxnSpPr/>
          <p:nvPr/>
        </p:nvCxnSpPr>
        <p:spPr>
          <a:xfrm flipH="1">
            <a:off x="4988075" y="1737820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FCC396C6-5BE6-BEAD-E26B-465C99012C7C}"/>
              </a:ext>
            </a:extLst>
          </p:cNvPr>
          <p:cNvCxnSpPr>
            <a:cxnSpLocks/>
          </p:cNvCxnSpPr>
          <p:nvPr/>
        </p:nvCxnSpPr>
        <p:spPr>
          <a:xfrm>
            <a:off x="6150646" y="1737820"/>
            <a:ext cx="935205" cy="79890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5CF1AF1-7AF7-9C14-148B-C0AD654A999A}"/>
              </a:ext>
            </a:extLst>
          </p:cNvPr>
          <p:cNvSpPr txBox="1"/>
          <p:nvPr/>
        </p:nvSpPr>
        <p:spPr>
          <a:xfrm>
            <a:off x="3597295" y="2751755"/>
            <a:ext cx="217424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ar-EG" sz="6000" dirty="0">
                <a:gradFill flip="none" rotWithShape="1">
                  <a:gsLst>
                    <a:gs pos="60000">
                      <a:srgbClr val="0070C0"/>
                    </a:gs>
                    <a:gs pos="68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ّ</a:t>
            </a:r>
            <a:endParaRPr lang="tr-TR" sz="6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ل</a:t>
            </a:r>
            <a:r>
              <a:rPr lang="ar-EG" sz="4800" dirty="0">
                <a:gradFill>
                  <a:gsLst>
                    <a:gs pos="43000">
                      <a:srgbClr val="0070C0"/>
                    </a:gs>
                    <a:gs pos="34000">
                      <a:schemeClr val="tx1"/>
                    </a:gs>
                    <a:gs pos="34000">
                      <a:srgbClr val="0070C0"/>
                    </a:gs>
                    <a:gs pos="44000">
                      <a:schemeClr val="tx1"/>
                    </a:gs>
                  </a:gsLst>
                  <a:lin ang="4500000" scaled="0"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شَّ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مْ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1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سُ</a:t>
            </a:r>
            <a:endParaRPr lang="ar-EG" sz="2000" dirty="0">
              <a:gradFill flip="none" rotWithShape="1">
                <a:gsLst>
                  <a:gs pos="52000">
                    <a:schemeClr val="tx1"/>
                  </a:gs>
                  <a:gs pos="51000">
                    <a:srgbClr val="00B050"/>
                  </a:gs>
                </a:gsLst>
                <a:lin ang="5400000" scaled="1"/>
                <a:tileRect/>
              </a:gra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algn="ctr" rtl="1"/>
            <a:r>
              <a:rPr lang="tr-TR" sz="2800" dirty="0">
                <a:solidFill>
                  <a:srgbClr val="0070C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Şemsi</a:t>
            </a:r>
            <a:endParaRPr lang="tr-TR" sz="2000" dirty="0">
              <a:solidFill>
                <a:srgbClr val="0070C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78974656-78E6-7CA1-3590-D072EF29F628}"/>
              </a:ext>
            </a:extLst>
          </p:cNvPr>
          <p:cNvSpPr txBox="1"/>
          <p:nvPr/>
        </p:nvSpPr>
        <p:spPr>
          <a:xfrm>
            <a:off x="6711519" y="2752490"/>
            <a:ext cx="172456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6000" dirty="0">
                <a:gradFill flip="none" rotWithShape="1">
                  <a:gsLst>
                    <a:gs pos="16000">
                      <a:srgbClr val="FF0000"/>
                    </a:gs>
                    <a:gs pos="17000">
                      <a:schemeClr val="tx1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6000" dirty="0">
                <a:latin typeface="Calibri Light" panose="020F0302020204030204" pitchFamily="34" charset="0"/>
                <a:cs typeface="Calibri Light" panose="020F0302020204030204" pitchFamily="34" charset="0"/>
              </a:rPr>
              <a:t>ـ</a:t>
            </a:r>
          </a:p>
          <a:p>
            <a:pPr algn="ctr" rtl="1"/>
            <a:r>
              <a:rPr lang="ar-EG" sz="4800" dirty="0">
                <a:solidFill>
                  <a:srgbClr val="00B05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اَ</a:t>
            </a:r>
            <a:r>
              <a:rPr lang="ar-EG" sz="4800" dirty="0">
                <a:gradFill flip="none" rotWithShape="1">
                  <a:gsLst>
                    <a:gs pos="19000">
                      <a:schemeClr val="tx1"/>
                    </a:gs>
                    <a:gs pos="16000">
                      <a:srgbClr val="FF000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لْ</a:t>
            </a:r>
            <a:r>
              <a:rPr lang="ar-EG" sz="4800" dirty="0">
                <a:latin typeface="Calibri Light" panose="020F0302020204030204" pitchFamily="34" charset="0"/>
                <a:cs typeface="Calibri Light" panose="020F0302020204030204" pitchFamily="34" charset="0"/>
              </a:rPr>
              <a:t>قَمَ</a:t>
            </a:r>
            <a:r>
              <a:rPr lang="ar-EG" sz="4800" dirty="0">
                <a:gradFill flip="none" rotWithShape="1">
                  <a:gsLst>
                    <a:gs pos="52000">
                      <a:schemeClr val="tx1"/>
                    </a:gs>
                    <a:gs pos="50000">
                      <a:srgbClr val="00B050"/>
                    </a:gs>
                  </a:gsLst>
                  <a:lin ang="5400000" scaled="1"/>
                  <a:tileRect/>
                </a:gradFill>
                <a:latin typeface="Calibri Light" panose="020F0302020204030204" pitchFamily="34" charset="0"/>
                <a:cs typeface="Calibri Light" panose="020F0302020204030204" pitchFamily="34" charset="0"/>
              </a:rPr>
              <a:t>رُ</a:t>
            </a:r>
            <a:endParaRPr lang="tr-TR" sz="2000" dirty="0">
              <a:gradFill flip="none" rotWithShape="1">
                <a:gsLst>
                  <a:gs pos="52000">
                    <a:schemeClr val="tx1"/>
                  </a:gs>
                  <a:gs pos="50000">
                    <a:srgbClr val="00B050"/>
                  </a:gs>
                </a:gsLst>
                <a:lin ang="5400000" scaled="1"/>
                <a:tileRect/>
              </a:gra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r>
              <a:rPr lang="tr-TR" sz="28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Kameri</a:t>
            </a:r>
            <a:endParaRPr lang="tr-TR" sz="2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3" name="Sol Ayraç 12">
            <a:extLst>
              <a:ext uri="{FF2B5EF4-FFF2-40B4-BE49-F238E27FC236}">
                <a16:creationId xmlns:a16="http://schemas.microsoft.com/office/drawing/2014/main" id="{00294710-A527-8B5D-7E03-E2DA11717BE1}"/>
              </a:ext>
            </a:extLst>
          </p:cNvPr>
          <p:cNvSpPr/>
          <p:nvPr/>
        </p:nvSpPr>
        <p:spPr>
          <a:xfrm rot="16200000">
            <a:off x="5860026" y="3204590"/>
            <a:ext cx="471948" cy="4307842"/>
          </a:xfrm>
          <a:prstGeom prst="leftBrace">
            <a:avLst/>
          </a:prstGeom>
          <a:ln w="19050">
            <a:solidFill>
              <a:srgbClr val="00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60A53B1E-63E9-C987-424E-13D50543391C}"/>
              </a:ext>
            </a:extLst>
          </p:cNvPr>
          <p:cNvSpPr txBox="1"/>
          <p:nvPr/>
        </p:nvSpPr>
        <p:spPr>
          <a:xfrm>
            <a:off x="4634478" y="5845076"/>
            <a:ext cx="2923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Belirli &amp; </a:t>
            </a:r>
            <a:r>
              <a:rPr lang="tr-TR" sz="2800" dirty="0" err="1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Marife</a:t>
            </a:r>
            <a:endParaRPr lang="tr-TR" sz="20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graphicFrame>
        <p:nvGraphicFramePr>
          <p:cNvPr id="16" name="Tablo 16">
            <a:extLst>
              <a:ext uri="{FF2B5EF4-FFF2-40B4-BE49-F238E27FC236}">
                <a16:creationId xmlns:a16="http://schemas.microsoft.com/office/drawing/2014/main" id="{6188061C-2A42-9F29-1D34-4B32179E7E36}"/>
              </a:ext>
            </a:extLst>
          </p:cNvPr>
          <p:cNvGraphicFramePr>
            <a:graphicFrameLocks noGrp="1"/>
          </p:cNvGraphicFramePr>
          <p:nvPr/>
        </p:nvGraphicFramePr>
        <p:xfrm>
          <a:off x="5862477" y="2777077"/>
          <a:ext cx="8783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24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24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24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24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24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24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  <p:graphicFrame>
        <p:nvGraphicFramePr>
          <p:cNvPr id="18" name="Tablo 16">
            <a:extLst>
              <a:ext uri="{FF2B5EF4-FFF2-40B4-BE49-F238E27FC236}">
                <a16:creationId xmlns:a16="http://schemas.microsoft.com/office/drawing/2014/main" id="{E39FD317-C18D-8D9B-469A-4BF230E14B1B}"/>
              </a:ext>
            </a:extLst>
          </p:cNvPr>
          <p:cNvGraphicFramePr>
            <a:graphicFrameLocks noGrp="1"/>
          </p:cNvGraphicFramePr>
          <p:nvPr/>
        </p:nvGraphicFramePr>
        <p:xfrm>
          <a:off x="2816046" y="2777077"/>
          <a:ext cx="8783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348">
                  <a:extLst>
                    <a:ext uri="{9D8B030D-6E8A-4147-A177-3AD203B41FA5}">
                      <a16:colId xmlns:a16="http://schemas.microsoft.com/office/drawing/2014/main" val="2369389822"/>
                    </a:ext>
                  </a:extLst>
                </a:gridCol>
              </a:tblGrid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24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ــــــــــَ</a:t>
                      </a:r>
                      <a:endParaRPr lang="tr-TR" sz="24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333129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EG" sz="24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ــــــــــُ</a:t>
                      </a:r>
                      <a:endParaRPr lang="tr-TR" sz="24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544350"/>
                  </a:ext>
                </a:extLst>
              </a:tr>
              <a:tr h="218127">
                <a:tc>
                  <a:txBody>
                    <a:bodyPr/>
                    <a:lstStyle/>
                    <a:p>
                      <a:pPr algn="ctr" rtl="1"/>
                      <a:r>
                        <a:rPr lang="ar-EG" sz="2400" dirty="0">
                          <a:solidFill>
                            <a:srgbClr val="00B050"/>
                          </a:solidFill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ــــــــــِ</a:t>
                      </a:r>
                      <a:endParaRPr lang="tr-TR" sz="2400" dirty="0">
                        <a:solidFill>
                          <a:srgbClr val="00B050"/>
                        </a:solidFill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550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0611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B1A71853-AB11-48C2-AFF4-401B20025791}"/>
              </a:ext>
            </a:extLst>
          </p:cNvPr>
          <p:cNvSpPr/>
          <p:nvPr/>
        </p:nvSpPr>
        <p:spPr>
          <a:xfrm>
            <a:off x="1397553" y="207541"/>
            <a:ext cx="9396894" cy="6442918"/>
          </a:xfrm>
          <a:prstGeom prst="rect">
            <a:avLst/>
          </a:prstGeom>
          <a:ln w="12700"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9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ش</a:t>
            </a:r>
            <a:r>
              <a:rPr kumimoji="0" lang="ar-EG" sz="329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ldhabi" panose="01000000000000000000" pitchFamily="2" charset="-78"/>
                <a:ea typeface="+mn-ea"/>
                <a:cs typeface="Aldhabi" panose="01000000000000000000" pitchFamily="2" charset="-78"/>
              </a:rPr>
              <a:t>ُكْرًا</a:t>
            </a:r>
            <a:endParaRPr kumimoji="0" lang="en-US" sz="329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ldhabi" panose="01000000000000000000" pitchFamily="2" charset="-78"/>
              <a:ea typeface="+mn-ea"/>
              <a:cs typeface="Aldhabi" panose="01000000000000000000" pitchFamily="2" charset="-7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B54ADA8-643E-488D-8D3A-FCAF596BE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5" y="427133"/>
            <a:ext cx="2834446" cy="2778347"/>
          </a:xfrm>
          <a:prstGeom prst="rect">
            <a:avLst/>
          </a:prstGeom>
        </p:spPr>
      </p:pic>
      <p:sp>
        <p:nvSpPr>
          <p:cNvPr id="6" name="Dikdörtgen 5">
            <a:extLst>
              <a:ext uri="{FF2B5EF4-FFF2-40B4-BE49-F238E27FC236}">
                <a16:creationId xmlns:a16="http://schemas.microsoft.com/office/drawing/2014/main" id="{BD64D29E-C26B-49AB-88D4-8BD8EBF8F17C}"/>
              </a:ext>
            </a:extLst>
          </p:cNvPr>
          <p:cNvSpPr/>
          <p:nvPr/>
        </p:nvSpPr>
        <p:spPr>
          <a:xfrm>
            <a:off x="8229764" y="4766483"/>
            <a:ext cx="38397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Kidef Arapça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8485EAA-9674-458A-9ECC-2067FC608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224" y="5670632"/>
            <a:ext cx="592772" cy="583861"/>
          </a:xfrm>
          <a:prstGeom prst="rect">
            <a:avLst/>
          </a:prstGeom>
        </p:spPr>
      </p:pic>
      <p:sp>
        <p:nvSpPr>
          <p:cNvPr id="8" name="Dikdörtgen 7">
            <a:extLst>
              <a:ext uri="{FF2B5EF4-FFF2-40B4-BE49-F238E27FC236}">
                <a16:creationId xmlns:a16="http://schemas.microsoft.com/office/drawing/2014/main" id="{624A45EC-F630-407A-A214-25064024FDC7}"/>
              </a:ext>
            </a:extLst>
          </p:cNvPr>
          <p:cNvSpPr/>
          <p:nvPr/>
        </p:nvSpPr>
        <p:spPr>
          <a:xfrm>
            <a:off x="8229764" y="5608620"/>
            <a:ext cx="38397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iome Light" panose="020B0303030204020804" pitchFamily="34" charset="0"/>
                <a:ea typeface="+mn-ea"/>
                <a:cs typeface="Biome Light" panose="020B0303030204020804" pitchFamily="34" charset="0"/>
              </a:rPr>
              <a:t>kidefarapca</a:t>
            </a:r>
            <a:endParaRPr kumimoji="0" lang="tr-TR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iome Light" panose="020B0303030204020804" pitchFamily="34" charset="0"/>
              <a:ea typeface="+mn-ea"/>
              <a:cs typeface="Biome Light" panose="020B0303030204020804" pitchFamily="34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85A2C72-98DD-4905-800D-D11A75376E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1" t="37655" r="62776" b="37333"/>
          <a:stretch/>
        </p:blipFill>
        <p:spPr>
          <a:xfrm>
            <a:off x="7532060" y="4887721"/>
            <a:ext cx="640792" cy="52184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EDF6D79F-1D22-47F5-B172-A3A40784FDBD}"/>
              </a:ext>
            </a:extLst>
          </p:cNvPr>
          <p:cNvSpPr/>
          <p:nvPr/>
        </p:nvSpPr>
        <p:spPr>
          <a:xfrm>
            <a:off x="675111" y="427340"/>
            <a:ext cx="2869324" cy="2778140"/>
          </a:xfrm>
          <a:prstGeom prst="ellipse">
            <a:avLst/>
          </a:prstGeom>
          <a:noFill/>
          <a:ln w="114300">
            <a:solidFill>
              <a:srgbClr val="C00000"/>
            </a:solidFill>
          </a:ln>
          <a:effectLst>
            <a:glow rad="203200">
              <a:srgbClr val="9933FF">
                <a:alpha val="40000"/>
              </a:srgbClr>
            </a:glow>
            <a:reflection blurRad="25400" stA="12000" endPos="26000" dist="762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İçerik Yer Tutucusu 2">
            <a:extLst>
              <a:ext uri="{FF2B5EF4-FFF2-40B4-BE49-F238E27FC236}">
                <a16:creationId xmlns:a16="http://schemas.microsoft.com/office/drawing/2014/main" id="{02A18736-D4CE-45A0-985E-E9B5D05F4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0952" y="5547982"/>
            <a:ext cx="3790249" cy="11681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7200" dirty="0">
                <a:latin typeface="Biome" panose="020B0503030204020804" pitchFamily="34" charset="0"/>
                <a:cs typeface="Biome" panose="020B0503030204020804" pitchFamily="34" charset="0"/>
              </a:rPr>
              <a:t> 👌👍😎</a:t>
            </a:r>
          </a:p>
        </p:txBody>
      </p:sp>
    </p:spTree>
    <p:extLst>
      <p:ext uri="{BB962C8B-B14F-4D97-AF65-F5344CB8AC3E}">
        <p14:creationId xmlns:p14="http://schemas.microsoft.com/office/powerpoint/2010/main" val="22272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.1|5.7|6.8|13.8|27.1|5.6|5.2|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13.6|45.6|22.3|4.2|5.5|13.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.5|5.9|25.7|5.1|4.5|4.6|9.8|4.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7.1|7.8|5.1|16.7|0.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7.1|7.8|5.1|16.7|0.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7.1|7.8|5.1|16.7|0.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7.1|7.8|5.1|16.7|0.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7.1|7.8|5.1|16.7|0.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87.1|7.8|5.1|16.7|0.1"/>
</p:tagLst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5576</Words>
  <Application>Microsoft Macintosh PowerPoint</Application>
  <PresentationFormat>Geniş ekran</PresentationFormat>
  <Paragraphs>1761</Paragraphs>
  <Slides>82</Slides>
  <Notes>52</Notes>
  <HiddenSlides>1</HiddenSlides>
  <MMClips>0</MMClips>
  <ScaleCrop>false</ScaleCrop>
  <HeadingPairs>
    <vt:vector size="6" baseType="variant">
      <vt:variant>
        <vt:lpstr>Kullanılan Yazı Tipleri</vt:lpstr>
      </vt:variant>
      <vt:variant>
        <vt:i4>10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82</vt:i4>
      </vt:variant>
    </vt:vector>
  </HeadingPairs>
  <TitlesOfParts>
    <vt:vector size="94" baseType="lpstr">
      <vt:lpstr>Aldhabi</vt:lpstr>
      <vt:lpstr>Arial</vt:lpstr>
      <vt:lpstr>Biome</vt:lpstr>
      <vt:lpstr>Biome Light</vt:lpstr>
      <vt:lpstr>Bradley Hand</vt:lpstr>
      <vt:lpstr>Calibri</vt:lpstr>
      <vt:lpstr>Calibri Light</vt:lpstr>
      <vt:lpstr>Candara</vt:lpstr>
      <vt:lpstr>Symbol</vt:lpstr>
      <vt:lpstr>Times New Roman</vt:lpstr>
      <vt:lpstr>Office Teması</vt:lpstr>
      <vt:lpstr>1_Office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Harf-i Ta’rîf  “ال” (Elif-Lam Takısı)</dc:title>
  <dc:creator>Geylani DEMİRBAĞ</dc:creator>
  <cp:lastModifiedBy>Geylani DEMİRBAĞ</cp:lastModifiedBy>
  <cp:revision>48</cp:revision>
  <dcterms:created xsi:type="dcterms:W3CDTF">2020-03-21T15:21:31Z</dcterms:created>
  <dcterms:modified xsi:type="dcterms:W3CDTF">2026-08-13T21:13:42Z</dcterms:modified>
</cp:coreProperties>
</file>