
<file path=[Content_Types].xml><?xml version="1.0" encoding="utf-8"?>
<Types xmlns="http://schemas.openxmlformats.org/package/2006/content-types">
  <Default Extension="bin" ContentType="image/unknown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tags/tag1.xml" ContentType="application/vnd.openxmlformats-officedocument.presentationml.tags+xml"/>
  <Override PartName="/ppt/notesSlides/notesSlide2.xml" ContentType="application/vnd.openxmlformats-officedocument.presentationml.notesSlide+xml"/>
  <Override PartName="/ppt/tags/tag2.xml" ContentType="application/vnd.openxmlformats-officedocument.presentationml.tags+xml"/>
  <Override PartName="/ppt/notesSlides/notesSlide3.xml" ContentType="application/vnd.openxmlformats-officedocument.presentationml.notesSlide+xml"/>
  <Override PartName="/ppt/tags/tag3.xml" ContentType="application/vnd.openxmlformats-officedocument.presentationml.tags+xml"/>
  <Override PartName="/ppt/notesSlides/notesSlide4.xml" ContentType="application/vnd.openxmlformats-officedocument.presentationml.notesSlide+xml"/>
  <Override PartName="/ppt/tags/tag4.xml" ContentType="application/vnd.openxmlformats-officedocument.presentationml.tags+xml"/>
  <Override PartName="/ppt/notesSlides/notesSlide5.xml" ContentType="application/vnd.openxmlformats-officedocument.presentationml.notesSlide+xml"/>
  <Override PartName="/ppt/tags/tag5.xml" ContentType="application/vnd.openxmlformats-officedocument.presentationml.tags+xml"/>
  <Override PartName="/ppt/notesSlides/notesSlide6.xml" ContentType="application/vnd.openxmlformats-officedocument.presentationml.notesSlide+xml"/>
  <Override PartName="/ppt/tags/tag6.xml" ContentType="application/vnd.openxmlformats-officedocument.presentationml.tags+xml"/>
  <Override PartName="/ppt/notesSlides/notesSlide7.xml" ContentType="application/vnd.openxmlformats-officedocument.presentationml.notesSlide+xml"/>
  <Override PartName="/ppt/tags/tag7.xml" ContentType="application/vnd.openxmlformats-officedocument.presentationml.tags+xml"/>
  <Override PartName="/ppt/notesSlides/notesSlide8.xml" ContentType="application/vnd.openxmlformats-officedocument.presentationml.notesSlide+xml"/>
  <Override PartName="/ppt/tags/tag8.xml" ContentType="application/vnd.openxmlformats-officedocument.presentationml.tags+xml"/>
  <Override PartName="/ppt/notesSlides/notesSlide9.xml" ContentType="application/vnd.openxmlformats-officedocument.presentationml.notesSlide+xml"/>
  <Override PartName="/ppt/tags/tag9.xml" ContentType="application/vnd.openxmlformats-officedocument.presentationml.tags+xml"/>
  <Override PartName="/ppt/notesSlides/notesSlide10.xml" ContentType="application/vnd.openxmlformats-officedocument.presentationml.notesSlide+xml"/>
  <Override PartName="/ppt/ink/ink1.xml" ContentType="application/inkml+xml"/>
  <Override PartName="/ppt/tags/tag10.xml" ContentType="application/vnd.openxmlformats-officedocument.presentationml.tags+xml"/>
  <Override PartName="/ppt/notesSlides/notesSlide11.xml" ContentType="application/vnd.openxmlformats-officedocument.presentationml.notesSlide+xml"/>
  <Override PartName="/ppt/ink/ink2.xml" ContentType="application/inkml+xml"/>
  <Override PartName="/ppt/ink/ink3.xml" ContentType="application/inkml+xml"/>
  <Override PartName="/ppt/tags/tag11.xml" ContentType="application/vnd.openxmlformats-officedocument.presentationml.tags+xml"/>
  <Override PartName="/ppt/notesSlides/notesSlide12.xml" ContentType="application/vnd.openxmlformats-officedocument.presentationml.notesSlide+xml"/>
  <Override PartName="/ppt/ink/ink4.xml" ContentType="application/inkml+xml"/>
  <Override PartName="/ppt/ink/ink5.xml" ContentType="application/inkml+xml"/>
  <Override PartName="/ppt/ink/ink6.xml" ContentType="application/inkml+xml"/>
  <Override PartName="/ppt/tags/tag12.xml" ContentType="application/vnd.openxmlformats-officedocument.presentationml.tags+xml"/>
  <Override PartName="/ppt/notesSlides/notesSlide13.xml" ContentType="application/vnd.openxmlformats-officedocument.presentationml.notesSlide+xml"/>
  <Override PartName="/ppt/ink/ink7.xml" ContentType="application/inkml+xml"/>
  <Override PartName="/ppt/ink/ink8.xml" ContentType="application/inkml+xml"/>
  <Override PartName="/ppt/ink/ink9.xml" ContentType="application/inkml+xml"/>
  <Override PartName="/ppt/tags/tag13.xml" ContentType="application/vnd.openxmlformats-officedocument.presentationml.tags+xml"/>
  <Override PartName="/ppt/notesSlides/notesSlide14.xml" ContentType="application/vnd.openxmlformats-officedocument.presentationml.notesSlide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tags/tag14.xml" ContentType="application/vnd.openxmlformats-officedocument.presentationml.tags+xml"/>
  <Override PartName="/ppt/notesSlides/notesSlide15.xml" ContentType="application/vnd.openxmlformats-officedocument.presentationml.notesSlide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tags/tag15.xml" ContentType="application/vnd.openxmlformats-officedocument.presentationml.tags+xml"/>
  <Override PartName="/ppt/notesSlides/notesSlide16.xml" ContentType="application/vnd.openxmlformats-officedocument.presentationml.notesSlide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tags/tag16.xml" ContentType="application/vnd.openxmlformats-officedocument.presentationml.tags+xml"/>
  <Override PartName="/ppt/notesSlides/notesSlide17.xml" ContentType="application/vnd.openxmlformats-officedocument.presentationml.notesSlide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tags/tag17.xml" ContentType="application/vnd.openxmlformats-officedocument.presentationml.tags+xml"/>
  <Override PartName="/ppt/notesSlides/notesSlide18.xml" ContentType="application/vnd.openxmlformats-officedocument.presentationml.notesSlide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9.xml" ContentType="application/vnd.openxmlformats-officedocument.presentationml.notesSlide+xml"/>
  <Override PartName="/ppt/tags/tag27.xml" ContentType="application/vnd.openxmlformats-officedocument.presentationml.tags+xml"/>
  <Override PartName="/ppt/notesSlides/notesSlide20.xml" ContentType="application/vnd.openxmlformats-officedocument.presentationml.notesSlide+xml"/>
  <Override PartName="/ppt/tags/tag28.xml" ContentType="application/vnd.openxmlformats-officedocument.presentationml.tags+xml"/>
  <Override PartName="/ppt/notesSlides/notesSlide21.xml" ContentType="application/vnd.openxmlformats-officedocument.presentationml.notesSlide+xml"/>
  <Override PartName="/ppt/ink/ink38.xml" ContentType="application/inkml+xml"/>
  <Override PartName="/ppt/ink/ink39.xml" ContentType="application/inkml+xml"/>
  <Override PartName="/ppt/tags/tag29.xml" ContentType="application/vnd.openxmlformats-officedocument.presentationml.tags+xml"/>
  <Override PartName="/ppt/notesSlides/notesSlide22.xml" ContentType="application/vnd.openxmlformats-officedocument.presentationml.notesSlide+xml"/>
  <Override PartName="/ppt/ink/ink40.xml" ContentType="application/inkml+xml"/>
  <Override PartName="/ppt/tags/tag30.xml" ContentType="application/vnd.openxmlformats-officedocument.presentationml.tags+xml"/>
  <Override PartName="/ppt/notesSlides/notesSlide23.xml" ContentType="application/vnd.openxmlformats-officedocument.presentationml.notesSlide+xml"/>
  <Override PartName="/ppt/ink/ink41.xml" ContentType="application/inkml+xml"/>
  <Override PartName="/ppt/ink/ink42.xml" ContentType="application/inkml+xml"/>
  <Override PartName="/ppt/ink/ink43.xml" ContentType="application/inkml+xml"/>
  <Override PartName="/ppt/tags/tag31.xml" ContentType="application/vnd.openxmlformats-officedocument.presentationml.tags+xml"/>
  <Override PartName="/ppt/notesSlides/notesSlide24.xml" ContentType="application/vnd.openxmlformats-officedocument.presentationml.notesSlide+xml"/>
  <Override PartName="/ppt/tags/tag32.xml" ContentType="application/vnd.openxmlformats-officedocument.presentationml.tags+xml"/>
  <Override PartName="/ppt/notesSlides/notesSlide25.xml" ContentType="application/vnd.openxmlformats-officedocument.presentationml.notesSlide+xml"/>
  <Override PartName="/ppt/tags/tag33.xml" ContentType="application/vnd.openxmlformats-officedocument.presentationml.tags+xml"/>
  <Override PartName="/ppt/notesSlides/notesSlide26.xml" ContentType="application/vnd.openxmlformats-officedocument.presentationml.notesSlide+xml"/>
  <Override PartName="/ppt/tags/tag34.xml" ContentType="application/vnd.openxmlformats-officedocument.presentationml.tags+xml"/>
  <Override PartName="/ppt/notesSlides/notesSlide27.xml" ContentType="application/vnd.openxmlformats-officedocument.presentationml.notesSlide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tags/tag35.xml" ContentType="application/vnd.openxmlformats-officedocument.presentationml.tags+xml"/>
  <Override PartName="/ppt/notesSlides/notesSlide28.xml" ContentType="application/vnd.openxmlformats-officedocument.presentationml.notesSlide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tags/tag36.xml" ContentType="application/vnd.openxmlformats-officedocument.presentationml.tags+xml"/>
  <Override PartName="/ppt/notesSlides/notesSlide29.xml" ContentType="application/vnd.openxmlformats-officedocument.presentationml.notesSlide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tags/tag37.xml" ContentType="application/vnd.openxmlformats-officedocument.presentationml.tags+xml"/>
  <Override PartName="/ppt/notesSlides/notesSlide32.xml" ContentType="application/vnd.openxmlformats-officedocument.presentationml.notesSlide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tags/tag38.xml" ContentType="application/vnd.openxmlformats-officedocument.presentationml.tags+xml"/>
  <Override PartName="/ppt/notesSlides/notesSlide33.xml" ContentType="application/vnd.openxmlformats-officedocument.presentationml.notesSlide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tags/tag39.xml" ContentType="application/vnd.openxmlformats-officedocument.presentationml.tags+xml"/>
  <Override PartName="/ppt/notesSlides/notesSlide34.xml" ContentType="application/vnd.openxmlformats-officedocument.presentationml.notesSlide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tags/tag40.xml" ContentType="application/vnd.openxmlformats-officedocument.presentationml.tags+xml"/>
  <Override PartName="/ppt/notesSlides/notesSlide35.xml" ContentType="application/vnd.openxmlformats-officedocument.presentationml.notesSlide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tags/tag41.xml" ContentType="application/vnd.openxmlformats-officedocument.presentationml.tags+xml"/>
  <Override PartName="/ppt/notesSlides/notesSlide36.xml" ContentType="application/vnd.openxmlformats-officedocument.presentationml.notesSlide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tags/tag42.xml" ContentType="application/vnd.openxmlformats-officedocument.presentationml.tags+xml"/>
  <Override PartName="/ppt/notesSlides/notesSlide37.xml" ContentType="application/vnd.openxmlformats-officedocument.presentationml.notesSlide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tags/tag43.xml" ContentType="application/vnd.openxmlformats-officedocument.presentationml.tags+xml"/>
  <Override PartName="/ppt/notesSlides/notesSlide38.xml" ContentType="application/vnd.openxmlformats-officedocument.presentationml.notesSlide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tags/tag44.xml" ContentType="application/vnd.openxmlformats-officedocument.presentationml.tags+xml"/>
  <Override PartName="/ppt/notesSlides/notesSlide39.xml" ContentType="application/vnd.openxmlformats-officedocument.presentationml.notesSlide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tags/tag45.xml" ContentType="application/vnd.openxmlformats-officedocument.presentationml.tags+xml"/>
  <Override PartName="/ppt/notesSlides/notesSlide40.xml" ContentType="application/vnd.openxmlformats-officedocument.presentationml.notesSlide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tags/tag46.xml" ContentType="application/vnd.openxmlformats-officedocument.presentationml.tags+xml"/>
  <Override PartName="/ppt/notesSlides/notesSlide41.xml" ContentType="application/vnd.openxmlformats-officedocument.presentationml.notesSlide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tags/tag47.xml" ContentType="application/vnd.openxmlformats-officedocument.presentationml.tags+xml"/>
  <Override PartName="/ppt/notesSlides/notesSlide42.xml" ContentType="application/vnd.openxmlformats-officedocument.presentationml.notesSlide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tags/tag48.xml" ContentType="application/vnd.openxmlformats-officedocument.presentationml.tags+xml"/>
  <Override PartName="/ppt/notesSlides/notesSlide43.xml" ContentType="application/vnd.openxmlformats-officedocument.presentationml.notesSlide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tags/tag49.xml" ContentType="application/vnd.openxmlformats-officedocument.presentationml.tags+xml"/>
  <Override PartName="/ppt/notesSlides/notesSlide44.xml" ContentType="application/vnd.openxmlformats-officedocument.presentationml.notesSlide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tags/tag50.xml" ContentType="application/vnd.openxmlformats-officedocument.presentationml.tags+xml"/>
  <Override PartName="/ppt/notesSlides/notesSlide45.xml" ContentType="application/vnd.openxmlformats-officedocument.presentationml.notesSlide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tags/tag51.xml" ContentType="application/vnd.openxmlformats-officedocument.presentationml.tags+xml"/>
  <Override PartName="/ppt/notesSlides/notesSlide46.xml" ContentType="application/vnd.openxmlformats-officedocument.presentationml.notesSlide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tags/tag52.xml" ContentType="application/vnd.openxmlformats-officedocument.presentationml.tags+xml"/>
  <Override PartName="/ppt/notesSlides/notesSlide47.xml" ContentType="application/vnd.openxmlformats-officedocument.presentationml.notesSlide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tags/tag53.xml" ContentType="application/vnd.openxmlformats-officedocument.presentationml.tags+xml"/>
  <Override PartName="/ppt/notesSlides/notesSlide48.xml" ContentType="application/vnd.openxmlformats-officedocument.presentationml.notesSlide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tags/tag54.xml" ContentType="application/vnd.openxmlformats-officedocument.presentationml.tags+xml"/>
  <Override PartName="/ppt/notesSlides/notesSlide51.xml" ContentType="application/vnd.openxmlformats-officedocument.presentationml.notesSlide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tags/tag55.xml" ContentType="application/vnd.openxmlformats-officedocument.presentationml.tags+xml"/>
  <Override PartName="/ppt/notesSlides/notesSlide52.xml" ContentType="application/vnd.openxmlformats-officedocument.presentationml.notesSlide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tags/tag56.xml" ContentType="application/vnd.openxmlformats-officedocument.presentationml.tags+xml"/>
  <Override PartName="/ppt/notesSlides/notesSlide53.xml" ContentType="application/vnd.openxmlformats-officedocument.presentationml.notesSlide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tags/tag57.xml" ContentType="application/vnd.openxmlformats-officedocument.presentationml.tags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tags/tag58.xml" ContentType="application/vnd.openxmlformats-officedocument.presentationml.tags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tags/tag59.xml" ContentType="application/vnd.openxmlformats-officedocument.presentationml.tags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tags/tag60.xml" ContentType="application/vnd.openxmlformats-officedocument.presentationml.tags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tags/tag61.xml" ContentType="application/vnd.openxmlformats-officedocument.presentationml.tags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tags/tag62.xml" ContentType="application/vnd.openxmlformats-officedocument.presentationml.tags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tags/tag63.xml" ContentType="application/vnd.openxmlformats-officedocument.presentationml.tags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tags/tag64.xml" ContentType="application/vnd.openxmlformats-officedocument.presentationml.tags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tags/tag65.xml" ContentType="application/vnd.openxmlformats-officedocument.presentationml.tags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tags/tag66.xml" ContentType="application/vnd.openxmlformats-officedocument.presentationml.tags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tags/tag67.xml" ContentType="application/vnd.openxmlformats-officedocument.presentationml.tags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tags/tag68.xml" ContentType="application/vnd.openxmlformats-officedocument.presentationml.tags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tags/tag69.xml" ContentType="application/vnd.openxmlformats-officedocument.presentationml.tags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tags/tag70.xml" ContentType="application/vnd.openxmlformats-officedocument.presentationml.tags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tags/tag71.xml" ContentType="application/vnd.openxmlformats-officedocument.presentationml.tags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tags/tag72.xml" ContentType="application/vnd.openxmlformats-officedocument.presentationml.tags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tags/tag73.xml" ContentType="application/vnd.openxmlformats-officedocument.presentationml.tags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tags/tag74.xml" ContentType="application/vnd.openxmlformats-officedocument.presentationml.tags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tags/tag75.xml" ContentType="application/vnd.openxmlformats-officedocument.presentationml.tags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tags/tag76.xml" ContentType="application/vnd.openxmlformats-officedocument.presentationml.tags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tags/tag77.xml" ContentType="application/vnd.openxmlformats-officedocument.presentationml.tags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78.xml" ContentType="application/vnd.openxmlformats-officedocument.presentationml.tags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tags/tag79.xml" ContentType="application/vnd.openxmlformats-officedocument.presentationml.tags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tags/tag80.xml" ContentType="application/vnd.openxmlformats-officedocument.presentationml.tags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tags/tag81.xml" ContentType="application/vnd.openxmlformats-officedocument.presentationml.tags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tags/tag82.xml" ContentType="application/vnd.openxmlformats-officedocument.presentationml.tags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tags/tag83.xml" ContentType="application/vnd.openxmlformats-officedocument.presentationml.tags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tags/tag84.xml" ContentType="application/vnd.openxmlformats-officedocument.presentationml.tags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tags/tag85.xml" ContentType="application/vnd.openxmlformats-officedocument.presentationml.tags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tags/tag86.xml" ContentType="application/vnd.openxmlformats-officedocument.presentationml.tags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tags/tag87.xml" ContentType="application/vnd.openxmlformats-officedocument.presentationml.tags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tags/tag88.xml" ContentType="application/vnd.openxmlformats-officedocument.presentationml.tags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tags/tag89.xml" ContentType="application/vnd.openxmlformats-officedocument.presentationml.tags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tags/tag90.xml" ContentType="application/vnd.openxmlformats-officedocument.presentationml.tags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tags/tag91.xml" ContentType="application/vnd.openxmlformats-officedocument.presentationml.tags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126"/>
  </p:notesMasterIdLst>
  <p:sldIdLst>
    <p:sldId id="322" r:id="rId3"/>
    <p:sldId id="271" r:id="rId4"/>
    <p:sldId id="413" r:id="rId5"/>
    <p:sldId id="490" r:id="rId6"/>
    <p:sldId id="493" r:id="rId7"/>
    <p:sldId id="492" r:id="rId8"/>
    <p:sldId id="495" r:id="rId9"/>
    <p:sldId id="496" r:id="rId10"/>
    <p:sldId id="497" r:id="rId11"/>
    <p:sldId id="498" r:id="rId12"/>
    <p:sldId id="499" r:id="rId13"/>
    <p:sldId id="500" r:id="rId14"/>
    <p:sldId id="501" r:id="rId15"/>
    <p:sldId id="502" r:id="rId16"/>
    <p:sldId id="503" r:id="rId17"/>
    <p:sldId id="504" r:id="rId18"/>
    <p:sldId id="505" r:id="rId19"/>
    <p:sldId id="506" r:id="rId20"/>
    <p:sldId id="507" r:id="rId21"/>
    <p:sldId id="414" r:id="rId22"/>
    <p:sldId id="415" r:id="rId23"/>
    <p:sldId id="416" r:id="rId24"/>
    <p:sldId id="417" r:id="rId25"/>
    <p:sldId id="375" r:id="rId26"/>
    <p:sldId id="381" r:id="rId27"/>
    <p:sldId id="443" r:id="rId28"/>
    <p:sldId id="444" r:id="rId29"/>
    <p:sldId id="445" r:id="rId30"/>
    <p:sldId id="446" r:id="rId31"/>
    <p:sldId id="378" r:id="rId32"/>
    <p:sldId id="377" r:id="rId33"/>
    <p:sldId id="523" r:id="rId34"/>
    <p:sldId id="418" r:id="rId35"/>
    <p:sldId id="419" r:id="rId36"/>
    <p:sldId id="421" r:id="rId37"/>
    <p:sldId id="422" r:id="rId38"/>
    <p:sldId id="423" r:id="rId39"/>
    <p:sldId id="390" r:id="rId40"/>
    <p:sldId id="508" r:id="rId41"/>
    <p:sldId id="424" r:id="rId42"/>
    <p:sldId id="407" r:id="rId43"/>
    <p:sldId id="408" r:id="rId44"/>
    <p:sldId id="260" r:id="rId45"/>
    <p:sldId id="430" r:id="rId46"/>
    <p:sldId id="425" r:id="rId47"/>
    <p:sldId id="509" r:id="rId48"/>
    <p:sldId id="510" r:id="rId49"/>
    <p:sldId id="426" r:id="rId50"/>
    <p:sldId id="472" r:id="rId51"/>
    <p:sldId id="512" r:id="rId52"/>
    <p:sldId id="511" r:id="rId53"/>
    <p:sldId id="513" r:id="rId54"/>
    <p:sldId id="427" r:id="rId55"/>
    <p:sldId id="429" r:id="rId56"/>
    <p:sldId id="514" r:id="rId57"/>
    <p:sldId id="515" r:id="rId58"/>
    <p:sldId id="516" r:id="rId59"/>
    <p:sldId id="517" r:id="rId60"/>
    <p:sldId id="473" r:id="rId61"/>
    <p:sldId id="431" r:id="rId62"/>
    <p:sldId id="474" r:id="rId63"/>
    <p:sldId id="387" r:id="rId64"/>
    <p:sldId id="432" r:id="rId65"/>
    <p:sldId id="437" r:id="rId66"/>
    <p:sldId id="521" r:id="rId67"/>
    <p:sldId id="522" r:id="rId68"/>
    <p:sldId id="392" r:id="rId69"/>
    <p:sldId id="433" r:id="rId70"/>
    <p:sldId id="475" r:id="rId71"/>
    <p:sldId id="439" r:id="rId72"/>
    <p:sldId id="476" r:id="rId73"/>
    <p:sldId id="265" r:id="rId74"/>
    <p:sldId id="440" r:id="rId75"/>
    <p:sldId id="434" r:id="rId76"/>
    <p:sldId id="441" r:id="rId77"/>
    <p:sldId id="442" r:id="rId78"/>
    <p:sldId id="477" r:id="rId79"/>
    <p:sldId id="393" r:id="rId80"/>
    <p:sldId id="478" r:id="rId81"/>
    <p:sldId id="300" r:id="rId82"/>
    <p:sldId id="469" r:id="rId83"/>
    <p:sldId id="471" r:id="rId84"/>
    <p:sldId id="470" r:id="rId85"/>
    <p:sldId id="395" r:id="rId86"/>
    <p:sldId id="454" r:id="rId87"/>
    <p:sldId id="448" r:id="rId88"/>
    <p:sldId id="479" r:id="rId89"/>
    <p:sldId id="453" r:id="rId90"/>
    <p:sldId id="455" r:id="rId91"/>
    <p:sldId id="458" r:id="rId92"/>
    <p:sldId id="456" r:id="rId93"/>
    <p:sldId id="457" r:id="rId94"/>
    <p:sldId id="480" r:id="rId95"/>
    <p:sldId id="459" r:id="rId96"/>
    <p:sldId id="481" r:id="rId97"/>
    <p:sldId id="396" r:id="rId98"/>
    <p:sldId id="449" r:id="rId99"/>
    <p:sldId id="410" r:id="rId100"/>
    <p:sldId id="461" r:id="rId101"/>
    <p:sldId id="460" r:id="rId102"/>
    <p:sldId id="482" r:id="rId103"/>
    <p:sldId id="462" r:id="rId104"/>
    <p:sldId id="483" r:id="rId105"/>
    <p:sldId id="401" r:id="rId106"/>
    <p:sldId id="463" r:id="rId107"/>
    <p:sldId id="411" r:id="rId108"/>
    <p:sldId id="464" r:id="rId109"/>
    <p:sldId id="465" r:id="rId110"/>
    <p:sldId id="484" r:id="rId111"/>
    <p:sldId id="466" r:id="rId112"/>
    <p:sldId id="485" r:id="rId113"/>
    <p:sldId id="403" r:id="rId114"/>
    <p:sldId id="467" r:id="rId115"/>
    <p:sldId id="412" r:id="rId116"/>
    <p:sldId id="468" r:id="rId117"/>
    <p:sldId id="405" r:id="rId118"/>
    <p:sldId id="486" r:id="rId119"/>
    <p:sldId id="487" r:id="rId120"/>
    <p:sldId id="488" r:id="rId121"/>
    <p:sldId id="489" r:id="rId122"/>
    <p:sldId id="406" r:id="rId123"/>
    <p:sldId id="376" r:id="rId124"/>
    <p:sldId id="379" r:id="rId125"/>
  </p:sldIdLst>
  <p:sldSz cx="12192000" cy="6858000"/>
  <p:notesSz cx="6858000" cy="9144000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Konu Anlatımı" id="{3C6ED1ED-7356-4493-B3CD-CAEF3B3505F5}">
          <p14:sldIdLst>
            <p14:sldId id="322"/>
            <p14:sldId id="271"/>
            <p14:sldId id="413"/>
            <p14:sldId id="490"/>
            <p14:sldId id="493"/>
            <p14:sldId id="492"/>
            <p14:sldId id="495"/>
            <p14:sldId id="496"/>
            <p14:sldId id="497"/>
            <p14:sldId id="498"/>
            <p14:sldId id="499"/>
            <p14:sldId id="500"/>
            <p14:sldId id="501"/>
            <p14:sldId id="502"/>
            <p14:sldId id="503"/>
            <p14:sldId id="504"/>
            <p14:sldId id="505"/>
            <p14:sldId id="506"/>
            <p14:sldId id="507"/>
            <p14:sldId id="414"/>
            <p14:sldId id="415"/>
            <p14:sldId id="416"/>
            <p14:sldId id="417"/>
            <p14:sldId id="375"/>
            <p14:sldId id="381"/>
            <p14:sldId id="443"/>
            <p14:sldId id="444"/>
            <p14:sldId id="445"/>
            <p14:sldId id="446"/>
            <p14:sldId id="378"/>
            <p14:sldId id="377"/>
            <p14:sldId id="523"/>
            <p14:sldId id="418"/>
            <p14:sldId id="419"/>
            <p14:sldId id="421"/>
            <p14:sldId id="422"/>
            <p14:sldId id="423"/>
          </p14:sldIdLst>
        </p14:section>
        <p14:section name="Merfu 1-3" id="{8512593F-5431-460A-828C-CBF4F34236A0}">
          <p14:sldIdLst>
            <p14:sldId id="390"/>
            <p14:sldId id="508"/>
            <p14:sldId id="424"/>
            <p14:sldId id="407"/>
            <p14:sldId id="408"/>
            <p14:sldId id="260"/>
            <p14:sldId id="430"/>
          </p14:sldIdLst>
        </p14:section>
        <p14:section name="Merfu 4" id="{62044CC7-5F0A-48E1-98D8-6579C6BF75E5}">
          <p14:sldIdLst>
            <p14:sldId id="425"/>
            <p14:sldId id="509"/>
            <p14:sldId id="510"/>
            <p14:sldId id="426"/>
            <p14:sldId id="472"/>
            <p14:sldId id="512"/>
            <p14:sldId id="511"/>
            <p14:sldId id="513"/>
            <p14:sldId id="427"/>
            <p14:sldId id="429"/>
            <p14:sldId id="514"/>
            <p14:sldId id="515"/>
            <p14:sldId id="516"/>
            <p14:sldId id="517"/>
            <p14:sldId id="473"/>
            <p14:sldId id="431"/>
            <p14:sldId id="474"/>
            <p14:sldId id="387"/>
            <p14:sldId id="432"/>
            <p14:sldId id="437"/>
            <p14:sldId id="521"/>
            <p14:sldId id="522"/>
          </p14:sldIdLst>
        </p14:section>
        <p14:section name="Merfu 5" id="{8E20B70E-4954-4529-BB1D-B92DD0CC03A8}">
          <p14:sldIdLst>
            <p14:sldId id="392"/>
            <p14:sldId id="433"/>
            <p14:sldId id="475"/>
            <p14:sldId id="439"/>
            <p14:sldId id="476"/>
            <p14:sldId id="265"/>
            <p14:sldId id="440"/>
            <p14:sldId id="434"/>
            <p14:sldId id="441"/>
            <p14:sldId id="442"/>
            <p14:sldId id="477"/>
          </p14:sldIdLst>
        </p14:section>
        <p14:section name="Merfu 6-7" id="{C3E06EDF-43BA-491A-A631-D3CCCEFCE27B}">
          <p14:sldIdLst>
            <p14:sldId id="393"/>
            <p14:sldId id="478"/>
          </p14:sldIdLst>
        </p14:section>
        <p14:section name="Merfu 8" id="{07477731-7F2C-4289-851E-2681B8FB670E}">
          <p14:sldIdLst>
            <p14:sldId id="300"/>
            <p14:sldId id="469"/>
            <p14:sldId id="471"/>
            <p14:sldId id="470"/>
          </p14:sldIdLst>
        </p14:section>
        <p14:section name="Mansub 1-2" id="{F7BD3017-5E40-49AB-A0F4-1C64D6A32D1D}">
          <p14:sldIdLst>
            <p14:sldId id="395"/>
            <p14:sldId id="454"/>
            <p14:sldId id="448"/>
            <p14:sldId id="479"/>
            <p14:sldId id="453"/>
            <p14:sldId id="455"/>
            <p14:sldId id="458"/>
            <p14:sldId id="456"/>
            <p14:sldId id="457"/>
            <p14:sldId id="480"/>
            <p14:sldId id="459"/>
            <p14:sldId id="481"/>
            <p14:sldId id="396"/>
            <p14:sldId id="449"/>
            <p14:sldId id="410"/>
            <p14:sldId id="461"/>
            <p14:sldId id="460"/>
            <p14:sldId id="482"/>
            <p14:sldId id="462"/>
            <p14:sldId id="483"/>
            <p14:sldId id="401"/>
            <p14:sldId id="463"/>
            <p14:sldId id="411"/>
            <p14:sldId id="464"/>
            <p14:sldId id="465"/>
            <p14:sldId id="484"/>
            <p14:sldId id="466"/>
            <p14:sldId id="485"/>
            <p14:sldId id="403"/>
            <p14:sldId id="467"/>
            <p14:sldId id="412"/>
            <p14:sldId id="468"/>
            <p14:sldId id="405"/>
            <p14:sldId id="486"/>
            <p14:sldId id="487"/>
            <p14:sldId id="488"/>
            <p14:sldId id="489"/>
            <p14:sldId id="406"/>
            <p14:sldId id="376"/>
            <p14:sldId id="379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FF"/>
    <a:srgbClr val="FF0066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Orta Stil 2 - Vurgu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EC20E35-A176-4012-BC5E-935CFFF8708E}" styleName="Orta Stil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3B4B98B0-60AC-42C2-AFA5-B58CD77FA1E5}" styleName="Açık Stil 1 - Vurgu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9D7B26C5-4107-4FEC-AEDC-1716B250A1EF}" styleName="Açık Stil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8799B23B-EC83-4686-B30A-512413B5E67A}" styleName="Açık Stil 3 - Vurgu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69012ECD-51FC-41F1-AA8D-1B2483CD663E}" styleName="Açık Stil 2 - Vurgu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925" autoAdjust="0"/>
    <p:restoredTop sz="94712" autoAdjust="0"/>
  </p:normalViewPr>
  <p:slideViewPr>
    <p:cSldViewPr snapToGrid="0">
      <p:cViewPr varScale="1">
        <p:scale>
          <a:sx n="115" d="100"/>
          <a:sy n="115" d="100"/>
        </p:scale>
        <p:origin x="376" y="200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viewProps" Target="viewProps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theme" Target="theme/theme1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tableStyles" Target="tableStyles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notesMaster" Target="notesMasters/notesMaster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presProps" Target="presProp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26" Type="http://schemas.openxmlformats.org/officeDocument/2006/relationships/slide" Target="slides/slide24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37.9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37.9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45.5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37.9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45.5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52.38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37.9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45.5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52.38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37.9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45.5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52.38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2000 245 4977 0 0,'-55'-6'119'0'0,"-3"1"0"0"0,3 1 0 0 0,-2 4 0 0 0,2 0 0 0 0,-2 0 0 0 0,3 4 1 0 0,-38 5-120 0 0,-1 2 174 0 0,-2 5 0 0 0,3 2 0 0 0,-1 5 0 0 0,0-3-174 0 0,22 2 197 0 0,2 1 0 0 0,2 2 0 0 0,4 4-1 0 0,-2 0 1 0 0,4 3 0 0 0,2-1 0 0 0,-1 5 0 0 0,5-2 0 0 0,4 4 0 0 0,-2 3 0 0 0,5-1 0 0 0,3 3 0 0 0,4 0 0 0 0,-1 2 0 0 0,-17 34-197 0 0,33-39 50 0 0,1 1 0 0 0,5 1 0 0 0,2-1 0 0 0,4 2 0 0 0,-1-3 0 0 0,5 5 0 0 0,2-2 0 0 0,4 13-50 0 0,2-29-25 0 0,2-2-1 0 0,2 4 0 0 0,0-4 1 0 0,4 4-1 0 0,0-4 0 0 0,4 0 1 0 0,-1 2-1 0 0,3-2 0 0 0,0-3 1 0 0,2 5-1 0 0,2-2 0 0 0,5-3 1 0 0,-3 1-1 0 0,8 6 26 0 0,-8-15-40 0 0,-1-3 0 0 0,3 5-1 0 0,0-5 1 0 0,-2 0 0 0 0,3-2 0 0 0,-1 2-1 0 0,4-2 1 0 0,-3 1 0 0 0,5-1 0 0 0,-4-3-1 0 0,1-1 1 0 0,3 4 0 0 0,-2-5 0 0 0,1 1-1 0 0,1-1 1 0 0,21 1 40 0 0,16-1 143 0 0,2-1-1 0 0,0-1 0 0 0,1-2 1 0 0,-1-2-1 0 0,0-3 1 0 0,10-2-143 0 0,53-11 408 0 0,0-4 0 0 0,0-3 0 0 0,-2-7 0 0 0,-7-1 0 0 0,3-1 0 0 0,-4-9 0 0 0,-1 0 0 0 0,80-44-408 0 0,-122 53 433 0 0,2-7 0 0 0,-6 3 0 0 0,-2-5 0 0 0,-2-4 0 0 0,-8 0 0 0 0,4 0 0 0 0,-6-3 0 0 0,12-20-433 0 0,-43 41 209 0 0,0-3-1 0 0,-3 1 1 0 0,-3-1-1 0 0,-2 1 1 0 0,0-3-1 0 0,-3 0 1 0 0,-1-11-209 0 0,-8 18 87 0 0,2 0 0 0 0,-6-2 0 0 0,0 2 0 0 0,-2-2 1 0 0,-2 0-1 0 0,0 2 0 0 0,-4-3 0 0 0,0 3 0 0 0,-10-18-87 0 0,3 18-41 0 0,1 2-1 0 0,-4-2 1 0 0,0 3 0 0 0,-4 1-1 0 0,1-4 1 0 0,-1 2-1 0 0,-6 3 1 0 0,3-1 0 0 0,-3 3-1 0 0,0-2 1 0 0,-1 4-1 0 0,-3-3 1 0 0,-11-1 41 0 0,-3-3-813 0 0,-3 3 1 0 0,4 1-1 0 0,-5 3 1 0 0,-17-6 812 0 0,12 8-2434 0 0,-2-2 0 0 0,-2 4 0 0 0,-50-6 2434 0 0,-17 2-6875 0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5 2064 0 0,'-12'-4'5544'0'0,"24"14"-2555"0"0,26 14-631 0 0,2-4-652 0 0,35 22-1706 0 0,-47-24 102 0 0,2 0-1 0 0,2-2 1 0 0,28 10-102 0 0,-2-5 127 0 0,-20-3 73 0 0,-92 0 404 0 0,4 6-620 0 0,4 2 0 0 0,-42 28 16 0 0,-19 14-2017 0 0,33-32-3621 0 0,46-24-972 0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37.9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45.5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52.38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2000 245 4977 0 0,'-55'-6'119'0'0,"-3"1"0"0"0,3 1 0 0 0,-2 4 0 0 0,2 0 0 0 0,-2 0 0 0 0,3 4 1 0 0,-38 5-120 0 0,-1 2 174 0 0,-2 5 0 0 0,3 2 0 0 0,-1 5 0 0 0,0-3-174 0 0,22 2 197 0 0,2 1 0 0 0,2 2 0 0 0,4 4-1 0 0,-2 0 1 0 0,4 3 0 0 0,2-1 0 0 0,-1 5 0 0 0,5-2 0 0 0,4 4 0 0 0,-2 3 0 0 0,5-1 0 0 0,3 3 0 0 0,4 0 0 0 0,-1 2 0 0 0,-17 34-197 0 0,33-39 50 0 0,1 1 0 0 0,5 1 0 0 0,2-1 0 0 0,4 2 0 0 0,-1-3 0 0 0,5 5 0 0 0,2-2 0 0 0,4 13-50 0 0,2-29-25 0 0,2-2-1 0 0,2 4 0 0 0,0-4 1 0 0,4 4-1 0 0,0-4 0 0 0,4 0 1 0 0,-1 2-1 0 0,3-2 0 0 0,0-3 1 0 0,2 5-1 0 0,2-2 0 0 0,5-3 1 0 0,-3 1-1 0 0,8 6 26 0 0,-8-15-40 0 0,-1-3 0 0 0,3 5-1 0 0,0-5 1 0 0,-2 0 0 0 0,3-2 0 0 0,-1 2-1 0 0,4-2 1 0 0,-3 1 0 0 0,5-1 0 0 0,-4-3-1 0 0,1-1 1 0 0,3 4 0 0 0,-2-5 0 0 0,1 1-1 0 0,1-1 1 0 0,21 1 40 0 0,16-1 143 0 0,2-1-1 0 0,0-1 0 0 0,1-2 1 0 0,-1-2-1 0 0,0-3 1 0 0,10-2-143 0 0,53-11 408 0 0,0-4 0 0 0,0-3 0 0 0,-2-7 0 0 0,-7-1 0 0 0,3-1 0 0 0,-4-9 0 0 0,-1 0 0 0 0,80-44-408 0 0,-122 53 433 0 0,2-7 0 0 0,-6 3 0 0 0,-2-5 0 0 0,-2-4 0 0 0,-8 0 0 0 0,4 0 0 0 0,-6-3 0 0 0,12-20-433 0 0,-43 41 209 0 0,0-3-1 0 0,-3 1 1 0 0,-3-1-1 0 0,-2 1 1 0 0,0-3-1 0 0,-3 0 1 0 0,-1-11-209 0 0,-8 18 87 0 0,2 0 0 0 0,-6-2 0 0 0,0 2 0 0 0,-2-2 1 0 0,-2 0-1 0 0,0 2 0 0 0,-4-3 0 0 0,0 3 0 0 0,-10-18-87 0 0,3 18-41 0 0,1 2-1 0 0,-4-2 1 0 0,0 3 0 0 0,-4 1-1 0 0,1-4 1 0 0,-1 2-1 0 0,-6 3 1 0 0,3-1 0 0 0,-3 3-1 0 0,0-2 1 0 0,-1 4-1 0 0,-3-3 1 0 0,-11-1 41 0 0,-3-3-813 0 0,-3 3 1 0 0,4 1-1 0 0,-5 3 1 0 0,-17-6 812 0 0,12 8-2434 0 0,-2-2 0 0 0,-2 4 0 0 0,-50-6 2434 0 0,-17 2-6875 0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5 2064 0 0,'-12'-4'5544'0'0,"24"14"-2555"0"0,26 14-631 0 0,2-4-652 0 0,35 22-1706 0 0,-47-24 102 0 0,2 0-1 0 0,2-2 1 0 0,28 10-102 0 0,-2-5 127 0 0,-20-3 73 0 0,-92 0 404 0 0,4 6-620 0 0,4 2 0 0 0,-42 28 16 0 0,-19 14-2017 0 0,33-32-3621 0 0,46-24-972 0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37.9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45.5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52.38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2000 245 4977 0 0,'-55'-6'119'0'0,"-3"1"0"0"0,3 1 0 0 0,-2 4 0 0 0,2 0 0 0 0,-2 0 0 0 0,3 4 1 0 0,-38 5-120 0 0,-1 2 174 0 0,-2 5 0 0 0,3 2 0 0 0,-1 5 0 0 0,0-3-174 0 0,22 2 197 0 0,2 1 0 0 0,2 2 0 0 0,4 4-1 0 0,-2 0 1 0 0,4 3 0 0 0,2-1 0 0 0,-1 5 0 0 0,5-2 0 0 0,4 4 0 0 0,-2 3 0 0 0,5-1 0 0 0,3 3 0 0 0,4 0 0 0 0,-1 2 0 0 0,-17 34-197 0 0,33-39 50 0 0,1 1 0 0 0,5 1 0 0 0,2-1 0 0 0,4 2 0 0 0,-1-3 0 0 0,5 5 0 0 0,2-2 0 0 0,4 13-50 0 0,2-29-25 0 0,2-2-1 0 0,2 4 0 0 0,0-4 1 0 0,4 4-1 0 0,0-4 0 0 0,4 0 1 0 0,-1 2-1 0 0,3-2 0 0 0,0-3 1 0 0,2 5-1 0 0,2-2 0 0 0,5-3 1 0 0,-3 1-1 0 0,8 6 26 0 0,-8-15-40 0 0,-1-3 0 0 0,3 5-1 0 0,0-5 1 0 0,-2 0 0 0 0,3-2 0 0 0,-1 2-1 0 0,4-2 1 0 0,-3 1 0 0 0,5-1 0 0 0,-4-3-1 0 0,1-1 1 0 0,3 4 0 0 0,-2-5 0 0 0,1 1-1 0 0,1-1 1 0 0,21 1 40 0 0,16-1 143 0 0,2-1-1 0 0,0-1 0 0 0,1-2 1 0 0,-1-2-1 0 0,0-3 1 0 0,10-2-143 0 0,53-11 408 0 0,0-4 0 0 0,0-3 0 0 0,-2-7 0 0 0,-7-1 0 0 0,3-1 0 0 0,-4-9 0 0 0,-1 0 0 0 0,80-44-408 0 0,-122 53 433 0 0,2-7 0 0 0,-6 3 0 0 0,-2-5 0 0 0,-2-4 0 0 0,-8 0 0 0 0,4 0 0 0 0,-6-3 0 0 0,12-20-433 0 0,-43 41 209 0 0,0-3-1 0 0,-3 1 1 0 0,-3-1-1 0 0,-2 1 1 0 0,0-3-1 0 0,-3 0 1 0 0,-1-11-209 0 0,-8 18 87 0 0,2 0 0 0 0,-6-2 0 0 0,0 2 0 0 0,-2-2 1 0 0,-2 0-1 0 0,0 2 0 0 0,-4-3 0 0 0,0 3 0 0 0,-10-18-87 0 0,3 18-41 0 0,1 2-1 0 0,-4-2 1 0 0,0 3 0 0 0,-4 1-1 0 0,1-4 1 0 0,-1 2-1 0 0,-6 3 1 0 0,3-1 0 0 0,-3 3-1 0 0,0-2 1 0 0,-1 4-1 0 0,-3-3 1 0 0,-11-1 41 0 0,-3-3-813 0 0,-3 3 1 0 0,4 1-1 0 0,-5 3 1 0 0,-17-6 812 0 0,12 8-2434 0 0,-2-2 0 0 0,-2 4 0 0 0,-50-6 2434 0 0,-17 2-6875 0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5 2064 0 0,'-12'-4'5544'0'0,"24"14"-2555"0"0,26 14-631 0 0,2-4-652 0 0,35 22-1706 0 0,-47-24 102 0 0,2 0-1 0 0,2-2 1 0 0,28 10-102 0 0,-2-5 127 0 0,-20-3 73 0 0,-92 0 404 0 0,4 6-620 0 0,4 2 0 0 0,-42 28 16 0 0,-19 14-2017 0 0,33-32-3621 0 0,46-24-972 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5:51.789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43 5 2064 0 0,'-12'-4'5544'0'0,"24"14"-2555"0"0,22 13-631 0 0,3-5-652 0 0,30 20-1706 0 0,-40-19 102 0 0,1-3-1 0 0,-1-2 1 0 0,28 11-102 0 0,-4-3 127 0 0,-18-6 73 0 0,-82 1 404 0 0,6 5-620 0 0,2 2 0 0 0,-38 27 16 0 0,-19 12-2017 0 0,32-28-3621 0 0,40-23-972 0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5:51.790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411 9 688 0 0,'-7'0'6330'0'0,"-1"-2"-3963"0"0,-12-4-1575 0 0,-16 1-430 0 0,27 3-317 0 0,3 0-1 0 0,-3 2 1 0 0,-2 0-1 0 0,5 0 1 0 0,-3 2-1 0 0,1 0-44 0 0,-7 3 72 0 0,2 1 0 0 0,0 3 0 0 0,0-1-1 0 0,2 1 1 0 0,-2 2 0 0 0,3 0 0 0 0,-3 4 0 0 0,0-2-1 0 0,2 2 1 0 0,3-2 0 0 0,-3 4 0 0 0,0 2-72 0 0,0 3 198 0 0,-2 2 1 0 0,3-1 0 0 0,-1 1 0 0 0,0 4-1 0 0,3-4 1 0 0,1 6 0 0 0,-1-4-1 0 0,1 6 1 0 0,-4 9-199 0 0,5-4 104 0 0,-3 2 0 0 0,5 0 0 0 0,0 4 0 0 0,-1-4 0 0 0,3 2 0 0 0,0 2 0 0 0,0-2-1 0 0,2-2 1 0 0,0 2 0 0 0,2 2 0 0 0,5 32-104 0 0,-1-3-2467 0 0,0 3-3978 0 0,-3-55 1022 0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37.9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45.5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3:52.38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906 274 5577 0 0,'-33'-52'3345'0'0,"11"16"-929"0"0,-9-8-2416 0 0,22 32 155 0 0,0 1 0 0 0,-1 0 0 0 0,-1 0 0 0 0,0 1 0 0 0,-7-4-155 0 0,5 4 10 0 0,0 1-1 0 0,-1 1 1 0 0,0 0-1 0 0,0 1 1 0 0,-1 1-1 0 0,0 0 1 0 0,0 1-1 0 0,-1 0 1 0 0,-3 1-10 0 0,10 2-20 0 0,0 1 1 0 0,0 0-1 0 0,0 0 0 0 0,0 1 1 0 0,-1 0-1 0 0,1 1 1 0 0,0 0-1 0 0,0 0 0 0 0,0 1 1 0 0,0 1-1 0 0,0-1 1 0 0,1 1-1 0 0,-1 1 0 0 0,1-1 1 0 0,0 2-1 0 0,-6 2 20 0 0,-3 5 19 0 0,1 1 1 0 0,1 0-1 0 0,0 1 0 0 0,1 0 0 0 0,0 1 1 0 0,1 1-1 0 0,-4 7-19 0 0,-20 33 821 0 0,-17 35-821 0 0,15-20 599 0 0,3 2 0 0 0,3 2-1 0 0,4 1 1 0 0,3 1-1 0 0,3 1 1 0 0,-12 80-599 0 0,29-117 64 0 0,1 0 1 0 0,2 0-1 0 0,2 1 1 0 0,2-1-1 0 0,2 0 0 0 0,4 22-64 0 0,-4-44-5 0 0,1 0 0 0 0,0-1 0 0 0,2 1 0 0 0,0-1 0 0 0,1 0 0 0 0,1-1 0 0 0,1 0 0 0 0,0 0 0 0 0,1 0 0 0 0,1-2 0 0 0,1 1 0 0 0,0-1 0 0 0,1-1 0 0 0,0 0 0 0 0,2 0 5 0 0,0-2 39 0 0,1 0 1 0 0,0-1 0 0 0,1-1 0 0 0,0 0 0 0 0,1-1 0 0 0,0-1-1 0 0,17 5-39 0 0,-9-6 58 0 0,0 0 0 0 0,1-2 0 0 0,0 0-1 0 0,-1-2 1 0 0,18-1-58 0 0,-6-2 42 0 0,1-1 1 0 0,-1-3-1 0 0,0-1 0 0 0,0-1 0 0 0,0-3 1 0 0,-1-1-1 0 0,0-1 0 0 0,7-5-42 0 0,-5-1 31 0 0,0-1 0 0 0,-1-1 0 0 0,-2-3 0 0 0,0 0 0 0 0,-1-3 1 0 0,-1-1-1 0 0,-1-1 0 0 0,19-23-31 0 0,-31 28 6 0 0,-1 0 0 0 0,-2-2 0 0 0,0 0 0 0 0,-2-2-1 0 0,0 1 1 0 0,-2-2 0 0 0,-1 0 0 0 0,-1-1 0 0 0,-2 0 0 0 0,0 0 0 0 0,-2-1 0 0 0,3-21-6 0 0,-6 9-39 0 0,-1 0 0 0 0,-2 0 0 0 0,-2 0 0 0 0,-2 1-1 0 0,-1-1 1 0 0,-2 0 0 0 0,-2 1 0 0 0,-11-36 39 0 0,1 21-943 0 0,-2 1 0 0 0,-2 0 0 0 0,-2 2 0 0 0,-3 0 0 0 0,-2 2 1 0 0,-3-1 942 0 0,13 24-3390 0 0,-15-16 3390 0 0,-20-15-6433 0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2000 245 4977 0 0,'-55'-6'119'0'0,"-3"1"0"0"0,3 1 0 0 0,-2 4 0 0 0,2 0 0 0 0,-2 0 0 0 0,3 4 1 0 0,-38 5-120 0 0,-1 2 174 0 0,-2 5 0 0 0,3 2 0 0 0,-1 5 0 0 0,0-3-174 0 0,22 2 197 0 0,2 1 0 0 0,2 2 0 0 0,4 4-1 0 0,-2 0 1 0 0,4 3 0 0 0,2-1 0 0 0,-1 5 0 0 0,5-2 0 0 0,4 4 0 0 0,-2 3 0 0 0,5-1 0 0 0,3 3 0 0 0,4 0 0 0 0,-1 2 0 0 0,-17 34-197 0 0,33-39 50 0 0,1 1 0 0 0,5 1 0 0 0,2-1 0 0 0,4 2 0 0 0,-1-3 0 0 0,5 5 0 0 0,2-2 0 0 0,4 13-50 0 0,2-29-25 0 0,2-2-1 0 0,2 4 0 0 0,0-4 1 0 0,4 4-1 0 0,0-4 0 0 0,4 0 1 0 0,-1 2-1 0 0,3-2 0 0 0,0-3 1 0 0,2 5-1 0 0,2-2 0 0 0,5-3 1 0 0,-3 1-1 0 0,8 6 26 0 0,-8-15-40 0 0,-1-3 0 0 0,3 5-1 0 0,0-5 1 0 0,-2 0 0 0 0,3-2 0 0 0,-1 2-1 0 0,4-2 1 0 0,-3 1 0 0 0,5-1 0 0 0,-4-3-1 0 0,1-1 1 0 0,3 4 0 0 0,-2-5 0 0 0,1 1-1 0 0,1-1 1 0 0,21 1 40 0 0,16-1 143 0 0,2-1-1 0 0,0-1 0 0 0,1-2 1 0 0,-1-2-1 0 0,0-3 1 0 0,10-2-143 0 0,53-11 408 0 0,0-4 0 0 0,0-3 0 0 0,-2-7 0 0 0,-7-1 0 0 0,3-1 0 0 0,-4-9 0 0 0,-1 0 0 0 0,80-44-408 0 0,-122 53 433 0 0,2-7 0 0 0,-6 3 0 0 0,-2-5 0 0 0,-2-4 0 0 0,-8 0 0 0 0,4 0 0 0 0,-6-3 0 0 0,12-20-433 0 0,-43 41 209 0 0,0-3-1 0 0,-3 1 1 0 0,-3-1-1 0 0,-2 1 1 0 0,0-3-1 0 0,-3 0 1 0 0,-1-11-209 0 0,-8 18 87 0 0,2 0 0 0 0,-6-2 0 0 0,0 2 0 0 0,-2-2 1 0 0,-2 0-1 0 0,0 2 0 0 0,-4-3 0 0 0,0 3 0 0 0,-10-18-87 0 0,3 18-41 0 0,1 2-1 0 0,-4-2 1 0 0,0 3 0 0 0,-4 1-1 0 0,1-4 1 0 0,-1 2-1 0 0,-6 3 1 0 0,3-1 0 0 0,-3 3-1 0 0,0-2 1 0 0,-1 4-1 0 0,-3-3 1 0 0,-11-1 41 0 0,-3-3-813 0 0,-3 3 1 0 0,4 1-1 0 0,-5 3 1 0 0,-17-6 812 0 0,12 8-2434 0 0,-2-2 0 0 0,-2 4 0 0 0,-50-6 2434 0 0,-17 2-6875 0 0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4:53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5 2064 0 0,'-12'-4'5544'0'0,"24"14"-2555"0"0,26 14-631 0 0,2-4-652 0 0,35 22-1706 0 0,-47-24 102 0 0,2 0-1 0 0,2-2 1 0 0,28 10-102 0 0,-2-5 127 0 0,-20-3 73 0 0,-92 0 404 0 0,4 6-620 0 0,4 2 0 0 0,-42 28 16 0 0,-19 14-2017 0 0,33-32-3621 0 0,46-24-972 0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5:51.789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43 5 2064 0 0,'-12'-4'5544'0'0,"24"14"-2555"0"0,22 13-631 0 0,3-5-652 0 0,30 20-1706 0 0,-40-19 102 0 0,1-3-1 0 0,-1-2 1 0 0,28 11-102 0 0,-4-3 127 0 0,-18-6 73 0 0,-82 1 404 0 0,6 5-620 0 0,2 2 0 0 0,-38 27 16 0 0,-19 12-2017 0 0,32-28-3621 0 0,40-23-972 0 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4-07T18:35:51.790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411 9 688 0 0,'-7'0'6330'0'0,"-1"-2"-3963"0"0,-12-4-1575 0 0,-16 1-430 0 0,27 3-317 0 0,3 0-1 0 0,-3 2 1 0 0,-2 0-1 0 0,5 0 1 0 0,-3 2-1 0 0,1 0-44 0 0,-7 3 72 0 0,2 1 0 0 0,0 3 0 0 0,0-1-1 0 0,2 1 1 0 0,-2 2 0 0 0,3 0 0 0 0,-3 4 0 0 0,0-2-1 0 0,2 2 1 0 0,3-2 0 0 0,-3 4 0 0 0,0 2-72 0 0,0 3 198 0 0,-2 2 1 0 0,3-1 0 0 0,-1 1 0 0 0,0 4-1 0 0,3-4 1 0 0,1 6 0 0 0,-1-4-1 0 0,1 6 1 0 0,-4 9-199 0 0,5-4 104 0 0,-3 2 0 0 0,5 0 0 0 0,0 4 0 0 0,-1-4 0 0 0,3 2 0 0 0,0 2 0 0 0,0-2-1 0 0,2-2 1 0 0,0 2 0 0 0,2 2 0 0 0,5 32-104 0 0,-1-3-2467 0 0,0 3-3978 0 0,-3-55 1022 0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08-07T16:35:47.96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31 8234 0 0,'1'-4'296'0'0,"0"2"-124"0"0,0-1 0 0 0,0 1 1 0 0,0-1-1 0 0,0 1 0 0 0,0 0 0 0 0,0-1 0 0 0,0 1 0 0 0,1 0 0 0 0,2-3 1 0 0,18 11 61 0 0,2-1 480 0 0,1 0-1 0 0,0-2 0 0 0,25 0 1 0 0,24 4-3060 0 0,-49-4-3639 0 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08-07T16:35:47.30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3535 230 6697 0 0,'10'-20'3825'0'0,"2"-3"1189"0"0,2 9-5092 0 0,14-5 295 0 0,1 1-1 0 0,1 0 1 0 0,0 3-1 0 0,48-18 1 0 0,-33 18 48 0 0,0 1 1 0 0,81-11-1 0 0,-36 15 164 0 0,1 4-1 0 0,173 12 1 0 0,-20 24-175 0 0,-209-23-188 0 0,0 2 1 0 0,0 1-1 0 0,-1 2 0 0 0,58 28 0 0 0,-79-33-72 0 0,0 0-1 0 0,-1 1 0 0 0,13 11 1 0 0,-21-16 4 0 0,0 1 1 0 0,0 0 0 0 0,-1 0-1 0 0,1 0 1 0 0,-1 0 0 0 0,0 1-1 0 0,0-1 1 0 0,-1 1 0 0 0,1 0-1 0 0,-1 0 1 0 0,3 9-1 0 0,-5-13 14 0 0,1 0-1 0 0,-1 0 1 0 0,0 0-1 0 0,1 0 0 0 0,-1 0 1 0 0,1 0-1 0 0,-1 0 0 0 0,1 0 1 0 0,-1 0-1 0 0,1 0 1 0 0,0-1-1 0 0,-1 1 0 0 0,1 0 1 0 0,0 0-1 0 0,0-1 1 0 0,0 1-1 0 0,-1 0 0 0 0,1-1 1 0 0,0 1-1 0 0,0-1 0 0 0,0 1 1 0 0,0-1-1 0 0,0 1 1 0 0,0-1-1 0 0,0 0 0 0 0,0 1 1 0 0,0-1-1 0 0,1 0 1 0 0,-1 0-1 0 0,0 0 0 0 0,0 0 1 0 0,0 0-1 0 0,0 0 0 0 0,0 0 1 0 0,0 0-1 0 0,2-1 1 0 0,4-1 8 0 0,0 0 1 0 0,0 0 0 0 0,0-1 0 0 0,10-5 0 0 0,-5 2-58 0 0,47-17-5 0 0,1 3 1 0 0,0 2 0 0 0,1 4 0 0 0,95-12 0 0 0,-115 22 54 0 0,0 1 1 0 0,1 2-1 0 0,59 6 0 0 0,-83-3-38 0 0,1 0 0 0 0,-1 2 0 0 0,-1 0 1 0 0,1 1-1 0 0,0 1 0 0 0,-1 1 0 0 0,0 0 0 0 0,-1 1 1 0 0,0 1-1 0 0,18 13 0 0 0,-29-18 16 0 0,0 0 0 0 0,0 1 0 0 0,0-1 0 0 0,-1 1 0 0 0,0 0 0 0 0,0 0 0 0 0,0 1 0 0 0,-1-1 0 0 0,0 1 0 0 0,0-1 0 0 0,0 1 0 0 0,-1 0 0 0 0,0 0 0 0 0,0 1 0 0 0,0-1 0 0 0,-1 0 0 0 0,0 1 0 0 0,0-1 0 0 0,0 9 0 0 0,-1-14 20 0 0,0 0-1 0 0,0 0 1 0 0,0 0-1 0 0,0-1 1 0 0,0 1 0 0 0,0 0-1 0 0,0 0 1 0 0,0 0-1 0 0,0 0 1 0 0,0 0-1 0 0,1-1 1 0 0,-1 1 0 0 0,0 0-1 0 0,1 0 1 0 0,-1-1-1 0 0,1 1 1 0 0,-1 0-1 0 0,1 0 1 0 0,-1-1 0 0 0,1 1-1 0 0,-1-1 1 0 0,1 1-1 0 0,0 0 1 0 0,-1-1-1 0 0,1 1 1 0 0,0-1 0 0 0,-1 1-1 0 0,1-1 1 0 0,0 0-1 0 0,1 1 1 0 0,0-1 13 0 0,1 0 0 0 0,0 0 0 0 0,0 0 0 0 0,-1-1 0 0 0,1 1 0 0 0,0-1 0 0 0,-1 0 0 0 0,4-1 0 0 0,-1 1-76 0 0,43-14 69 0 0,0 3 0 0 0,1 2 0 0 0,86-7 0 0 0,-112 16-31 0 0,0 1 0 0 0,0 1 1 0 0,0 1-1 0 0,0 1 0 0 0,0 1 0 0 0,-1 1 0 0 0,0 1 1 0 0,0 1-1 0 0,0 0 0 0 0,28 16 0 0 0,-47-21 6 0 0,1-1 0 0 0,-1 2-1 0 0,0-1 1 0 0,0 0 0 0 0,0 0 0 0 0,0 1-1 0 0,0 0 1 0 0,0-1 0 0 0,-1 1-1 0 0,1 0 1 0 0,-1 1 0 0 0,0-1 0 0 0,0 0-1 0 0,0 0 1 0 0,0 1 0 0 0,-1 0 0 0 0,1-1-1 0 0,-1 1 1 0 0,0 0 0 0 0,0-1 0 0 0,0 1-1 0 0,-1 0 1 0 0,1 0 0 0 0,-1 7-1 0 0,0-8 19 0 0,1-1 0 0 0,0 1-1 0 0,-1-1 1 0 0,1 0-1 0 0,0 1 1 0 0,0-1-1 0 0,0 0 1 0 0,0 0-1 0 0,1 0 1 0 0,-1 0-1 0 0,0 0 1 0 0,1 0-1 0 0,0 0 1 0 0,-1 0-1 0 0,1 0 1 0 0,0-1-1 0 0,0 1 1 0 0,0-1 0 0 0,0 1-1 0 0,0-1 1 0 0,0 0-1 0 0,0 0 1 0 0,1 0-1 0 0,-1 0 1 0 0,0 0-1 0 0,1 0 1 0 0,2 0-1 0 0,9 2 26 0 0,1 0 0 0 0,-1-1 0 0 0,22 0-1 0 0,-22-1-22 0 0,19 1 14 0 0,42 3 3 0 0,131 24 0 0 0,-185-25-36 0 0,0 2 0 0 0,0 0 0 0 0,0 1 0 0 0,-1 2-1 0 0,0 0 1 0 0,-1 1 0 0 0,0 1 0 0 0,-1 0 0 0 0,0 2-1 0 0,30 26 1 0 0,-42-33 14 0 0,-1 0 0 0 0,0 0 0 0 0,0 0 0 0 0,0 1 0 0 0,-1-1 0 0 0,0 1 0 0 0,5 10 0 0 0,-8-14-10 0 0,0 1 0 0 0,0-1-1 0 0,0 1 1 0 0,0-1 0 0 0,-1 0 0 0 0,1 1 0 0 0,-1-1 0 0 0,0 1 0 0 0,0 0 0 0 0,0-1 0 0 0,-1 1 0 0 0,1-1 0 0 0,-1 0 0 0 0,0 1 0 0 0,0-1 0 0 0,0 1 0 0 0,0-1 0 0 0,-4 6 0 0 0,-17 26 1 0 0,15-25-11 0 0,0 0 0 0 0,-9 20-1 0 0,1 1-124 0 0,11-25 141 0 0,1 0 1 0 0,0 0 0 0 0,0 0 0 0 0,1 0-1 0 0,-1 0 1 0 0,1 1 0 0 0,1-1 0 0 0,-1 1-1 0 0,1-1 1 0 0,0 8 0 0 0,1 3-33 0 0,0 2 11 0 0,0 1 1 0 0,-5 26 0 0 0,4-39 45 0 0,-1 1 1 0 0,0-1-1 0 0,0-1 0 0 0,-1 1 1 0 0,0 0-1 0 0,0-1 0 0 0,-1 1 1 0 0,1-1-1 0 0,-1 0 0 0 0,-5 6 1 0 0,-5 2 17 0 0,0 0 1 0 0,-1-1 0 0 0,0 0-1 0 0,0-2 1 0 0,-2 1 0 0 0,1-2-1 0 0,-25 12 1 0 0,-6-1 25 0 0,-79 24 0 0 0,70-28 20 0 0,-1-3 0 0 0,-62 8 0 0 0,120-21-112 0 0,0 1 0 0 0,0-1 0 0 0,0 1 0 0 0,0-1 0 0 0,0 1 0 0 0,-1-1 0 0 0,1 1 0 0 0,-1 0 0 0 0,1-1 0 0 0,0 4 0 0 0,-1-4 18 0 0,0 0-1 0 0,1 0 0 0 0,-1 0 0 0 0,0 0 1 0 0,0 0-1 0 0,0 0 0 0 0,0 0 1 0 0,0 0-1 0 0,0 0 0 0 0,0 0 1 0 0,0 0-1 0 0,0 0 0 0 0,0 0 1 0 0,-1 0-1 0 0,1 0 0 0 0,0 0 1 0 0,-1 0-1 0 0,1 0 0 0 0,0 0 1 0 0,-1 0-1 0 0,1-1 0 0 0,-1 1 1 0 0,0 0-1 0 0,1 0 0 0 0,-1 0 1 0 0,0-1-1 0 0,-1 2 0 0 0,-6 1 57 0 0,-1 0-1 0 0,0-1 1 0 0,0 0-1 0 0,0-1 0 0 0,0 0 1 0 0,-16 0-1 0 0,0 0-59 0 0,-682 17-1586 0 0,615-23 1549 0 0,-53-2-27 0 0,140 8 48 0 0,-1 0 1 0 0,1 0 0 0 0,-1 0 0 0 0,1 1-1 0 0,0-1 1 0 0,0 1 0 0 0,-10 5-1 0 0,-18 7 243 0 0,-103 20 44 0 0,-165 20 0 0 0,87-33-492 0 0,2 0 154 0 0,207-20 98 0 0,-1 0 32 0 0,0-1 0 0 0,-1 2 0 0 0,1-1-1 0 0,-11 4 1 0 0,16-4 25 0 0,-13 1-22 0 0,-508 23 62 0 0,309-20-1418 0 0,-27-11-1242 0 0,80-17 5659 0 0,139 30-3091 0 0,6-2 6 0 0,-70 15-62 0 0,-1-5 0 0 0,0-2-1 0 0,-1-5 1 0 0,-114-3-1 0 0,197-5 38 0 0,-136-5-1256 0 0,113 2 994 0 0,0 0 0 0 0,1-2 0 0 0,-28-8 1 0 0,52 13 275 0 0,0-1 1 0 0,1 1-1 0 0,-1-1 1 0 0,1 0 0 0 0,0 1-1 0 0,-1-1 1 0 0,1 0 0 0 0,0 0-1 0 0,-1 0 1 0 0,1 0-1 0 0,0 0 1 0 0,-2-1 0 0 0,3 1-16 0 0,0 1 1 0 0,-1 0-1 0 0,1-1 0 0 0,0 1 1 0 0,0-1-1 0 0,0 1 1 0 0,0-1-1 0 0,0 1 0 0 0,-1 0 1 0 0,1-1-1 0 0,0 1 1 0 0,0-1-1 0 0,0 1 1 0 0,0-1-1 0 0,0 1 0 0 0,0-1 1 0 0,0 1-1 0 0,1-1 1 0 0,-1 1-1 0 0,0-1 0 0 0,0 1 1 0 0,0 0-1 0 0,0-1 1 0 0,1 1-1 0 0,-1-1 1 0 0,0 0-1 0 0,2-1 17 0 0,1 0 1 0 0,-1-1-1 0 0,0 1 0 0 0,1 0 0 0 0,-1 0 0 0 0,1 0 1 0 0,0 1-1 0 0,-1-1 0 0 0,5-1 0 0 0,-9 1 80 0 0,-7 0 64 0 0,-10 1 58 0 0,-180 6-100 0 0,-32 1 29 0 0,-12-14-517 0 0,6-19 39 0 0,234 27 321 0 0,-6-2 22 0 0,0 0 0 0 0,-16-5 0 0 0,23 6-7 0 0,0 0 0 0 0,0 0 0 0 0,0-1 1 0 0,-1 1-1 0 0,1 0 0 0 0,1-1 0 0 0,-1 1 0 0 0,0-1 0 0 0,0 0 0 0 0,0 1 1 0 0,1-1-1 0 0,-1 0 0 0 0,1 0 0 0 0,-3-4 0 0 0,4 5-27 0 0,-1 0 0 0 0,0 0 1 0 0,0 0-1 0 0,1 1 0 0 0,-1-1 0 0 0,0 0 0 0 0,0 0 0 0 0,0 1 0 0 0,0-1 0 0 0,0 1 1 0 0,0-1-1 0 0,0 1 0 0 0,0-1 0 0 0,0 1 0 0 0,-1 0 0 0 0,1-1 0 0 0,0 1 0 0 0,0 0 1 0 0,0 0-1 0 0,0 0 0 0 0,-2 0 0 0 0,-28 1-128 0 0,25 0 118 0 0,-299 47-405 0 0,112-14 238 0 0,173-31 164 0 0,-295 39-60 0 0,215-33 64 0 0,-117-4 0 0 0,212-5 11 0 0,-28-1-46 0 0,-44-7 0 0 0,69 7 75 0 0,-1-1 0 0 0,0 0 0 0 0,1-1 0 0 0,-1 0 0 0 0,1 0-1 0 0,0-1 1 0 0,0 0 0 0 0,0 0 0 0 0,0-1 0 0 0,-8-6 0 0 0,13 8 5 0 0,0 0 0 0 0,0 0 0 0 0,1 0 1 0 0,-1 0-1 0 0,1 0 0 0 0,0 0 0 0 0,0 0 1 0 0,0-1-1 0 0,0 1 0 0 0,1-1 0 0 0,-1 0 1 0 0,1 1-1 0 0,0-1 0 0 0,0 0 0 0 0,1 0 1 0 0,-1 0-1 0 0,1 1 0 0 0,-1-1 0 0 0,1 0 1 0 0,1-5-1 0 0,1-6 90 0 0,1 0 0 0 0,0 0 0 0 0,1 1 0 0 0,7-16 0 0 0,-6 17-61 0 0,-1 0 0 0 0,0 0 0 0 0,-1-1 0 0 0,2-14 0 0 0,-5 19-63 0 0,0 0 0 0 0,-1 0 0 0 0,0 1 0 0 0,0-1 0 0 0,-1 0 0 0 0,0 0 0 0 0,0 1 0 0 0,-1-1 0 0 0,0 1 0 0 0,-1 0 0 0 0,0 0 0 0 0,-6-9 0 0 0,-6-7-73 0 0,-1 2 0 0 0,-30-32 0 0 0,-13-14-76 0 0,53 58 144 0 0,0 0 0 0 0,0-1 1 0 0,1 1-1 0 0,1-1 0 0 0,-6-13 1 0 0,10 20-7 0 0,0 0 0 0 0,1 0 0 0 0,-1-1 0 0 0,1 1 0 0 0,-1 0 0 0 0,2 0 0 0 0,-1-1 0 0 0,0 1 0 0 0,1 0 0 0 0,-1-1 0 0 0,1 1 0 0 0,0 0 0 0 0,1 0 0 0 0,-1 0 0 0 0,1 0 0 0 0,0 0 0 0 0,0 0 0 0 0,0 0 0 0 0,0 1 0 0 0,1-1 0 0 0,-1 1 0 0 0,6-6 0 0 0,2-1 42 0 0,0 0 1 0 0,1 0-1 0 0,0 1 0 0 0,0 1 0 0 0,21-12 0 0 0,-21 14 30 0 0,0 1 1 0 0,20-6-1 0 0,-21 8-2 0 0,-1 0 0 0 0,1-1 1 0 0,-1 0-1 0 0,14-8 0 0 0,-21 10-17 0 0,0 1-1 0 0,-1 0 1 0 0,1-1-1 0 0,-1 0 1 0 0,1 1 0 0 0,-1-1-1 0 0,1 0 1 0 0,-1 0-1 0 0,0 0 1 0 0,0 0-1 0 0,0 0 1 0 0,0 0 0 0 0,0 0-1 0 0,0-4 1 0 0,4-33 122 0 0,-5 31-153 0 0,1 1 1 0 0,0-1-1 0 0,3-10 1 0 0,0 7-23 0 0,0 0 0 0 0,0 0 0 0 0,2 1 0 0 0,-1 0 1 0 0,1 0-1 0 0,1 1 0 0 0,0-1 0 0 0,0 1 0 0 0,15-14 0 0 0,-4 8-45 0 0,1 0-1 0 0,0 1 0 0 0,38-20 0 0 0,34-14-63 0 0,2 3-1 0 0,2 5 1 0 0,129-36 0 0 0,-188 67 91 0 0,1 3 1 0 0,1 0 0 0 0,-1 3-1 0 0,1 1 1 0 0,47 4 0 0 0,-19-3-23 0 0,106-14 0 0 0,-16 0 2 0 0,-50 12 86 0 0,-30 1 39 0 0,107-15 0 0 0,-111 3-32 0 0,57-9-325 0 0,-104 20 180 0 0,0 1-1 0 0,1 1 1 0 0,25 3 0 0 0,-46-2 69 0 0,-1 1 0 0 0,1 0 1 0 0,0 0-1 0 0,0 0 0 0 0,-1 0 1 0 0,1 1-1 0 0,-1 0 1 0 0,0 0-1 0 0,1 0 0 0 0,-1 0 1 0 0,5 5-1 0 0,-8-6 38 0 0,1 0 0 0 0,-1 0-1 0 0,0 0 1 0 0,0 0 0 0 0,-1 0 0 0 0,1 0-1 0 0,0 1 1 0 0,0-1 0 0 0,0 0 0 0 0,-1 0-1 0 0,1 1 1 0 0,-1-1 0 0 0,1 1 0 0 0,-1-1-1 0 0,0 1 1 0 0,1 1 0 0 0,-1-1 36 0 0,0 0 1 0 0,-1 0 0 0 0,1 0-1 0 0,0 0 1 0 0,-1 0-1 0 0,1 0 1 0 0,-1 0-1 0 0,0-1 1 0 0,1 1 0 0 0,-1 0-1 0 0,0 0 1 0 0,0-1-1 0 0,0 1 1 0 0,-1 0 0 0 0,0 1-1 0 0,2-3-25 0 0,-1 0-1 0 0,1 0 0 0 0,0 0 1 0 0,0 0-1 0 0,0 0 1 0 0,0 0-1 0 0,0 0 1 0 0,0 1-1 0 0,0-1 0 0 0,0 0 1 0 0,0 0-1 0 0,0 0 1 0 0,0 0-1 0 0,0 0 0 0 0,0 0 1 0 0,0 0-1 0 0,0 0 1 0 0,0 0-1 0 0,0 0 0 0 0,0 1 1 0 0,0-1-1 0 0,0 0 1 0 0,0 0-1 0 0,0 0 1 0 0,0 0-1 0 0,0 0 0 0 0,0 0 1 0 0,0 0-1 0 0,0 0 1 0 0,0 0-1 0 0,0 0 0 0 0,0 0 1 0 0,0 1-1 0 0,0-1 1 0 0,0 0-1 0 0,1 0 0 0 0,-1 0 1 0 0,0 0-1 0 0,0 0 1 0 0,0 0-1 0 0,0 0 1 0 0,0 0-1 0 0,0 0 0 0 0,0 0 1 0 0,0 0-1 0 0,0 0 1 0 0,0 0-1 0 0,0 0 0 0 0,0 0 1 0 0,1 0-1 0 0,-1 0 1 0 0,0 0-1 0 0,0 0 0 0 0,0 0 1 0 0,0 0-1 0 0,0 0 1 0 0,0 0-1 0 0,0 0 1 0 0,0 0-1 0 0,10 0 132 0 0,10-3-152 0 0,72-30-154 0 0,24-7 39 0 0,159-12 182 0 0,5 21 402 0 0,-164 20-3 0 0,-86 7-224 0 0,-21 2-148 0 0,1 0 0 0 0,-1 1-1 0 0,1 0 1 0 0,0 1 0 0 0,-1 0 0 0 0,1 1-1 0 0,18 3 1 0 0,-28-4-88 0 0,1 0 0 0 0,0 0 0 0 0,-1 0-1 0 0,1 0 1 0 0,-1 1 0 0 0,1-1 0 0 0,-1 0 0 0 0,0 1 0 0 0,1-1 0 0 0,-1 0-1 0 0,1 1 1 0 0,-1-1 0 0 0,0 0 0 0 0,1 1 0 0 0,-1-1 0 0 0,1 1 0 0 0,-1-1-1 0 0,0 1 1 0 0,0-1 0 0 0,1 1 0 0 0,-1-1 0 0 0,0 1 0 0 0,0-1 0 0 0,0 1-1 0 0,1-1 1 0 0,-1 1 0 0 0,0-1 0 0 0,0 1 0 0 0,0-1 0 0 0,0 1 0 0 0,0-1-1 0 0,0 1 1 0 0,0-1 0 0 0,0 1 0 0 0,0 0 0 0 0,-1-1 0 0 0,1 1 0 0 0,-12 24 19 0 0,2-4-74 0 0,9-11-487 0 0,-3 10-4901 0 0,2-6-1997 0 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08-07T16:48:51.22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448 1368 4809 0 0,'0'0'50'0'0,"0"-1"0"0"0,0 1 0 0 0,0 0-1 0 0,-1 0 1 0 0,1 0 0 0 0,0 0 0 0 0,0 0 0 0 0,0-1-1 0 0,-1 1 1 0 0,1 0 0 0 0,0 0 0 0 0,0 0 0 0 0,-1 0 0 0 0,1 0-1 0 0,0 0 1 0 0,0 0 0 0 0,0 0 0 0 0,-1 0 0 0 0,1 0 0 0 0,0 0-1 0 0,0 0 1 0 0,-1 0 0 0 0,1 0 0 0 0,0 0 0 0 0,0 0 0 0 0,-1 0-1 0 0,1 0 1 0 0,0 0 0 0 0,0 0 0 0 0,-1 1 0 0 0,1-1 0 0 0,0 0-1 0 0,-3 10 1080 0 0,6 22-1 0 0,-2-21-923 0 0,1 22 368 0 0,2 1-1 0 0,1-2 0 0 0,13 51 0 0 0,-11-61-475 0 0,0-1 0 0 0,1 0 0 0 0,1 0 0 0 0,0-1 0 0 0,2 0 0 0 0,13 20 0 0 0,111 138 420 0 0,-113-153-435 0 0,0-2-1 0 0,2 0 1 0 0,0-2 0 0 0,47 32-1 0 0,-63-49-43 0 0,-1 0 0 0 0,1-1 0 0 0,0 0 0 0 0,0 0 0 0 0,0-1 0 0 0,0 0 0 0 0,0 0 0 0 0,1-1 0 0 0,-1-1 0 0 0,0 1 0 0 0,1-1 0 0 0,-1-1 0 0 0,0 0 0 0 0,13-3 0 0 0,-8 0 242 0 0,1 0-1 0 0,-1-1 1 0 0,0-1 0 0 0,0 0-1 0 0,0-1 1 0 0,-1 0 0 0 0,22-19-1 0 0,-23 17 16 0 0,-1-1 0 0 0,13-15 0 0 0,-20 22-200 0 0,0-2 0 0 0,0 1 0 0 0,0 0 0 0 0,0-1 0 0 0,-1 0 0 0 0,1 1 0 0 0,-1-1 0 0 0,0 0 0 0 0,2-10 0 0 0,-4 14-33 0 0,1 0 0 0 0,-1 0 0 0 0,0 0 0 0 0,0 0 0 0 0,0 0-1 0 0,0 0 1 0 0,0 0 0 0 0,-1 0 0 0 0,1 0 0 0 0,0 0 0 0 0,0 0-1 0 0,-1-2 1 0 0,1 3-57 0 0,0-1-1 0 0,0 1 1 0 0,-1 0-1 0 0,1 0 1 0 0,0 0 0 0 0,0-1-1 0 0,0 1 1 0 0,0 0-1 0 0,0 0 1 0 0,0 0-1 0 0,0 0 1 0 0,-1-1-1 0 0,1 1 1 0 0,0 0 0 0 0,0 0-1 0 0,0 0 1 0 0,0 0-1 0 0,0 0 1 0 0,-1 0-1 0 0,1-1 1 0 0,0 1-1 0 0,0 0 1 0 0,0 0-1 0 0,0 0 1 0 0,-1 0 0 0 0,1 0-1 0 0,0 0 1 0 0,0 0-1 0 0,0 0 1 0 0,-1 0-1 0 0,1 0 1 0 0,0 0-1 0 0,0 0 1 0 0,0 0 0 0 0,-1 0-1 0 0,1 0 1 0 0,0 0-1 0 0,0 0 1 0 0,0 0-1 0 0,0 1 1 0 0,-1-1-1 0 0,1 0 1 0 0,0 0-1 0 0,0 0 1 0 0,0 0 0 0 0,0 0-1 0 0,0 0 1 0 0,-1 1-1 0 0,2 3-70 0 0,-1 0 0 0 0,1 0 0 0 0,0-1 0 0 0,0 1 0 0 0,1 5 0 0 0,4 6 66 0 0,0-1 0 0 0,0 1 0 0 0,1-1 0 0 0,1-1 0 0 0,0 1 0 0 0,10 11 0 0 0,-2-4 20 0 0,2-1 0 0 0,31 28 0 0 0,-40-41 11 0 0,-1-1 0 0 0,1 0 1 0 0,0-1-1 0 0,0 0 0 0 0,1-1 0 0 0,0 0 0 0 0,-1 0 0 0 0,1-1 0 0 0,18 3 0 0 0,9-1 50 0 0,50-1 0 0 0,-27-2-140 0 0,107 17 202 0 0,-95-10-122 0 0,-53-6-12 0 0,0 1 1 0 0,-1 1-1 0 0,1 1 1 0 0,27 13 0 0 0,-45-19-21 0 0,0 0 0 0 0,0 1 1 0 0,0-1-1 0 0,0 0 0 0 0,0 0 1 0 0,0 0-1 0 0,0 0 0 0 0,0 0 0 0 0,0 0 1 0 0,0 0-1 0 0,0 0 0 0 0,0 0 1 0 0,0-1-1 0 0,0 1 0 0 0,0 0 1 0 0,0-1-1 0 0,0 1 0 0 0,0-1 0 0 0,0 1 1 0 0,0-1-1 0 0,0 0 0 0 0,-1 1 1 0 0,1-1-1 0 0,0 0 0 0 0,0 0 1 0 0,0 1-1 0 0,-1-1 0 0 0,1 0 1 0 0,-1 0-1 0 0,1 0 0 0 0,0-2 0 0 0,3-4-186 0 0,0-1-1 0 0,0 1 0 0 0,2-12 0 0 0,-2 8-101 0 0,23-65-811 0 0,16-40 1044 0 0,-31 96 481 0 0,-6 21-372 0 0,-1 0 1 0 0,1 0-1 0 0,-1-1 1 0 0,1 0-1 0 0,6 0 1 0 0,1 0-20 0 0,-2-2 3 0 0,1 1 1 0 0,-1-1-1 0 0,1-1 0 0 0,11-4 0 0 0,16-5 212 0 0,-4 6 121 0 0,-7 1-104 0 0,41-14 0 0 0,-64 17-220 0 0,0 0 0 0 0,0-1 0 0 0,0 1 0 0 0,0-1 0 0 0,0-1 0 0 0,0 1 0 0 0,-1-1 0 0 0,0 1 0 0 0,8-10 0 0 0,-10 12-43 0 0,0 1-1 0 0,0-1 1 0 0,-1 0-1 0 0,1 1 1 0 0,0-1-1 0 0,0 1 1 0 0,0-1-1 0 0,3 1 1 0 0,13-4 5 0 0,-6-1 7 0 0,0-1-1 0 0,0-1 1 0 0,-1 0 0 0 0,0-1-1 0 0,0 0 1 0 0,15-16 0 0 0,-12 9 4 0 0,0 0 0 0 0,-1-2 0 0 0,19-32 0 0 0,48-71-101 0 0,-74 110 110 0 0,1 0 0 0 0,1 0 1 0 0,-1 1-1 0 0,2 0 0 0 0,-1 1 0 0 0,1 0 0 0 0,0 0 0 0 0,0 1 0 0 0,1 0 0 0 0,0 1 1 0 0,11-5-1 0 0,-17 10-13 0 0,1-1 0 0 0,-1 0 0 0 0,0 0 0 0 0,0 0 0 0 0,0-1 0 0 0,0 1 0 0 0,0-1 0 0 0,0 0 0 0 0,0 0 0 0 0,-1-1 0 0 0,0 1 0 0 0,1-1 1 0 0,-1 0-1 0 0,0 0 0 0 0,-1 0 0 0 0,1 0 0 0 0,-1-1 0 0 0,1 1 0 0 0,2-8 0 0 0,1-2-184 0 0,-5 14 176 0 0,-1 0 0 0 0,0 0 0 0 0,0 0-1 0 0,0 0 1 0 0,0 0 0 0 0,0 0 0 0 0,0 0 0 0 0,1 0 0 0 0,-1 0-1 0 0,0 0 1 0 0,0 0 0 0 0,0 0 0 0 0,0 0 0 0 0,0 0 0 0 0,1 0-1 0 0,-1 0 1 0 0,0 0 0 0 0,0 0 0 0 0,0 0 0 0 0,0 0 0 0 0,1 0-1 0 0,-1 0 1 0 0,0 0 0 0 0,0 0 0 0 0,0 0 0 0 0,0 0 0 0 0,0 0-1 0 0,0 0 1 0 0,1 0 0 0 0,-1 0 0 0 0,0 0 0 0 0,0 1 0 0 0,0-1-1 0 0,0 0 1 0 0,0 0 0 0 0,0 0 0 0 0,0 0 0 0 0,1 0-1 0 0,-1 1 1 0 0,0-1 0 0 0,8 26-104 0 0,-3-6 178 0 0,-5-20-70 0 0,0 1 0 0 0,0-1 1 0 0,1 0-1 0 0,-1 0 0 0 0,0 0 0 0 0,0 0 1 0 0,0 0-1 0 0,0 1 0 0 0,0-1 1 0 0,1 0-1 0 0,-1 0 0 0 0,0 0 1 0 0,0 0-1 0 0,0 0 0 0 0,0 0 1 0 0,1 0-1 0 0,-1 0 0 0 0,0 0 1 0 0,0 0-1 0 0,0 1 0 0 0,0-1 0 0 0,1 0 1 0 0,-1 0-1 0 0,0 0 0 0 0,0 0 1 0 0,0 0-1 0 0,1-1 0 0 0,-1 1 1 0 0,0 0-1 0 0,0 0 0 0 0,0 0 1 0 0,0 0-1 0 0,1 0 0 0 0,-1 0 1 0 0,0 0-1 0 0,0 0 0 0 0,0 0 0 0 0,0 0 1 0 0,0-1-1 0 0,1 1 0 0 0,-1 0 1 0 0,0 0-1 0 0,0 0 0 0 0,0 0 1 0 0,0-1-1 0 0,9-12 48 0 0,2-17-50 0 0,1-10-199 0 0,-1 0 1 0 0,5-42 0 0 0,6-86 13 0 0,-17 122 163 0 0,6-44 22 0 0,29-209 295 0 0,-34 267-217 0 0,3-21 32 0 0,-1 20 159 0 0,-7 31 196 0 0,-3 7-427 0 0,0 9-100 0 0,1-20 142 0 0,1-1 0 0 0,-2 0-1 0 0,1 0 1 0 0,-1 1 0 0 0,1-1-1 0 0,-2 1 1 0 0,1-1 0 0 0,-1 1 0 0 0,0 0-1 0 0,0 0 1 0 0,0 0 0 0 0,-1 1-1 0 0,1-1 1 0 0,-1 1 0 0 0,-1 0-1 0 0,-6-7 1 0 0,-2 0 116 0 0,0 0 1 0 0,-1 0-1 0 0,0 2 1 0 0,-30-17 0 0 0,20 16-172 0 0,0 1 0 0 0,-1 1 0 0 0,0 1 0 0 0,0 1 0 0 0,-1 2 0 0 0,-44-3 0 0 0,-156 12 92 0 0,178-1-16 0 0,1 3 0 0 0,-1 2 0 0 0,2 3 0 0 0,-53 19 0 0 0,92-27-90 0 0,0-1 1 0 0,0 0-1 0 0,0 0 1 0 0,-1-1 0 0 0,1 0-1 0 0,-14 0 1 0 0,18-1 0 0 0,1 0 0 0 0,-1-1 1 0 0,0 1-1 0 0,1-1 0 0 0,-1 0 1 0 0,1 1-1 0 0,-1-1 0 0 0,1-1 1 0 0,-1 1-1 0 0,1 0 0 0 0,0-1 0 0 0,-1 1 1 0 0,1-1-1 0 0,0 0 0 0 0,0 1 1 0 0,0-1-1 0 0,0 0 0 0 0,1-1 1 0 0,-1 1-1 0 0,0 0 0 0 0,-2-6 0 0 0,-1-3-21 0 0,0 0 0 0 0,1 0-1 0 0,1-1 1 0 0,-5-21-1 0 0,-4-52-85 0 0,2 12 108 0 0,8 62-3 0 0,-1-7-1 0 0,-9-27 0 0 0,11 41 5 0 0,0-1-1 0 0,-1 1 1 0 0,0 0-1 0 0,0 0 1 0 0,0 0 0 0 0,0 0-1 0 0,-1 0 1 0 0,1 1 0 0 0,-1-1-1 0 0,0 1 1 0 0,-4-4-1 0 0,5 5-6 0 0,-1 1-1 0 0,1 0 0 0 0,0 0 0 0 0,0 0 0 0 0,-1 0 0 0 0,1 1 0 0 0,-1-1 1 0 0,1 1-1 0 0,0 0 0 0 0,-1-1 0 0 0,1 1 0 0 0,-1 0 0 0 0,1 1 0 0 0,0-1 1 0 0,-1 0-1 0 0,1 1 0 0 0,-1 0 0 0 0,1-1 0 0 0,0 1 0 0 0,-3 2 0 0 0,-6 2 21 0 0,0 0-1 0 0,-17 13 0 0 0,-78 62-13 0 0,-13 9 19 0 0,99-77-25 0 0,0-1 0 0 0,0-1 0 0 0,-1-1 0 0 0,-33 11-1 0 0,-110 14-7 0 0,59-14 22 0 0,32-4-29 0 0,-20 3-307 0 0,-105 38-1 0 0,130-30 302 0 0,1 4 0 0 0,1 2-1 0 0,-112 79 1 0 0,32-17 76 0 0,139-91-53 0 0,0 0 0 0 0,0-1 1 0 0,0 0-1 0 0,0 0 0 0 0,-1-1 0 0 0,1 0 0 0 0,-1-1 0 0 0,1 1 0 0 0,-1-2 0 0 0,-10 1 0 0 0,3-3 12 0 0,0 1 0 0 0,1-2 0 0 0,-1 0 1 0 0,-19-8-1 0 0,30 9-21 0 0,0 0 1 0 0,-1 1 0 0 0,1 0-1 0 0,-1 0 1 0 0,1 0 0 0 0,-1 1 0 0 0,-7 0-1 0 0,10 0-4 0 0,0 1 0 0 0,0-1 0 0 0,1 1 0 0 0,-1 0-1 0 0,0-1 1 0 0,1 1 0 0 0,-1 0 0 0 0,0 0 0 0 0,1 1 0 0 0,-1-1-1 0 0,1 0 1 0 0,-1 1 0 0 0,1-1 0 0 0,0 0 0 0 0,0 1 0 0 0,0 0-1 0 0,-1-1 1 0 0,1 1 0 0 0,1 0 0 0 0,-1 0 0 0 0,0-1 0 0 0,-1 4-1 0 0,-52 152 5 0 0,32-90-6 0 0,5-17-9 0 0,-16 51 13 0 0,30-89-39 0 0,0 0-1 0 0,1 1 0 0 0,0-1 0 0 0,1 1 0 0 0,1-1 0 0 0,0 17 1 0 0,1-22-212 0 0,0 1 1 0 0,1-1 0 0 0,0 1-1 0 0,0-1 1 0 0,0 1-1 0 0,1-1 1 0 0,0 0 0 0 0,1-1-1 0 0,-1 1 1 0 0,1 0 0 0 0,0-1-1 0 0,0 0 1 0 0,1 0 0 0 0,0-1-1 0 0,0 1 1 0 0,8 6-1 0 0,6 3-2049 0 0,-1 0-1 0 0,2-2 1 0 0,39 20-1 0 0,3-3-4691 0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08-07T17:01:27.43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6897 1168 2457 0 0,'1'-20'4651'0'0,"0"16"-4009"0"0,-1-1 0 0 0,1 0-1 0 0,-1 1 1 0 0,-1-10 0 0 0,0 2-396 0 0,1 0 1 0 0,0 0-1 0 0,1 1 1 0 0,0-1-1 0 0,5-19 1 0 0,1-6 112 0 0,-5 10-258 0 0,-1 0 0 0 0,0 0 0 0 0,-3 0 0 0 0,0 0 1 0 0,-1 0-1 0 0,-2 0 0 0 0,-8-27 0 0 0,6 24-82 0 0,-6-20 33 0 0,-33-82 0 0 0,40 118-75 0 0,0 0 0 0 0,-2 1-1 0 0,1 0 1 0 0,-2 0 0 0 0,0 0 0 0 0,0 1 0 0 0,-1 1 0 0 0,-1-1-1 0 0,0 2 1 0 0,-16-13 0 0 0,18 17-3 0 0,-1 0 1 0 0,1 2-1 0 0,-1-1 0 0 0,0 1 0 0 0,0 0 1 0 0,0 1-1 0 0,-1 0 0 0 0,1 1 1 0 0,-1 0-1 0 0,0 1 0 0 0,1 0 0 0 0,-1 1 1 0 0,-17 1-1 0 0,7 1 32 0 0,0 1-1 0 0,1 1 1 0 0,-1 0 0 0 0,1 2 0 0 0,-38 15 0 0 0,53-18 4 0 0,0-1 0 0 0,1 1 1 0 0,-1 0-1 0 0,1 0 0 0 0,0 0 1 0 0,-1 1-1 0 0,2-1 0 0 0,-1 1 1 0 0,0 0-1 0 0,1 0 0 0 0,0 1 1 0 0,-4 4-1 0 0,6-6-1 0 0,-1-1 0 0 0,1 1 1 0 0,0 0-1 0 0,0 0 0 0 0,0 0 0 0 0,0-1 0 0 0,0 1 0 0 0,0 0 1 0 0,1 0-1 0 0,-1 0 0 0 0,1 0 0 0 0,0 0 0 0 0,0 1 1 0 0,0-1-1 0 0,1 0 0 0 0,-1 0 0 0 0,1 0 0 0 0,-1 0 0 0 0,1-1 1 0 0,0 1-1 0 0,0 0 0 0 0,3 4 0 0 0,-3-5-4 0 0,0 0-1 0 0,0-1 1 0 0,0 1-1 0 0,1 0 1 0 0,-1-1 0 0 0,1 1-1 0 0,-1-1 1 0 0,1 0-1 0 0,0 1 1 0 0,-1-1-1 0 0,1 0 1 0 0,0 0 0 0 0,0 0-1 0 0,0 0 1 0 0,0 0-1 0 0,0-1 1 0 0,0 1 0 0 0,0-1-1 0 0,0 1 1 0 0,0-1-1 0 0,0 1 1 0 0,4-1-1 0 0,-5-1-12 0 0,-1 1 0 0 0,0-1 0 0 0,1 1 0 0 0,-1-1 0 0 0,0 1 0 0 0,1-1 0 0 0,-1 1 0 0 0,0-1 0 0 0,0 1 0 0 0,0-1 0 0 0,1 1 0 0 0,-1-1 0 0 0,0 0 0 0 0,0 1-1 0 0,0-1 1 0 0,0 1 0 0 0,0-1 0 0 0,0 1 0 0 0,0-1 0 0 0,0 0 0 0 0,0 1 0 0 0,-1-1 0 0 0,1 1 0 0 0,0-1 0 0 0,0 1 0 0 0,0-1 0 0 0,-1 1 0 0 0,1-1 0 0 0,0 1 0 0 0,0-1-1 0 0,-1 1 1 0 0,1-1 0 0 0,-1 0 0 0 0,-10-18-247 0 0,6 14 209 0 0,1 1 0 0 0,-1 0 0 0 0,0 0 0 0 0,-1 0 0 0 0,1 0 0 0 0,0 1 0 0 0,-1 0 0 0 0,0 0 0 0 0,-11-4 0 0 0,-60-15-131 0 0,62 18 143 0 0,-52-10-8 0 0,0 2 0 0 0,-90-3 0 0 0,-137 10 17 0 0,87 4 49 0 0,166 0-17 0 0,-48-8 0 0 0,75 7-4 0 0,0-1 0 0 0,1-1 0 0 0,-1 0 0 0 0,1 0 0 0 0,0-2 0 0 0,0 0 0 0 0,-14-8 0 0 0,-4-12-1112 0 0,27 22 1000 0 0,0 0 1 0 0,0 1-1 0 0,0-1 0 0 0,-1 1 1 0 0,1 0-1 0 0,-1 0 1 0 0,0 0-1 0 0,0 1 1 0 0,0 0-1 0 0,-6-2 1 0 0,0 2 172 0 0,0 1 0 0 0,0 0 0 0 0,0 1 0 0 0,0 1 0 0 0,0-1 1 0 0,0 2-1 0 0,0 0 0 0 0,-13 3 0 0 0,-26 4 186 0 0,-89 5 209 0 0,-196-5 0 0 0,-114-49-1020 0 0,389 36 440 0 0,1 2 0 0 0,-110 12 1 0 0,139-7 59 0 0,7-4 501 0 0,43-24-169 0 0,-19 23-273 0 0,-1 0 1 0 0,1 0-1 0 0,0 1 1 0 0,-1-1 0 0 0,1 0-1 0 0,-1 0 1 0 0,0 0-1 0 0,0 0 1 0 0,1 0-1 0 0,-1 0 1 0 0,-1 0-1 0 0,1 0 1 0 0,0 0-1 0 0,0 0 1 0 0,-1 0-1 0 0,1 1 1 0 0,-1-1-1 0 0,1 0 1 0 0,-1 0-1 0 0,0 0 1 0 0,0 1-1 0 0,0-1 1 0 0,0 0-1 0 0,0 1 1 0 0,0-1-1 0 0,-2-2 1 0 0,-3-3-5 0 0,-1 0 0 0 0,1 1-1 0 0,-1-1 1 0 0,-8-5 0 0 0,1 2 35 0 0,0 1 0 0 0,-1 1 0 0 0,0 0-1 0 0,0 1 1 0 0,-30-9 0 0 0,-84-15 72 0 0,95 24-96 0 0,-262-40 67 0 0,203 40-28 0 0,1 4-1 0 0,-175 16 1 0 0,168 2 161 0 0,0 5 1 0 0,2 4 0 0 0,1 5-1 0 0,1 3 1 0 0,-106 53-1 0 0,186-78-129 0 0,5-3-44 0 0,0 0 1 0 0,0 1-1 0 0,0 0 0 0 0,0 1 0 0 0,1 0 0 0 0,0 1 0 0 0,0 0 1 0 0,-9 9-1 0 0,15-12 194 0 0,3-7 338 0 0,0-7-313 0 0,-1 5-262 0 0,0 1 0 0 0,0-1 0 0 0,-1 1 0 0 0,0-1 1 0 0,0 1-1 0 0,0 0 0 0 0,0 0 0 0 0,-1 0 0 0 0,1 0 0 0 0,-1 1 0 0 0,0-1 0 0 0,0 1 0 0 0,0-1 0 0 0,-1 1 0 0 0,1 0 0 0 0,-1 0 0 0 0,0 1 0 0 0,0-1 0 0 0,0 1 0 0 0,0 0 0 0 0,0 0 0 0 0,-7-3 0 0 0,-11-2-39 0 0,1 0 0 0 0,-1 2-1 0 0,-32-5 1 0 0,35 7 41 0 0,-93-11 49 0 0,-166 1 1 0 0,228 13-38 0 0,1 3-1 0 0,-1 1 1 0 0,1 3 0 0 0,0 1-1 0 0,-50 17 1 0 0,-94 38 118 0 0,157-49-38 0 0,1 2 0 0 0,1 1 0 0 0,-41 27 0 0 0,38-15-81 0 0,35-27 2 0 0,-1 0 1 0 0,1 0-1 0 0,0 1 1 0 0,0-1-1 0 0,0 1 1 0 0,1-1-1 0 0,-1 1 1 0 0,1 0-1 0 0,-1 0 1 0 0,1-1-1 0 0,0 1 1 0 0,-1 5-1 0 0,2-7 5 0 0,0-1 0 0 0,0 1-1 0 0,0 0 1 0 0,0-1 0 0 0,1 1-1 0 0,-1 0 1 0 0,0 0-1 0 0,1-1 1 0 0,-1 1 0 0 0,0 0-1 0 0,1-1 1 0 0,-1 1 0 0 0,1-1-1 0 0,-1 1 1 0 0,1 0 0 0 0,-1-1-1 0 0,1 1 1 0 0,-1-1 0 0 0,1 0-1 0 0,-1 1 1 0 0,1-1 0 0 0,0 1-1 0 0,-1-1 1 0 0,1 0-1 0 0,1 1 1 0 0,20 8 142 0 0,-17-8-137 0 0,9 4 32 0 0,-12-5-54 0 0,0 0 0 0 0,1 1 0 0 0,-1-1 0 0 0,-1 1 0 0 0,1 0 0 0 0,0 0 0 0 0,0 0 0 0 0,0 0 0 0 0,0 0 0 0 0,1 1 0 0 0,-2-1 4 0 0,-1-1 0 0 0,0 0 0 0 0,0 1-1 0 0,1-1 1 0 0,-1 0 0 0 0,0 1-1 0 0,0-1 1 0 0,0 1 0 0 0,0-1-1 0 0,0 1 1 0 0,1-1 0 0 0,-1 0-1 0 0,0 1 1 0 0,0-1 0 0 0,0 1 0 0 0,0-1-1 0 0,0 0 1 0 0,0 1 0 0 0,-1-1-1 0 0,1 1 1 0 0,0 0 0 0 0,-9 14-99 0 0,-96 89 42 0 0,15-16 166 0 0,5 7 15 0 0,-92 136 0 0 0,173-226-114 0 0,1 0 0 0 0,-1 1-1 0 0,2-1 1 0 0,-1 1 0 0 0,0 0-1 0 0,1 0 1 0 0,0 0 0 0 0,0 0-1 0 0,1 0 1 0 0,0 0 0 0 0,-1 11 0 0 0,2-13 5 0 0,1 1 0 0 0,-1-1 1 0 0,1 0-1 0 0,0 0 0 0 0,0 1 0 0 0,0-1 1 0 0,1 0-1 0 0,-1 0 0 0 0,1 0 1 0 0,0 0-1 0 0,0-1 0 0 0,0 1 1 0 0,1 0-1 0 0,-1-1 0 0 0,1 1 1 0 0,0-1-1 0 0,5 4 0 0 0,24 21 24 0 0,-20-18-40 0 0,0 1 0 0 0,0 0 0 0 0,16 21 0 0 0,-25-27-1 0 0,1 0 1 0 0,-1 0 0 0 0,-1 0-1 0 0,1 1 1 0 0,-1-1-1 0 0,0 1 1 0 0,0-1-1 0 0,-1 1 1 0 0,1 0 0 0 0,-1-1-1 0 0,0 1 1 0 0,-1 0-1 0 0,0 11 1 0 0,-2 2-2 0 0,-1 0 1 0 0,-10 35-1 0 0,7-33 28 0 0,1 0 1 0 0,-3 29-1 0 0,8-43-19 0 0,-1-1 0 0 0,2 0 0 0 0,-1 1-1 0 0,0-1 1 0 0,1 0 0 0 0,0 1-1 0 0,1-1 1 0 0,0 0 0 0 0,0 0-1 0 0,0 0 1 0 0,0 0 0 0 0,5 8-1 0 0,-4-11 7 0 0,-1 0-1 0 0,1 1 1 0 0,0-1-1 0 0,0 0 1 0 0,0 0-1 0 0,1-1 0 0 0,-1 1 1 0 0,0 0-1 0 0,1-1 1 0 0,0 0-1 0 0,0 0 0 0 0,-1 0 1 0 0,1-1-1 0 0,0 1 1 0 0,1-1-1 0 0,-1 0 1 0 0,6 1-1 0 0,9 1-12 0 0,-1-2-1 0 0,33 0 1 0 0,-32-1-10 0 0,12 0 4 0 0,0-1-22 0 0,0 2-1 0 0,33 5 1 0 0,-54-5 16 0 0,0 2 1 0 0,-1-1-1 0 0,1 1 0 0 0,0 1 1 0 0,-1-1-1 0 0,0 2 0 0 0,0-1 1 0 0,0 1-1 0 0,0 1 0 0 0,10 8 0 0 0,-2 3-31 0 0,-1 0 0 0 0,0 1 0 0 0,22 34 0 0 0,-23-30-29 0 0,2 0 0 0 0,30 31 0 0 0,-41-47 47 0 0,0-1 0 0 0,0 0 1 0 0,1 0-1 0 0,0 0 0 0 0,-1-1 0 0 0,2 0 1 0 0,-1-1-1 0 0,0 0 0 0 0,1 0 0 0 0,0 0 1 0 0,-1-1-1 0 0,1 0 0 0 0,9 1 0 0 0,-5-2 40 0 0,0-1 0 0 0,1 0 1 0 0,-1 0-1 0 0,0-2 0 0 0,16-2 0 0 0,59-20 135 0 0,-61 15 109 0 0,0 2-1 0 0,46-7 1 0 0,48-4-165 0 0,181-51-1 0 0,-120 24-130 0 0,-138 35 213 0 0,0 2 1 0 0,0 2 0 0 0,1 2-1 0 0,0 2 1 0 0,0 2 0 0 0,59 7-1 0 0,-77-4-67 0 0,1-2 0 0 0,-1 0 0 0 0,1-1 0 0 0,30-6 0 0 0,102-24 47 0 0,-133 25-26 0 0,1 0-1 0 0,-1 2 1 0 0,1 1-1 0 0,0 2 1 0 0,-1 0-1 0 0,1 2 1 0 0,50 9-1 0 0,-43-6 98 0 0,1 0-1 0 0,0-3 1 0 0,1-1-1 0 0,-1-1 0 0 0,45-6 1 0 0,-69 4-223 0 0,0 1 1 0 0,1 0 0 0 0,-1 1-1 0 0,1 1 1 0 0,-1 0 0 0 0,1 0 0 0 0,-1 1-1 0 0,0 0 1 0 0,0 1 0 0 0,0 1-1 0 0,0-1 1 0 0,13 8 0 0 0,15 9 52 0 0,-23-10 46 0 0,1-1 1 0 0,1-1-1 0 0,0 0 0 0 0,0-2 0 0 0,0 0 1 0 0,35 7-1 0 0,-17-10-9 0 0,1-2 0 0 0,67-6 0 0 0,71-20-65 0 0,-172 24-22 0 0,138-24-143 0 0,70-11-9 0 0,-144 27 252 0 0,80 1-1 0 0,-13 14 167 0 0,-82-2-326 0 0,1-3 0 0 0,83-8 0 0 0,-62-4-105 0 0,-18 2 132 0 0,-1 2 0 0 0,1 2-1 0 0,58 4 1 0 0,-80 1 99 0 0,1-2 1 0 0,-1-1-1 0 0,0-2 1 0 0,52-13-1 0 0,-38 7-76 0 0,56-5-1 0 0,-98 16 8 0 0,0-1-1 0 0,0 1 1 0 0,0 1 0 0 0,0-1 0 0 0,0 1 0 0 0,-1 0-1 0 0,1 1 1 0 0,0-1 0 0 0,-1 1 0 0 0,8 3-1 0 0,0 2-18 0 0,-1 0 0 0 0,21 17 0 0 0,-14-9 35 0 0,-14-12 39 0 0,0 0 0 0 0,0 0 0 0 0,0-1 0 0 0,0 0 0 0 0,0 0 1 0 0,0 0-1 0 0,0-1 0 0 0,1 1 0 0 0,-1-1 0 0 0,0 0 0 0 0,1-1 0 0 0,-1 0 0 0 0,1 1 0 0 0,-1-2 0 0 0,1 1 0 0 0,10-2 0 0 0,4-3 184 0 0,1-1-1 0 0,-1-1 1 0 0,21-9 0 0 0,-12 4-95 0 0,81-38 234 0 0,-72 30-300 0 0,53-18-1 0 0,-76 34-62 0 0,-1 0 0 0 0,1 1 0 0 0,0 1 0 0 0,-1 0 0 0 0,1 1 1 0 0,0 0-1 0 0,0 2 0 0 0,0 0 0 0 0,26 4 0 0 0,-8 3-19 0 0,0 1 0 0 0,-1 2 1 0 0,37 17-1 0 0,-55-22 43 0 0,1 0 0 0 0,1-1 0 0 0,-1 0 0 0 0,1-2 0 0 0,0 1 0 0 0,0-2 0 0 0,0 0 0 0 0,0-1 0 0 0,0-1 0 0 0,0 0 0 0 0,0-1 0 0 0,0-1 0 0 0,26-6 0 0 0,2-4 46 0 0,-24 6-97 0 0,1 0 0 0 0,-1 2-1 0 0,1 0 1 0 0,30-1-1 0 0,-47 5 28 0 0,0 0-1 0 0,0-1 0 0 0,0 0 1 0 0,0 0-1 0 0,0 0 0 0 0,0 0 1 0 0,0-1-1 0 0,-1 1 0 0 0,1-1 1 0 0,0 0-1 0 0,-1 0 0 0 0,0 0 1 0 0,1-1-1 0 0,-1 1 0 0 0,5-6 1 0 0,-5 2-94 0 0,1 0 0 0 0,-2 1 0 0 0,1-2 1 0 0,-1 1-1 0 0,0 0 0 0 0,0 0 1 0 0,-1-1-1 0 0,1 1 0 0 0,-2-1 0 0 0,1 1 1 0 0,-1-9-1 0 0,0 5-752 0 0,-1 0 0 0 0,0 0 0 0 0,0 0 0 0 0,-1 0 0 0 0,-1 1 0 0 0,-6-20 1 0 0,-10-15-4112 0 0,9 2-3037 0 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08-07T17:01:28.13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229 0 7306 0 0,'-7'5'536'0'0,"-6"8"-80"0"0,-3 7-112 0 0,-4 3-72 0 0,0 1-64 0 0,-5-6-136 0 0,-2 7-32 0 0,-2-5-8 0 0,-2 2-392 0 0,-10 3-4169 0 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08-07T17:01:32.76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7113 1005 1968 0 0,'0'-2'308'0'0,"0"0"-1"0"0,-1 0 0 0 0,1 1 0 0 0,0-1 0 0 0,0 0 0 0 0,0 0 0 0 0,1 0 0 0 0,-1 0 1 0 0,0 1-1 0 0,1-1 0 0 0,-1 0 0 0 0,1 0 0 0 0,0 1 0 0 0,-1-1 0 0 0,1 0 1 0 0,0 1-1 0 0,0-1 0 0 0,0 1 0 0 0,1-2 0 0 0,-1-2 137 0 0,-1 1-1 0 0,0-1 1 0 0,-1 1-1 0 0,1-1 1 0 0,-1 1-1 0 0,0-1 1 0 0,-1-5 0 0 0,0 1 173 0 0,-3-20-93 0 0,0 2-1 0 0,-2-1 1 0 0,-19-49-1 0 0,22 68-555 0 0,-1-1 0 0 0,0 1 0 0 0,-1 0 0 0 0,0 0 0 0 0,0 0 0 0 0,0 1 0 0 0,-2 0 0 0 0,1 0 0 0 0,-1 1 0 0 0,0 0 0 0 0,0 0 0 0 0,-1 1 0 0 0,-15-9 0 0 0,12 9-2 0 0,-1 1-1 0 0,0 0 1 0 0,0 0 0 0 0,0 2 0 0 0,0 0-1 0 0,-21-3 1 0 0,-80 3-103 0 0,80 3 118 0 0,-20 4 87 0 0,53-7-21 0 0,-1-1 1 0 0,1 1-1 0 0,-1-1 1 0 0,0 1-1 0 0,0 0 0 0 0,0 0 1 0 0,0 0-1 0 0,-1 0 1 0 0,1 0-1 0 0,-4-3 0 0 0,0 3-80 0 0,0-1 0 0 0,0 1 0 0 0,0 0-1 0 0,0 1 1 0 0,0 0 0 0 0,-1 0 0 0 0,1 0 0 0 0,-10-1-1 0 0,-55-4-52 0 0,70 7 86 0 0,-44-3 6 0 0,-379-27 221 0 0,215 9-123 0 0,-72-8 27 0 0,264 26-115 0 0,0 0 0 0 0,1-1 0 0 0,-1-1 0 0 0,1-1 0 0 0,-17-8 0 0 0,-2-4 17 0 0,-35-25 1 0 0,49 32-20 0 0,0 0-1 0 0,0 1 1 0 0,-31-9 0 0 0,-22-10 40 0 0,-42-29 350 0 0,106 54-323 0 0,0 0 0 0 0,-1 1 1 0 0,1 1-1 0 0,-1-1 0 0 0,0 2 0 0 0,-13-1 0 0 0,-66 4 280 0 0,25 1-250 0 0,30-3-75 0 0,9 1-3 0 0,-40-5 1 0 0,57 3-19 0 0,0-1 0 0 0,0 0 0 0 0,0 0 0 0 0,1-1 1 0 0,-1-1-1 0 0,1 1 0 0 0,-1-1 0 0 0,-8-6 0 0 0,-7-7 65 0 0,-26-25-1 0 0,-11-7-107 0 0,53 44-9 0 0,1 0 1 0 0,-1 1-1 0 0,-14-6 1 0 0,-2 2 38 0 0,-26-5 0 0 0,21 5 4 0 0,15 5-19 0 0,-1 1-1 0 0,1 0 1 0 0,-1 1 0 0 0,0 0-1 0 0,1 1 1 0 0,-21 3 0 0 0,-88 20-36 0 0,97-17 35 0 0,-276 82-85 0 0,14-2 271 0 0,82-39-103 0 0,195-44-92 0 0,10-2 31 0 0,0-1-1 0 0,0 1 0 0 0,0-1 1 0 0,0 0-1 0 0,-1 1 0 0 0,1-1 1 0 0,0 0-1 0 0,0 1 0 0 0,0-1 1 0 0,-1 0-1 0 0,1 0 0 0 0,0 0 1 0 0,0 0-1 0 0,-1 0 1 0 0,1-1-1 0 0,0 1 0 0 0,0 0 1 0 0,-1-1-1 0 0,1 1 0 0 0,0 0 1 0 0,0-1-1 0 0,0 1 0 0 0,0-1 1 0 0,0 0-1 0 0,-2-1 0 0 0,0 0-30 0 0,1 0 0 0 0,-1 0-1 0 0,1 1 1 0 0,-1-1-1 0 0,0 0 1 0 0,0 1-1 0 0,0 0 1 0 0,0 0-1 0 0,0 0 1 0 0,0 0-1 0 0,0 0 1 0 0,0 0-1 0 0,0 1 1 0 0,-1-1 0 0 0,-4 1-1 0 0,-5 1-70 0 0,-1 0 1 0 0,-19 3-1 0 0,6 0 32 0 0,-319 45-102 0 0,311-42-155 0 0,-1-1 0 0 0,-68 2 0 0 0,87-8 309 0 0,1-1-1 0 0,-1-1 1 0 0,0 0-1 0 0,1-1 1 0 0,0 0-1 0 0,-1-2 1 0 0,2 0-1 0 0,-24-10 1 0 0,28 10 7 0 0,-1 0 1 0 0,0 2 0 0 0,0 0-1 0 0,0 0 1 0 0,-15-1 0 0 0,-12-3 10 0 0,33 5-9 0 0,1-1 0 0 0,-1 1 0 0 0,1-1 0 0 0,0 0 0 0 0,0 0-1 0 0,-5-4 1 0 0,-13-7 8 0 0,-6-1 3 0 0,-53-18 1 0 0,70 30 17 0 0,-1-1 1 0 0,0 2-1 0 0,0 0 1 0 0,-1 0-1 0 0,1 1 1 0 0,-27 2-1 0 0,-95 16 312 0 0,114-14-298 0 0,7-2-8 0 0,0-1 1 0 0,0 0 0 0 0,0-1-1 0 0,1-1 1 0 0,-1 0 0 0 0,-15-4 0 0 0,14 2-38 0 0,-1 1 0 0 0,1 1 0 0 0,0 0 0 0 0,-28 1 0 0 0,27 3-3 0 0,0 0 0 0 0,0 1 0 0 0,0 0 0 0 0,0 2 0 0 0,0-1 0 0 0,1 2 0 0 0,0 0 0 0 0,0 1 0 0 0,1 1 0 0 0,-27 17 0 0 0,15-6 14 0 0,-56 31 1 0 0,66-42 11 0 0,-1-1 1 0 0,0-1 0 0 0,-1 0 0 0 0,-34 6-1 0 0,15-8-50 0 0,0-2 0 0 0,0-1 0 0 0,0-2 0 0 0,-50-8 0 0 0,78 8 18 0 0,-12-1 10 0 0,1 1 1 0 0,0 1 0 0 0,-1 0 0 0 0,1 2 0 0 0,0 1-1 0 0,0 0 1 0 0,0 1 0 0 0,-29 11 0 0 0,26-8 15 0 0,0 0 1 0 0,0-1-1 0 0,-1-1 1 0 0,-36 2-1 0 0,45-6 7 0 0,0-1-1 0 0,0-1 1 0 0,0 0-1 0 0,0-1 1 0 0,0-1 0 0 0,0 0-1 0 0,1-1 1 0 0,-20-8-1 0 0,28 10-13 0 0,0 0-1 0 0,0 0 1 0 0,-1 1-1 0 0,1 0 0 0 0,0 0 1 0 0,-1 0-1 0 0,1 1 1 0 0,0 0-1 0 0,-1 0 1 0 0,1 1-1 0 0,-1-1 0 0 0,1 1 1 0 0,0 1-1 0 0,-11 3 1 0 0,-5 4 46 0 0,1 0 1 0 0,-36 23-1 0 0,-4 1-6 0 0,56-30-51 0 0,0 0 0 0 0,0 0 0 0 0,0 1 0 0 0,0-1 0 0 0,1 1 0 0 0,0 0 0 0 0,0 1 0 0 0,0-1 0 0 0,0 1 0 0 0,1-1 0 0 0,-1 1-1 0 0,1 0 1 0 0,1 1 0 0 0,-1-1 0 0 0,1 0 0 0 0,0 1 0 0 0,0-1 0 0 0,0 1 0 0 0,-1 8 0 0 0,-1 10-15 0 0,1 1 0 0 0,1-1 0 0 0,1 30 0 0 0,1-52 19 0 0,0 17-2 0 0,1-1 0 0 0,1 0-1 0 0,0 0 1 0 0,1 0 0 0 0,1 0 0 0 0,1 0 0 0 0,1-1-1 0 0,0 0 1 0 0,1 0 0 0 0,1 0 0 0 0,0-1 0 0 0,2 0-1 0 0,0-1 1 0 0,0 0 0 0 0,1 0 0 0 0,17 16 0 0 0,17 13-370 0 0,89 68 1 0 0,-133-111 355 0 0,0 0 0 0 0,0 0 0 0 0,0-1 0 0 0,0 1 0 0 0,0 0-1 0 0,0 0 1 0 0,0 0 0 0 0,-1 0 0 0 0,1 0 0 0 0,0 0 0 0 0,-1 0 0 0 0,1 0 0 0 0,0 0 0 0 0,-1 1 0 0 0,1-1 0 0 0,-1 0 0 0 0,0 0 0 0 0,1 2 0 0 0,-1-1 17 0 0,0 0 1 0 0,-1-1-1 0 0,1 1 1 0 0,0-1-1 0 0,-1 1 1 0 0,1 0-1 0 0,-1-1 1 0 0,0 0-1 0 0,1 1 1 0 0,-1-1-1 0 0,0 1 1 0 0,0-1-1 0 0,0 0 1 0 0,-1 2-1 0 0,-5 5 22 0 0,1 1-1 0 0,1-1 0 0 0,0 1 1 0 0,0 0-1 0 0,1 1 1 0 0,0-1-1 0 0,0 1 1 0 0,1-1-1 0 0,1 1 1 0 0,-1 0-1 0 0,0 12 0 0 0,4-14-17 0 0,-1 0 0 0 0,2-1-1 0 0,-1 1 1 0 0,1 0 0 0 0,0-1-1 0 0,6 14 1 0 0,-6-14 12 0 0,0-4-11 0 0,-1 0-1 0 0,0 0 1 0 0,1 0 0 0 0,0 0 0 0 0,-1 0-1 0 0,1 0 1 0 0,0 0 0 0 0,1-1 0 0 0,-1 1-1 0 0,0-1 1 0 0,1 1 0 0 0,-1-1 0 0 0,1 0-1 0 0,0 0 1 0 0,0 0 0 0 0,0-1 0 0 0,0 1-1 0 0,0-1 1 0 0,0 1 0 0 0,0-1 0 0 0,0 0-1 0 0,6 1 1 0 0,5 0 38 0 0,-1-1 0 0 0,1 0-1 0 0,0-1 1 0 0,20-2 0 0 0,-21 1-50 0 0,0 0 0 0 0,0 1 0 0 0,21 3 0 0 0,-29-2 5 0 0,0 0 0 0 0,-1 0 0 0 0,1 1 0 0 0,0 0 0 0 0,-1 0 0 0 0,1 0 0 0 0,-1 1 0 0 0,0-1 0 0 0,0 1 0 0 0,0 0 0 0 0,0 0 0 0 0,0 1 1 0 0,0-1-1 0 0,3 6 0 0 0,2 3 29 0 0,-1 0 0 0 0,-1 0 0 0 0,9 21 0 0 0,4 7 32 0 0,-18-37-28 0 0,0-1-1 0 0,0 1 1 0 0,0 0-1 0 0,0 0 1 0 0,0-1 0 0 0,1 1-1 0 0,-1-1 1 0 0,1 0-1 0 0,-1 0 1 0 0,1 0-1 0 0,0 0 1 0 0,0 0-1 0 0,0-1 1 0 0,0 1-1 0 0,0-1 1 0 0,1 0 0 0 0,-1 0-1 0 0,0 0 1 0 0,0 0-1 0 0,1 0 1 0 0,-1-1-1 0 0,6 0 1 0 0,5 0 58 0 0,-1-1 0 0 0,0-1 1 0 0,0 0-1 0 0,20-6 0 0 0,-2 1-94 0 0,-6 3 25 0 0,1 1 0 0 0,-1 1 1 0 0,1 1-1 0 0,0 1 0 0 0,0 2 1 0 0,-1 1-1 0 0,1 0 0 0 0,42 13 1 0 0,-53-13-10 0 0,0 0 1 0 0,0-1-1 0 0,0-1 1 0 0,30-1 0 0 0,63-12 13 0 0,1 0 22 0 0,-74 13-40 0 0,1 1 1 0 0,38 7-1 0 0,-13-1 6 0 0,-31-4 19 0 0,-1-3 1 0 0,1 0 0 0 0,0-2 0 0 0,-1-1 0 0 0,42-8-1 0 0,-32 2-36 0 0,0 2-1 0 0,55-1 0 0 0,-74 7-7 0 0,0 1-1 0 0,0 0 1 0 0,0 2 0 0 0,0 1-1 0 0,0 0 1 0 0,33 13 0 0 0,-41-13 47 0 0,0 0 0 0 0,0 0 0 0 0,1-2 0 0 0,-1 1 0 0 0,1-2 0 0 0,0 1 0 0 0,18-2 0 0 0,-12-1-35 0 0,1-2 1 0 0,0 0-1 0 0,-1-1 1 0 0,20-7 0 0 0,-22 6 2 0 0,0 1-1 0 0,1 0 1 0 0,-1 1 0 0 0,1 1 0 0 0,0 1 0 0 0,0 0 0 0 0,0 2-1 0 0,22 2 1 0 0,-26-1 17 0 0,0-1 0 0 0,-1 0 0 0 0,1-1 0 0 0,0-1 0 0 0,-1 0 0 0 0,27-6 0 0 0,-18 1 21 0 0,-1-1 1 0 0,1-1-1 0 0,26-14 0 0 0,-23 8 2 0 0,-17 9-11 0 0,1 0 0 0 0,0 1 0 0 0,0-1 0 0 0,0 2 0 0 0,1-1 0 0 0,-1 1 0 0 0,1 1 0 0 0,15-3-1 0 0,-20 5 64 0 0,-1 1-1 0 0,1 0 0 0 0,0-1 0 0 0,8 4 0 0 0,-9-2-53 0 0,1-1 0 0 0,-1 0 0 0 0,1 0 0 0 0,-1 0 0 0 0,1 0 0 0 0,6-1 0 0 0,14-3 25 0 0,-1-1-1 0 0,36-10 1 0 0,-32 6-68 0 0,36-4-1 0 0,-60 11-4 0 0,1 1-1 0 0,-1 0 0 0 0,1 0 0 0 0,-1 1 0 0 0,1-1 1 0 0,-1 1-1 0 0,0 0 0 0 0,1 0 0 0 0,-1 0 0 0 0,0 1 1 0 0,8 3-1 0 0,0 3-23 0 0,0-1 0 0 0,16 14 0 0 0,-21-15 128 0 0,0 0 0 0 0,1 0 0 0 0,0-1 0 0 0,0 0 0 0 0,1 0 0 0 0,-1-1 0 0 0,15 5-1 0 0,13-2 368 0 0,-28-6-457 0 0,0 0 0 0 0,-1 1 0 0 0,1-1 0 0 0,-1 1 0 0 0,1 1-1 0 0,-1-1 1 0 0,0 1 0 0 0,0 0 0 0 0,0 1 0 0 0,-1 0 0 0 0,1 0-1 0 0,7 7 1 0 0,0 4-41 0 0,19 28-1 0 0,-27-34 52 0 0,0 1 0 0 0,1-1 0 0 0,1-1 0 0 0,-1 1 0 0 0,1-1 0 0 0,1 0 0 0 0,-1-1 1 0 0,1 0-1 0 0,20 11 0 0 0,-19-14 16 0 0,1 0 1 0 0,0 0 0 0 0,0-1 0 0 0,1-1 0 0 0,-1 0-1 0 0,0 0 1 0 0,1-1 0 0 0,-1-1 0 0 0,18-1 0 0 0,11-3 64 0 0,52-12 0 0 0,-69 11-81 0 0,-18 4-18 0 0,54-11-15 0 0,69-5-1 0 0,286 19 281 0 0,-344 1-94 0 0,-17-3-130 0 0,1-2 0 0 0,0-2 1 0 0,-1-3-1 0 0,0-2 0 0 0,75-22 0 0 0,-122 29-41 0 0,1 1 1 0 0,0-1-1 0 0,0 2 0 0 0,0-1 1 0 0,1 1-1 0 0,-1 0 1 0 0,12 1-1 0 0,2 3 34 0 0,25 8 1 0 0,-28-7 48 0 0,-1-1 1 0 0,34 4 0 0 0,-43-8-79 0 0,0 0 1 0 0,-1 0-1 0 0,1-1 1 0 0,0 0-1 0 0,0-1 1 0 0,0 0-1 0 0,11-4 1 0 0,-4 0-76 0 0,-1-1 0 0 0,25-15 0 0 0,-30 17 68 0 0,0 0-1 0 0,0 1 0 0 0,0 0 1 0 0,1 0-1 0 0,0 1 0 0 0,-1 0 1 0 0,1 0-1 0 0,1 1 0 0 0,-1 1 1 0 0,12-1-1 0 0,80-10 404 0 0,-65 7-155 0 0,1 1 1 0 0,-1 1-1 0 0,49 4 1 0 0,-53 3-64 0 0,51 15 0 0 0,-52-11-93 0 0,57 7-1 0 0,95-12 52 0 0,-111-4-156 0 0,-73 1 16 0 0,10 0-5 0 0,0-1-1 0 0,0 2 0 0 0,-1-1 1 0 0,1 2-1 0 0,0-1 0 0 0,-1 1 0 0 0,1 1 1 0 0,-1-1-1 0 0,16 8 0 0 0,-23-12 13 0 0,1 1-1 0 0,-1-1 1 0 0,1 0-1 0 0,-1 1 1 0 0,0-1-1 0 0,0 0 1 0 0,0-1-1 0 0,3-2 1 0 0,-1 1-1 0 0,1-2-25 0 0,1 1 0 0 0,0 0 0 0 0,0 1 0 0 0,0-1 0 0 0,1 1 0 0 0,0 0 1 0 0,0 1-1 0 0,0 0 0 0 0,9-3 0 0 0,3 1-2 0 0,-1 1 1 0 0,31-3 0 0 0,-18 3 44 0 0,0-2 1 0 0,-1-1-1 0 0,0-1 1 0 0,0-2-1 0 0,-1 0 1 0 0,-1-2-1 0 0,50-29 1 0 0,-38 17 3 0 0,-1-1 1 0 0,62-52 0 0 0,-87 65-192 0 0,-1-1 0 0 0,-1 0 0 0 0,0-1 0 0 0,0-1 0 0 0,-2 0 0 0 0,0 0 0 0 0,0-1 0 0 0,-2-1 0 0 0,13-32 0 0 0,-11 17-2100 0 0,10-62 1 0 0,-11 11-4449 0 0,-4 40-769 0 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19:58:36.29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4.05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4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2:59.435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7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6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4.387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8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9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8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03:09.239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1277 156 4977 0 0,'-35'-3'119'0'0,"-2"-1"0"0"0,2 2 0 0 0,-1 2 0 0 0,1 0 0 0 0,-2 0 0 0 0,3 2 1 0 0,-25 4-120 0 0,-1 1 174 0 0,0 3 0 0 0,1 2 0 0 0,0 3 0 0 0,-1-3-174 0 0,15 2 197 0 0,1 1 0 0 0,1 1 0 0 0,3 3-1 0 0,-2-1 1 0 0,3 3 0 0 0,2-2 0 0 0,-2 4 0 0 0,4-1 0 0 0,3 2 0 0 0,-2 3 0 0 0,3-2 0 0 0,2 3 0 0 0,3-1 0 0 0,-1 2 0 0 0,-10 21-197 0 0,20-24 50 0 0,1 0 0 0 0,3 1 0 0 0,2-1 0 0 0,2 1 0 0 0,-1-1 0 0 0,4 3 0 0 0,1-2 0 0 0,2 9-50 0 0,2-19-25 0 0,1-1-1 0 0,1 3 0 0 0,1-3 1 0 0,1 2-1 0 0,1-2 0 0 0,3 0 1 0 0,-2 1-1 0 0,3-1 0 0 0,0-2 1 0 0,1 4-1 0 0,1-2 0 0 0,3-2 1 0 0,-1 0-1 0 0,4 5 26 0 0,-4-10-40 0 0,-1-2 0 0 0,1 3-1 0 0,1-3 1 0 0,-1 0 0 0 0,1-1 0 0 0,0 1-1 0 0,2-1 1 0 0,-1 0 0 0 0,2 0 0 0 0,-2-2-1 0 0,1-1 1 0 0,2 2 0 0 0,-2-2 0 0 0,1 0-1 0 0,1 0 1 0 0,13 0 40 0 0,10 0 143 0 0,1-2-1 0 0,1 1 0 0 0,0-2 1 0 0,-1-2-1 0 0,1-1 1 0 0,6-1-143 0 0,34-8 408 0 0,-1-2 0 0 0,1-2 0 0 0,-1-4 0 0 0,-5-1 0 0 0,2-1 0 0 0,-3-5 0 0 0,0-1 0 0 0,50-27-408 0 0,-77 33 433 0 0,2-4 0 0 0,-5 1 0 0 0,-1-2 0 0 0,-1-3 0 0 0,-6 0 0 0 0,4 0 0 0 0,-5-2 0 0 0,8-13-433 0 0,-27 27 209 0 0,-1-3-1 0 0,-1 1 1 0 0,-2 0-1 0 0,-2 0 1 0 0,1-1-1 0 0,-3-1 1 0 0,0-7-209 0 0,-5 12 87 0 0,1 0 0 0 0,-3-2 0 0 0,-1 2 0 0 0,-1-2 1 0 0,-1 1-1 0 0,-1 1 0 0 0,-2-3 0 0 0,1 3 0 0 0,-8-12-87 0 0,3 12-41 0 0,0 1-1 0 0,-2-1 1 0 0,0 2 0 0 0,-3 0-1 0 0,1-2 1 0 0,-1 1-1 0 0,-3 2 1 0 0,1-1 0 0 0,-2 2-1 0 0,1-1 1 0 0,-1 3-1 0 0,-3-3 1 0 0,-6 0 41 0 0,-2-2-813 0 0,-2 2 1 0 0,3 1-1 0 0,-4 1 1 0 0,-11-3 812 0 0,9 5-2434 0 0,-3-2 0 0 0,0 3 0 0 0,-32-4 2434 0 0,-11 2-6875 0 0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-3 2074 688 0 0,'8'0'6330'0'0,"14"7"-3963"0"0,17 3-1575 0 0,32 0-430 0 0,-55-6-317 0 0,0-4-1 0 0,3 4 1 0 0,-1-4-1 0 0,0-4 1 0 0,-2 4-1 0 0,3-4-44 0 0,7-6 72 0 0,0-5 0 0 0,1 3 0 0 0,-1-4-1 0 0,-4-3 1 0 0,5-1 0 0 0,-5-3 0 0 0,3 1 0 0 0,-1-3-1 0 0,-2-3 1 0 0,0-1 0 0 0,-1-2 0 0 0,-1-6-72 0 0,4-6 198 0 0,1 0 1 0 0,-3-2 0 0 0,-2 0 0 0 0,-1-8-1 0 0,-1 4 1 0 0,0-3 0 0 0,-4-1-1 0 0,1 0 1 0 0,3-25-199 0 0,-4 2 104 0 0,0 2 0 0 0,0 1 0 0 0,-5-5 0 0 0,1 2 0 0 0,-4-2 0 0 0,-4 2 0 0 0,2-2-1 0 0,-4 1 1 0 0,-2-1 0 0 0,0 0 0 0 0,-12-72-104 0 0,1 17-2467 0 0,-1-6-3978 0 0,8 104 1022 0 0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 2064 0 0,'-6'-2'5544'0'0,"12"7"-2555"0"0,11 5-631 0 0,1-1-652 0 0,16 10-1706 0 0,-22-11 102 0 0,2 1-1 0 0,0-2 1 0 0,13 4-102 0 0,-1-1 127 0 0,-8-2 73 0 0,-43 0 404 0 0,3 3-620 0 0,1 1 0 0 0,-19 12 16 0 0,-8 7-2017 0 0,15-15-3621 0 0,20-11-972 0 0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2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25 243 2064 0 0,'-7'3'5544'0'0,"14"-9"-2555"0"0,12-7-631 0 0,3 2-652 0 0,16-11-1706 0 0,-22 11 102 0 0,0 2-1 0 0,-1 1 1 0 0,17-6-102 0 0,-3 1 127 0 0,-10 4 73 0 0,-47-1 404 0 0,3-2-620 0 0,2-2 0 0 0,-23-16 16 0 0,-10-6-2017 0 0,18 16-3621 0 0,23 13-972 0 0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06T22:18:28.123"/>
    </inkml:context>
    <inkml:brush xml:id="br0">
      <inkml:brushProperty name="width" value="0.025" units="cm"/>
      <inkml:brushProperty name="height" value="0.025" units="cm"/>
      <inkml:brushProperty name="color" value="#FF0000"/>
    </inkml:brush>
  </inkml:definitions>
  <inkml:trace contextRef="#ctx0" brushRef="#br0">332 6 688 0 0,'-5'0'6330'0'0,"-2"-2"-3963"0"0,-9-3-1575 0 0,-13 1-430 0 0,22 3-317 0 0,2-1-1 0 0,-3 2 1 0 0,-1 0-1 0 0,5 0 1 0 0,-4 2-1 0 0,2-1-44 0 0,-6 3 72 0 0,1 1 0 0 0,1 2 0 0 0,-1 0-1 0 0,2 0 1 0 0,-1 2 0 0 0,1 0 0 0 0,-1 3 0 0 0,-1-1-1 0 0,2 1 1 0 0,3-2 0 0 0,-3 4 0 0 0,0 2-72 0 0,0 1 198 0 0,-1 3 1 0 0,2-1 0 0 0,-1 0 0 0 0,0 4-1 0 0,2-4 1 0 0,2 5 0 0 0,-2-2-1 0 0,1 3 1 0 0,-2 9-199 0 0,3-4 104 0 0,-3 1 0 0 0,5 1 0 0 0,0 3 0 0 0,-1-4 0 0 0,2 3 0 0 0,1 0 0 0 0,-1 0-1 0 0,2-3 1 0 0,0 3 0 0 0,2 0 0 0 0,3 27-104 0 0,0-2-2467 0 0,0 1-3978 0 0,-3-43 1022 0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Üst Bilgi Yer Tutucusu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Veri Yer Tutucusu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A7E36C1-EE93-49F3-ACCA-688796A50B0C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4" name="Slayt Resmi Yer Tutucus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 Yer Tutucusu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6" name="Alt Bilgi Yer Tutucusu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4533A2-33BD-4792-9644-88F028AC5263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1446726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7D030DA-F385-452C-8542-EC28268FDD30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487691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7790389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84934348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43747688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2619961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9545959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7006900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171496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7350811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5100523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633252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90995090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8744516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46842332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24819273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6680250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2065120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20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7708265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1791037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73871690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A24135-A1C1-6FF9-DD3F-DE108BF717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B60131CF-67F8-57F9-0D42-68368F4908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DB1FC850-5D89-B621-4544-4F3FA48DA7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F9DF37A3-F068-EA1F-3D05-AECDA85830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0076668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6686844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5824756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3730090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1414202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5860761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8728171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39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8823674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6933467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79125664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3707042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3832221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2152056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9323079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0669344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49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61981590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53133045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0236146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5762374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298195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2174468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1186053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9745367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7827315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5544362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59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2969184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60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5610638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61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55828288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62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79125664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63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72484200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64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4496570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65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78009260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66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0470943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72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45505437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73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03554551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80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5389932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81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5389932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88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0528938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89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0564936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96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0528938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97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0729441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104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4550543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105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4550543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112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53899320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84533A2-33BD-4792-9644-88F028AC5263}" type="slidenum">
              <a:rPr lang="tr-TR" smtClean="0"/>
              <a:t>113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5389932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97F49366-7F1E-4CA5-A1D8-D3BA03FAAFF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19CF056D-1AE5-4662-B1C5-CD06B64882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CD31D48B-2C07-4742-94E9-B8C3DEB72C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B09380-D596-4D8F-81C6-30D4A30EA017}" type="datetime1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5E9942BE-BCF5-46BF-B869-55068AC678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CC999290-13B8-4002-9DDF-2B33840E5F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33648850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A530143C-7525-479F-A6A8-9C021F069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A6B5453F-8364-4E6E-B4E0-8629A640FF5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3C60BF19-C1DE-459F-B409-9706F24FE91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58E99E-45E2-4668-A8BB-CBA732CF4639}" type="datetime1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9478A33F-3517-492B-9F19-3DE66E0B1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5687D0EA-E205-445B-B961-168142B708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5345997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DD090CD6-B38D-45A1-AC4F-57AA546643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37275CF5-B79E-416A-94A6-27E3A023CA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3853996A-004C-453E-846D-0DE3CFDD2B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001605-0D12-49E8-AC6C-84281D08EBB4}" type="datetime1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690C32A0-72D9-4D91-B68F-8CE770AF5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27BAAC8B-1A63-48D6-AB6F-36B5D8A0EC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81994687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A9DC0A3E-14D2-4154-A839-559637F30C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B44F6950-F067-451D-9416-C4800D0C32B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440B192C-DFAA-4DED-9D0C-452E2CE3288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BAE5432A-D7EA-457F-90B6-75F4B3CD05C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BDC015-AF15-4DF0-AD86-58B950CB79C5}" type="datetime1">
              <a:rPr lang="tr-TR" smtClean="0"/>
              <a:t>9.08.2026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1EAB2816-6119-4264-A600-AF75B2A92C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C0541CD5-CA23-4BBB-8EB9-A91CDD1275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5649627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3F200680-F9DB-4CCA-B271-82FB2ADA28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EF20BAC2-0CA0-47A5-9113-E28AC5F47C2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57CA2AC2-D57C-4812-BC4F-8D561C00140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AF1C2C53-35C0-42EC-9B8B-E3FA0E9E0AA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0934B5B9-999E-4169-A4D3-9249BC5AFDE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3A0637D6-DC4F-4ACE-83D4-2A8ED6ECED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BDA537C-A55A-4AAD-9C5F-C5495F03E45D}" type="datetime1">
              <a:rPr lang="tr-TR" smtClean="0"/>
              <a:t>9.08.2026</a:t>
            </a:fld>
            <a:endParaRPr lang="tr-TR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2EDC5CD6-C058-4B81-A64B-8B66A0EA90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48776960-E67E-4083-8949-4E482B5981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67561909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C6A49DED-D89E-4C0C-B5AB-B552C2AB3A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D3B991BC-F9B5-44B5-876C-D4CD4EB272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646D38C-7CAB-4AE4-A8BE-0EA31FCAD504}" type="datetime1">
              <a:rPr lang="tr-TR" smtClean="0"/>
              <a:t>9.08.2026</a:t>
            </a:fld>
            <a:endParaRPr lang="tr-TR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30F3BF57-4B02-445C-80DC-C8308B7767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E9B0E153-81B1-4FBA-9B19-C8ED5B2DD9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877387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8775ED37-15AC-4A76-8031-6E1469D15B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CD90FD-0F16-4F3B-BAC4-D5D7CD32F650}" type="datetime1">
              <a:rPr lang="tr-TR" smtClean="0"/>
              <a:t>9.08.2026</a:t>
            </a:fld>
            <a:endParaRPr lang="tr-TR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09E15FB4-5130-4407-8224-C43ED26E20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752EF929-BA8B-4631-BFCE-B9BD7DBD35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9769348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DE268D84-2ACA-45C9-9C8D-6A4D6D2253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0DF4CDD5-5C90-4248-9293-4AF6FE8EDD0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8870963F-762E-46BF-B86E-F5D117A7FB6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F8BAA920-543D-4C27-BF05-5FFF6B2F59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B71481-6E1C-45D5-A93D-F67232F26AF3}" type="datetime1">
              <a:rPr lang="tr-TR" smtClean="0"/>
              <a:t>9.08.2026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F70510FA-2293-4B40-99BA-EF331CBEF4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7534AC4B-6980-4B5A-860F-D570B2BA87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6153854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C30B92B0-6879-4794-BBD6-581FAAA8C5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5410783D-ED8B-4536-A39A-34FA3BBFA17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D6A03A9F-ACF2-437D-AE1D-9680203323B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71E9785A-97F7-44CA-BE2C-36744BB5D2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3EF61A-2ECA-4D65-A9CA-47A95F422447}" type="datetime1">
              <a:rPr lang="tr-TR" smtClean="0"/>
              <a:t>9.08.2026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4E7CE7BA-431F-4379-8184-0048BEE688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B816E44C-037D-491A-A9F5-F18356BF34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8549276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>
            <a:extLst>
              <a:ext uri="{FF2B5EF4-FFF2-40B4-BE49-F238E27FC236}">
                <a16:creationId xmlns:a16="http://schemas.microsoft.com/office/drawing/2014/main" id="{39AD508A-B820-49CC-BBD5-AEF76B944C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18CA0D71-BED5-4BD1-AC8F-6A89332AD61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663D12B7-E62A-46F6-A015-69289B7E25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85BA86-2F1C-4773-9B3B-862B86299FAC}" type="datetime1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360F9450-3009-40B1-832C-FFDED408E3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B9688CDE-F6ED-4FE4-AE4D-4B62C3225A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2434520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D0B5B951-9902-472C-ABF8-841C92E7D36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7D0AC2C7-8786-4C47-A61C-B878D7554C9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F63F7342-2D75-48AE-BA7C-9FFEB5FCB4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F654EA-FED1-4DB1-9F35-EA222E679886}" type="datetime1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D1351341-6325-40B1-91E4-E844CD5876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DF2AFE3B-855F-43A8-8D94-E8CE5259AF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41076620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E806B5F6-EB1A-4A00-AD63-30A4C4A8ECF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D08189E3-CB45-43E7-A400-142AD1E8291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7C68552C-A9F9-442E-98D9-877B290507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05F4A267-B907-4355-ACE6-007F8DFF97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73B819C1-E627-485D-8FD6-4CA428A1F2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31343064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C31A97EF-E99C-4555-A173-C557E88B66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5C438BC0-E514-4BAD-9729-75D0DB7002B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5C83B1BB-546D-4A61-B06D-BD126A4F96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DC16BFB7-EB39-44E0-91B7-DBABA44052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DBB7D144-9F0A-4648-AAF2-81838BD780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6549610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25D8F5D-B53D-48D1-9EAC-4691FAF3E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9E7D5D99-D631-438F-B8CC-0C9C27335C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A391C005-87B3-4108-B9EF-0202F1B1FF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B9097ABF-4124-452B-A6F3-A57EDD88AD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9689880B-5018-4BD8-8C3F-4831DB3748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0569167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0FBFA9E-66CD-461B-A745-6EB0E6D5F9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84AE9ADD-95A3-473B-8FB2-7C5F622E065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83A3E63B-9199-4469-BFBD-90263E04AC0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BBBD799A-A6A4-475E-B20D-7499123A49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6DDD24F3-8407-49BD-AD35-A5C467016A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3E4FC7B7-59E8-40F7-ABBF-6A96D6EF43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7472137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D7776F0F-CC62-41C2-BD92-A61EEED5AF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55A69F79-E37D-4A1F-8B90-F5775E760EA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F2E52700-D020-4BFC-A446-A02DAB8F195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2A9DAEE8-5257-4D49-A6A7-4B9EC682BEF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27CF3AC2-1AAA-487B-9132-687971181AF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AFAECA7E-893D-47DE-8890-DB708489334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10A7F18E-71D9-4050-9CF9-44645675D4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C6198AF9-F5A6-42B0-A151-BF9427FCD2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69583759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CD3FD5A7-37ED-407C-9E44-BD13FC1D9E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ADF2781C-31D6-41F4-906B-2C99EB62ED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6663C37E-49AC-4A8F-BB0A-A2A9131BA5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266CE76C-63C9-4763-8525-E6DE303A5C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95845237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BE4548E9-6FBE-4ECC-AF66-23A08BB146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A4A059D3-9F6E-4D73-9C38-655F95386BE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E650BFA8-237F-47F1-B06B-305232CDC1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47345859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A58B7D2-D57F-40F3-A4FD-62D9A88854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71BD4D2A-63B5-4458-8775-3334DE9A46C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41186009-E756-420D-94AD-34F7E2F139E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2CC829D5-12F5-4F3D-94BC-0B6B75BBBE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330CC2C3-55D2-4DC0-B56E-15B1C73CF5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AC10C905-9872-441B-B717-F091B29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1031696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7600DAB9-4232-4CE7-9E0D-24557403ED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B9512243-FF1E-48EF-902C-4EA4C2BD27F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0E6C395B-9ED0-4D5C-B780-AA489FC9894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8417D91D-AE27-4156-A789-0739FA97D2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97E29167-7DA0-4F31-B165-89BB1C1309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387CFA0A-9F1F-411A-9229-11C91BB3E4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5530773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63004FCF-F337-43DB-9A7C-EC27802905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E3C90C2C-F250-499E-A679-31858DC9A49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837B2A2D-E9D4-4DC8-A33C-08663D4432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2D0F7885-3F6E-481A-BD2D-2B516B3B67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4FB9DA97-3A15-40BB-9C70-4F2C9270A5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4901032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D8BC1211-EA12-4F7F-9593-5C9D7FACC66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58D84C0A-0ADF-4E67-99BB-D8608D1612B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0DECBC34-909D-4F4C-BD54-4C8FBDD483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CBFFE230-1256-4BC1-B40A-BB88601B9B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0668FA57-2865-4DDF-A722-3DF5EBB575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026163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609635D7-2799-4B0A-86E3-CE3485BCCE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E4FD3B0B-EF23-4AE4-9ECE-B2E3A88A2A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F52011CF-060E-4727-A2F4-9995F6FA435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F596CC-A07D-4266-8E8A-4255B0459368}" type="datetime1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CE77AFA5-5CC1-4F27-B640-6FE6A6ABAD4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929FB549-72DE-41EC-BE4A-1344BB7301B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49A759-1A82-4546-B6E1-F84013A0B7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5542300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EAF706AA-F82B-40D4-806D-B2131D1768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851AD6B9-A805-49C7-B294-E4A2CEC83CE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9D26FED5-D5A2-46AF-A4B9-2107656DDBB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988E9AE-9B14-4F61-8E1C-DF73E2E2E1FB}" type="datetimeFigureOut">
              <a:rPr lang="tr-TR" smtClean="0"/>
              <a:t>9.08.2026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F2005544-6225-4212-8595-7C951F0226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0612714D-C765-4C01-BCF9-32E3A37149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38CFCB-0895-4A45-B9E7-EB38E6C4705D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1470256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9.xml"/><Relationship Id="rId5" Type="http://schemas.openxmlformats.org/officeDocument/2006/relationships/image" Target="../media/image4.png"/><Relationship Id="rId4" Type="http://schemas.openxmlformats.org/officeDocument/2006/relationships/customXml" Target="../ink/ink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0.xml"/><Relationship Id="rId6" Type="http://schemas.openxmlformats.org/officeDocument/2006/relationships/customXml" Target="../ink/ink3.xml"/><Relationship Id="rId5" Type="http://schemas.openxmlformats.org/officeDocument/2006/relationships/image" Target="../media/image4.png"/><Relationship Id="rId4" Type="http://schemas.openxmlformats.org/officeDocument/2006/relationships/customXml" Target="../ink/ink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7" Type="http://schemas.openxmlformats.org/officeDocument/2006/relationships/customXml" Target="../ink/ink6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1.xml"/><Relationship Id="rId6" Type="http://schemas.openxmlformats.org/officeDocument/2006/relationships/customXml" Target="../ink/ink5.xml"/><Relationship Id="rId5" Type="http://schemas.openxmlformats.org/officeDocument/2006/relationships/image" Target="../media/image4.png"/><Relationship Id="rId4" Type="http://schemas.openxmlformats.org/officeDocument/2006/relationships/customXml" Target="../ink/ink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7" Type="http://schemas.openxmlformats.org/officeDocument/2006/relationships/customXml" Target="../ink/ink9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2.xml"/><Relationship Id="rId6" Type="http://schemas.openxmlformats.org/officeDocument/2006/relationships/customXml" Target="../ink/ink8.xml"/><Relationship Id="rId5" Type="http://schemas.openxmlformats.org/officeDocument/2006/relationships/image" Target="../media/image4.png"/><Relationship Id="rId4" Type="http://schemas.openxmlformats.org/officeDocument/2006/relationships/customXml" Target="../ink/ink7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customXml" Target="../ink/ink13.xml"/><Relationship Id="rId13" Type="http://schemas.openxmlformats.org/officeDocument/2006/relationships/image" Target="../media/image8.png"/><Relationship Id="rId3" Type="http://schemas.openxmlformats.org/officeDocument/2006/relationships/notesSlide" Target="../notesSlides/notesSlide14.xml"/><Relationship Id="rId7" Type="http://schemas.openxmlformats.org/officeDocument/2006/relationships/customXml" Target="../ink/ink12.xml"/><Relationship Id="rId12" Type="http://schemas.openxmlformats.org/officeDocument/2006/relationships/customXml" Target="../ink/ink15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3.xml"/><Relationship Id="rId6" Type="http://schemas.openxmlformats.org/officeDocument/2006/relationships/customXml" Target="../ink/ink11.xml"/><Relationship Id="rId11" Type="http://schemas.openxmlformats.org/officeDocument/2006/relationships/image" Target="../media/image6.png"/><Relationship Id="rId5" Type="http://schemas.openxmlformats.org/officeDocument/2006/relationships/image" Target="../media/image4.png"/><Relationship Id="rId10" Type="http://schemas.openxmlformats.org/officeDocument/2006/relationships/customXml" Target="../ink/ink14.xml"/><Relationship Id="rId4" Type="http://schemas.openxmlformats.org/officeDocument/2006/relationships/customXml" Target="../ink/ink10.xml"/><Relationship Id="rId9" Type="http://schemas.openxmlformats.org/officeDocument/2006/relationships/image" Target="../media/image5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customXml" Target="../ink/ink19.xml"/><Relationship Id="rId13" Type="http://schemas.openxmlformats.org/officeDocument/2006/relationships/image" Target="../media/image8.png"/><Relationship Id="rId3" Type="http://schemas.openxmlformats.org/officeDocument/2006/relationships/notesSlide" Target="../notesSlides/notesSlide15.xml"/><Relationship Id="rId7" Type="http://schemas.openxmlformats.org/officeDocument/2006/relationships/customXml" Target="../ink/ink18.xml"/><Relationship Id="rId12" Type="http://schemas.openxmlformats.org/officeDocument/2006/relationships/customXml" Target="../ink/ink2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4.xml"/><Relationship Id="rId6" Type="http://schemas.openxmlformats.org/officeDocument/2006/relationships/customXml" Target="../ink/ink17.xml"/><Relationship Id="rId11" Type="http://schemas.openxmlformats.org/officeDocument/2006/relationships/image" Target="../media/image6.png"/><Relationship Id="rId5" Type="http://schemas.openxmlformats.org/officeDocument/2006/relationships/image" Target="../media/image4.png"/><Relationship Id="rId10" Type="http://schemas.openxmlformats.org/officeDocument/2006/relationships/customXml" Target="../ink/ink20.xml"/><Relationship Id="rId4" Type="http://schemas.openxmlformats.org/officeDocument/2006/relationships/customXml" Target="../ink/ink16.xml"/><Relationship Id="rId9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.xml"/><Relationship Id="rId13" Type="http://schemas.openxmlformats.org/officeDocument/2006/relationships/image" Target="../media/image8.png"/><Relationship Id="rId3" Type="http://schemas.openxmlformats.org/officeDocument/2006/relationships/notesSlide" Target="../notesSlides/notesSlide16.xml"/><Relationship Id="rId7" Type="http://schemas.openxmlformats.org/officeDocument/2006/relationships/customXml" Target="../ink/ink24.xml"/><Relationship Id="rId12" Type="http://schemas.openxmlformats.org/officeDocument/2006/relationships/customXml" Target="../ink/ink27.xml"/><Relationship Id="rId17" Type="http://schemas.openxmlformats.org/officeDocument/2006/relationships/image" Target="../media/image11.png"/><Relationship Id="rId2" Type="http://schemas.openxmlformats.org/officeDocument/2006/relationships/slideLayout" Target="../slideLayouts/slideLayout1.xml"/><Relationship Id="rId16" Type="http://schemas.openxmlformats.org/officeDocument/2006/relationships/customXml" Target="../ink/ink29.xml"/><Relationship Id="rId1" Type="http://schemas.openxmlformats.org/officeDocument/2006/relationships/tags" Target="../tags/tag15.xml"/><Relationship Id="rId6" Type="http://schemas.openxmlformats.org/officeDocument/2006/relationships/customXml" Target="../ink/ink23.xml"/><Relationship Id="rId11" Type="http://schemas.openxmlformats.org/officeDocument/2006/relationships/image" Target="../media/image6.png"/><Relationship Id="rId5" Type="http://schemas.openxmlformats.org/officeDocument/2006/relationships/image" Target="../media/image4.png"/><Relationship Id="rId15" Type="http://schemas.openxmlformats.org/officeDocument/2006/relationships/image" Target="../media/image9.png"/><Relationship Id="rId10" Type="http://schemas.openxmlformats.org/officeDocument/2006/relationships/customXml" Target="../ink/ink26.xml"/><Relationship Id="rId4" Type="http://schemas.openxmlformats.org/officeDocument/2006/relationships/customXml" Target="../ink/ink22.xml"/><Relationship Id="rId9" Type="http://schemas.openxmlformats.org/officeDocument/2006/relationships/image" Target="../media/image5.png"/><Relationship Id="rId14" Type="http://schemas.openxmlformats.org/officeDocument/2006/relationships/customXml" Target="../ink/ink28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customXml" Target="../ink/ink33.xml"/><Relationship Id="rId13" Type="http://schemas.openxmlformats.org/officeDocument/2006/relationships/image" Target="../media/image8.png"/><Relationship Id="rId3" Type="http://schemas.openxmlformats.org/officeDocument/2006/relationships/notesSlide" Target="../notesSlides/notesSlide17.xml"/><Relationship Id="rId7" Type="http://schemas.openxmlformats.org/officeDocument/2006/relationships/customXml" Target="../ink/ink32.xml"/><Relationship Id="rId12" Type="http://schemas.openxmlformats.org/officeDocument/2006/relationships/customXml" Target="../ink/ink35.xml"/><Relationship Id="rId17" Type="http://schemas.openxmlformats.org/officeDocument/2006/relationships/image" Target="../media/image11.png"/><Relationship Id="rId2" Type="http://schemas.openxmlformats.org/officeDocument/2006/relationships/slideLayout" Target="../slideLayouts/slideLayout1.xml"/><Relationship Id="rId16" Type="http://schemas.openxmlformats.org/officeDocument/2006/relationships/customXml" Target="../ink/ink37.xml"/><Relationship Id="rId1" Type="http://schemas.openxmlformats.org/officeDocument/2006/relationships/tags" Target="../tags/tag16.xml"/><Relationship Id="rId6" Type="http://schemas.openxmlformats.org/officeDocument/2006/relationships/customXml" Target="../ink/ink31.xml"/><Relationship Id="rId11" Type="http://schemas.openxmlformats.org/officeDocument/2006/relationships/image" Target="../media/image6.png"/><Relationship Id="rId5" Type="http://schemas.openxmlformats.org/officeDocument/2006/relationships/image" Target="../media/image4.png"/><Relationship Id="rId15" Type="http://schemas.openxmlformats.org/officeDocument/2006/relationships/image" Target="../media/image9.png"/><Relationship Id="rId10" Type="http://schemas.openxmlformats.org/officeDocument/2006/relationships/customXml" Target="../ink/ink34.xml"/><Relationship Id="rId4" Type="http://schemas.openxmlformats.org/officeDocument/2006/relationships/customXml" Target="../ink/ink30.xml"/><Relationship Id="rId9" Type="http://schemas.openxmlformats.org/officeDocument/2006/relationships/image" Target="../media/image5.png"/><Relationship Id="rId14" Type="http://schemas.openxmlformats.org/officeDocument/2006/relationships/customXml" Target="../ink/ink36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1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1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2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.png"/><Relationship Id="rId3" Type="http://schemas.openxmlformats.org/officeDocument/2006/relationships/image" Target="../media/image2.png"/><Relationship Id="rId12" Type="http://schemas.openxmlformats.org/officeDocument/2006/relationships/slide" Target="slide12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1.xml"/><Relationship Id="rId6" Type="http://schemas.openxmlformats.org/officeDocument/2006/relationships/image" Target="../media/image3.png"/><Relationship Id="rId11" Type="http://schemas.openxmlformats.org/officeDocument/2006/relationships/image" Target="../media/image7.png"/><Relationship Id="rId5" Type="http://schemas.openxmlformats.org/officeDocument/2006/relationships/image" Target="../media/image121.png"/><Relationship Id="rId10" Type="http://schemas.openxmlformats.org/officeDocument/2006/relationships/image" Target="../media/image51.png"/><Relationship Id="rId4" Type="http://schemas.openxmlformats.org/officeDocument/2006/relationships/slide" Target="slide30.xml"/><Relationship Id="rId9" Type="http://schemas.openxmlformats.org/officeDocument/2006/relationships/slide" Target="slide122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.png"/><Relationship Id="rId3" Type="http://schemas.openxmlformats.org/officeDocument/2006/relationships/image" Target="../media/image2.png"/><Relationship Id="rId12" Type="http://schemas.openxmlformats.org/officeDocument/2006/relationships/slide" Target="slide12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2.xml"/><Relationship Id="rId6" Type="http://schemas.openxmlformats.org/officeDocument/2006/relationships/image" Target="../media/image3.png"/><Relationship Id="rId11" Type="http://schemas.openxmlformats.org/officeDocument/2006/relationships/image" Target="../media/image7.png"/><Relationship Id="rId5" Type="http://schemas.openxmlformats.org/officeDocument/2006/relationships/image" Target="../media/image121.png"/><Relationship Id="rId10" Type="http://schemas.openxmlformats.org/officeDocument/2006/relationships/image" Target="../media/image51.png"/><Relationship Id="rId4" Type="http://schemas.openxmlformats.org/officeDocument/2006/relationships/slide" Target="slide30.xml"/><Relationship Id="rId9" Type="http://schemas.openxmlformats.org/officeDocument/2006/relationships/slide" Target="slide122.xml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.png"/><Relationship Id="rId3" Type="http://schemas.openxmlformats.org/officeDocument/2006/relationships/image" Target="../media/image2.png"/><Relationship Id="rId12" Type="http://schemas.openxmlformats.org/officeDocument/2006/relationships/slide" Target="slide12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.xml"/><Relationship Id="rId6" Type="http://schemas.openxmlformats.org/officeDocument/2006/relationships/image" Target="../media/image3.png"/><Relationship Id="rId11" Type="http://schemas.openxmlformats.org/officeDocument/2006/relationships/image" Target="../media/image7.png"/><Relationship Id="rId5" Type="http://schemas.openxmlformats.org/officeDocument/2006/relationships/image" Target="../media/image121.png"/><Relationship Id="rId10" Type="http://schemas.openxmlformats.org/officeDocument/2006/relationships/image" Target="../media/image51.png"/><Relationship Id="rId4" Type="http://schemas.openxmlformats.org/officeDocument/2006/relationships/slide" Target="slide30.xml"/><Relationship Id="rId9" Type="http://schemas.openxmlformats.org/officeDocument/2006/relationships/slide" Target="slide122.xml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.png"/><Relationship Id="rId3" Type="http://schemas.openxmlformats.org/officeDocument/2006/relationships/image" Target="../media/image2.png"/><Relationship Id="rId12" Type="http://schemas.openxmlformats.org/officeDocument/2006/relationships/slide" Target="slide12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.xml"/><Relationship Id="rId6" Type="http://schemas.openxmlformats.org/officeDocument/2006/relationships/image" Target="../media/image3.png"/><Relationship Id="rId11" Type="http://schemas.openxmlformats.org/officeDocument/2006/relationships/image" Target="../media/image7.png"/><Relationship Id="rId5" Type="http://schemas.openxmlformats.org/officeDocument/2006/relationships/image" Target="../media/image121.png"/><Relationship Id="rId10" Type="http://schemas.openxmlformats.org/officeDocument/2006/relationships/image" Target="../media/image51.png"/><Relationship Id="rId4" Type="http://schemas.openxmlformats.org/officeDocument/2006/relationships/slide" Target="slide30.xml"/><Relationship Id="rId9" Type="http://schemas.openxmlformats.org/officeDocument/2006/relationships/slide" Target="slide122.xml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.png"/><Relationship Id="rId3" Type="http://schemas.openxmlformats.org/officeDocument/2006/relationships/image" Target="../media/image2.png"/><Relationship Id="rId12" Type="http://schemas.openxmlformats.org/officeDocument/2006/relationships/slide" Target="slide12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.xml"/><Relationship Id="rId6" Type="http://schemas.openxmlformats.org/officeDocument/2006/relationships/image" Target="../media/image3.png"/><Relationship Id="rId11" Type="http://schemas.openxmlformats.org/officeDocument/2006/relationships/image" Target="../media/image7.png"/><Relationship Id="rId5" Type="http://schemas.openxmlformats.org/officeDocument/2006/relationships/image" Target="../media/image121.png"/><Relationship Id="rId10" Type="http://schemas.openxmlformats.org/officeDocument/2006/relationships/image" Target="../media/image51.png"/><Relationship Id="rId4" Type="http://schemas.openxmlformats.org/officeDocument/2006/relationships/slide" Target="slide30.xml"/><Relationship Id="rId9" Type="http://schemas.openxmlformats.org/officeDocument/2006/relationships/slide" Target="slide12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7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customXml" Target="../ink/ink39.xml"/><Relationship Id="rId3" Type="http://schemas.openxmlformats.org/officeDocument/2006/relationships/notesSlide" Target="../notesSlides/notesSlide21.xml"/><Relationship Id="rId7" Type="http://schemas.openxmlformats.org/officeDocument/2006/relationships/image" Target="../media/image62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8.xml"/><Relationship Id="rId4" Type="http://schemas.openxmlformats.org/officeDocument/2006/relationships/customXml" Target="../ink/ink38.xml"/><Relationship Id="rId9" Type="http://schemas.openxmlformats.org/officeDocument/2006/relationships/image" Target="../media/image15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9.xml"/><Relationship Id="rId24" Type="http://schemas.openxmlformats.org/officeDocument/2006/relationships/image" Target="../media/image26.png"/><Relationship Id="rId4" Type="http://schemas.openxmlformats.org/officeDocument/2006/relationships/customXml" Target="../ink/ink40.xml"/></Relationships>
</file>

<file path=ppt/slides/_rels/slide3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1.png"/><Relationship Id="rId3" Type="http://schemas.openxmlformats.org/officeDocument/2006/relationships/notesSlide" Target="../notesSlides/notesSlide23.xml"/><Relationship Id="rId17" Type="http://schemas.openxmlformats.org/officeDocument/2006/relationships/image" Target="../media/image33.png"/><Relationship Id="rId2" Type="http://schemas.openxmlformats.org/officeDocument/2006/relationships/slideLayout" Target="../slideLayouts/slideLayout1.xml"/><Relationship Id="rId16" Type="http://schemas.openxmlformats.org/officeDocument/2006/relationships/customXml" Target="../ink/ink43.xml"/><Relationship Id="rId1" Type="http://schemas.openxmlformats.org/officeDocument/2006/relationships/tags" Target="../tags/tag30.xml"/><Relationship Id="rId15" Type="http://schemas.openxmlformats.org/officeDocument/2006/relationships/image" Target="../media/image32.png"/><Relationship Id="rId4" Type="http://schemas.openxmlformats.org/officeDocument/2006/relationships/customXml" Target="../ink/ink41.xml"/><Relationship Id="rId14" Type="http://schemas.openxmlformats.org/officeDocument/2006/relationships/customXml" Target="../ink/ink4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3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47.xml"/><Relationship Id="rId3" Type="http://schemas.openxmlformats.org/officeDocument/2006/relationships/notesSlide" Target="../notesSlides/notesSlide27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34.xml"/><Relationship Id="rId11" Type="http://schemas.openxmlformats.org/officeDocument/2006/relationships/customXml" Target="../ink/ink46.xml"/><Relationship Id="rId15" Type="http://schemas.openxmlformats.org/officeDocument/2006/relationships/customXml" Target="../ink/ink48.xml"/><Relationship Id="rId10" Type="http://schemas.openxmlformats.org/officeDocument/2006/relationships/image" Target="../media/image110.png"/><Relationship Id="rId4" Type="http://schemas.openxmlformats.org/officeDocument/2006/relationships/customXml" Target="../ink/ink44.xml"/><Relationship Id="rId9" Type="http://schemas.openxmlformats.org/officeDocument/2006/relationships/customXml" Target="../ink/ink45.xml"/><Relationship Id="rId14" Type="http://schemas.openxmlformats.org/officeDocument/2006/relationships/image" Target="../media/image130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52.xml"/><Relationship Id="rId3" Type="http://schemas.openxmlformats.org/officeDocument/2006/relationships/notesSlide" Target="../notesSlides/notesSlide28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35.xml"/><Relationship Id="rId11" Type="http://schemas.openxmlformats.org/officeDocument/2006/relationships/customXml" Target="../ink/ink51.xml"/><Relationship Id="rId15" Type="http://schemas.openxmlformats.org/officeDocument/2006/relationships/customXml" Target="../ink/ink53.xml"/><Relationship Id="rId10" Type="http://schemas.openxmlformats.org/officeDocument/2006/relationships/image" Target="../media/image110.png"/><Relationship Id="rId4" Type="http://schemas.openxmlformats.org/officeDocument/2006/relationships/customXml" Target="../ink/ink49.xml"/><Relationship Id="rId9" Type="http://schemas.openxmlformats.org/officeDocument/2006/relationships/customXml" Target="../ink/ink50.xml"/><Relationship Id="rId14" Type="http://schemas.openxmlformats.org/officeDocument/2006/relationships/image" Target="../media/image130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57.xml"/><Relationship Id="rId3" Type="http://schemas.openxmlformats.org/officeDocument/2006/relationships/notesSlide" Target="../notesSlides/notesSlide29.xml"/><Relationship Id="rId7" Type="http://schemas.openxmlformats.org/officeDocument/2006/relationships/customXml" Target="../ink/ink54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36.xml"/><Relationship Id="rId6" Type="http://schemas.openxmlformats.org/officeDocument/2006/relationships/image" Target="../media/image80.png"/><Relationship Id="rId11" Type="http://schemas.openxmlformats.org/officeDocument/2006/relationships/customXml" Target="../ink/ink56.xml"/><Relationship Id="rId5" Type="http://schemas.openxmlformats.org/officeDocument/2006/relationships/slide" Target="slide43.xml"/><Relationship Id="rId15" Type="http://schemas.openxmlformats.org/officeDocument/2006/relationships/customXml" Target="../ink/ink58.xml"/><Relationship Id="rId10" Type="http://schemas.openxmlformats.org/officeDocument/2006/relationships/image" Target="../media/image110.png"/><Relationship Id="rId4" Type="http://schemas.openxmlformats.org/officeDocument/2006/relationships/image" Target="../media/image10.png"/><Relationship Id="rId9" Type="http://schemas.openxmlformats.org/officeDocument/2006/relationships/customXml" Target="../ink/ink55.xml"/><Relationship Id="rId14" Type="http://schemas.openxmlformats.org/officeDocument/2006/relationships/image" Target="../media/image130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62.xml"/><Relationship Id="rId3" Type="http://schemas.openxmlformats.org/officeDocument/2006/relationships/notesSlide" Target="../notesSlides/notesSlide32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37.xml"/><Relationship Id="rId11" Type="http://schemas.openxmlformats.org/officeDocument/2006/relationships/customXml" Target="../ink/ink61.xml"/><Relationship Id="rId15" Type="http://schemas.openxmlformats.org/officeDocument/2006/relationships/customXml" Target="../ink/ink63.xml"/><Relationship Id="rId10" Type="http://schemas.openxmlformats.org/officeDocument/2006/relationships/image" Target="../media/image110.png"/><Relationship Id="rId4" Type="http://schemas.openxmlformats.org/officeDocument/2006/relationships/customXml" Target="../ink/ink59.xml"/><Relationship Id="rId9" Type="http://schemas.openxmlformats.org/officeDocument/2006/relationships/customXml" Target="../ink/ink60.xml"/><Relationship Id="rId14" Type="http://schemas.openxmlformats.org/officeDocument/2006/relationships/image" Target="../media/image130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67.xml"/><Relationship Id="rId3" Type="http://schemas.openxmlformats.org/officeDocument/2006/relationships/notesSlide" Target="../notesSlides/notesSlide33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38.xml"/><Relationship Id="rId11" Type="http://schemas.openxmlformats.org/officeDocument/2006/relationships/customXml" Target="../ink/ink66.xml"/><Relationship Id="rId15" Type="http://schemas.openxmlformats.org/officeDocument/2006/relationships/customXml" Target="../ink/ink68.xml"/><Relationship Id="rId10" Type="http://schemas.openxmlformats.org/officeDocument/2006/relationships/image" Target="../media/image110.png"/><Relationship Id="rId4" Type="http://schemas.openxmlformats.org/officeDocument/2006/relationships/customXml" Target="../ink/ink64.xml"/><Relationship Id="rId9" Type="http://schemas.openxmlformats.org/officeDocument/2006/relationships/customXml" Target="../ink/ink65.xml"/><Relationship Id="rId14" Type="http://schemas.openxmlformats.org/officeDocument/2006/relationships/image" Target="../media/image130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72.xml"/><Relationship Id="rId3" Type="http://schemas.openxmlformats.org/officeDocument/2006/relationships/notesSlide" Target="../notesSlides/notesSlide34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39.xml"/><Relationship Id="rId11" Type="http://schemas.openxmlformats.org/officeDocument/2006/relationships/customXml" Target="../ink/ink71.xml"/><Relationship Id="rId15" Type="http://schemas.openxmlformats.org/officeDocument/2006/relationships/customXml" Target="../ink/ink73.xml"/><Relationship Id="rId10" Type="http://schemas.openxmlformats.org/officeDocument/2006/relationships/image" Target="../media/image110.png"/><Relationship Id="rId4" Type="http://schemas.openxmlformats.org/officeDocument/2006/relationships/customXml" Target="../ink/ink69.xml"/><Relationship Id="rId9" Type="http://schemas.openxmlformats.org/officeDocument/2006/relationships/customXml" Target="../ink/ink70.xml"/><Relationship Id="rId14" Type="http://schemas.openxmlformats.org/officeDocument/2006/relationships/image" Target="../media/image130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77.xml"/><Relationship Id="rId3" Type="http://schemas.openxmlformats.org/officeDocument/2006/relationships/notesSlide" Target="../notesSlides/notesSlide35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0.xml"/><Relationship Id="rId11" Type="http://schemas.openxmlformats.org/officeDocument/2006/relationships/customXml" Target="../ink/ink76.xml"/><Relationship Id="rId15" Type="http://schemas.openxmlformats.org/officeDocument/2006/relationships/customXml" Target="../ink/ink78.xml"/><Relationship Id="rId10" Type="http://schemas.openxmlformats.org/officeDocument/2006/relationships/image" Target="../media/image110.png"/><Relationship Id="rId4" Type="http://schemas.openxmlformats.org/officeDocument/2006/relationships/customXml" Target="../ink/ink74.xml"/><Relationship Id="rId9" Type="http://schemas.openxmlformats.org/officeDocument/2006/relationships/customXml" Target="../ink/ink75.xml"/><Relationship Id="rId14" Type="http://schemas.openxmlformats.org/officeDocument/2006/relationships/image" Target="../media/image130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82.xml"/><Relationship Id="rId3" Type="http://schemas.openxmlformats.org/officeDocument/2006/relationships/notesSlide" Target="../notesSlides/notesSlide36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1.xml"/><Relationship Id="rId11" Type="http://schemas.openxmlformats.org/officeDocument/2006/relationships/customXml" Target="../ink/ink81.xml"/><Relationship Id="rId15" Type="http://schemas.openxmlformats.org/officeDocument/2006/relationships/customXml" Target="../ink/ink83.xml"/><Relationship Id="rId10" Type="http://schemas.openxmlformats.org/officeDocument/2006/relationships/image" Target="../media/image110.png"/><Relationship Id="rId4" Type="http://schemas.openxmlformats.org/officeDocument/2006/relationships/customXml" Target="../ink/ink79.xml"/><Relationship Id="rId9" Type="http://schemas.openxmlformats.org/officeDocument/2006/relationships/customXml" Target="../ink/ink80.xml"/><Relationship Id="rId14" Type="http://schemas.openxmlformats.org/officeDocument/2006/relationships/image" Target="../media/image130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87.xml"/><Relationship Id="rId3" Type="http://schemas.openxmlformats.org/officeDocument/2006/relationships/notesSlide" Target="../notesSlides/notesSlide37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2.xml"/><Relationship Id="rId11" Type="http://schemas.openxmlformats.org/officeDocument/2006/relationships/customXml" Target="../ink/ink86.xml"/><Relationship Id="rId15" Type="http://schemas.openxmlformats.org/officeDocument/2006/relationships/customXml" Target="../ink/ink88.xml"/><Relationship Id="rId10" Type="http://schemas.openxmlformats.org/officeDocument/2006/relationships/image" Target="../media/image110.png"/><Relationship Id="rId4" Type="http://schemas.openxmlformats.org/officeDocument/2006/relationships/customXml" Target="../ink/ink84.xml"/><Relationship Id="rId9" Type="http://schemas.openxmlformats.org/officeDocument/2006/relationships/customXml" Target="../ink/ink85.xml"/><Relationship Id="rId14" Type="http://schemas.openxmlformats.org/officeDocument/2006/relationships/image" Target="../media/image130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92.xml"/><Relationship Id="rId3" Type="http://schemas.openxmlformats.org/officeDocument/2006/relationships/notesSlide" Target="../notesSlides/notesSlide38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3.xml"/><Relationship Id="rId11" Type="http://schemas.openxmlformats.org/officeDocument/2006/relationships/customXml" Target="../ink/ink91.xml"/><Relationship Id="rId15" Type="http://schemas.openxmlformats.org/officeDocument/2006/relationships/customXml" Target="../ink/ink93.xml"/><Relationship Id="rId10" Type="http://schemas.openxmlformats.org/officeDocument/2006/relationships/image" Target="../media/image110.png"/><Relationship Id="rId4" Type="http://schemas.openxmlformats.org/officeDocument/2006/relationships/customXml" Target="../ink/ink89.xml"/><Relationship Id="rId9" Type="http://schemas.openxmlformats.org/officeDocument/2006/relationships/customXml" Target="../ink/ink90.xml"/><Relationship Id="rId14" Type="http://schemas.openxmlformats.org/officeDocument/2006/relationships/image" Target="../media/image130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97.xml"/><Relationship Id="rId3" Type="http://schemas.openxmlformats.org/officeDocument/2006/relationships/notesSlide" Target="../notesSlides/notesSlide39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4.xml"/><Relationship Id="rId11" Type="http://schemas.openxmlformats.org/officeDocument/2006/relationships/customXml" Target="../ink/ink96.xml"/><Relationship Id="rId15" Type="http://schemas.openxmlformats.org/officeDocument/2006/relationships/customXml" Target="../ink/ink98.xml"/><Relationship Id="rId10" Type="http://schemas.openxmlformats.org/officeDocument/2006/relationships/image" Target="../media/image110.png"/><Relationship Id="rId4" Type="http://schemas.openxmlformats.org/officeDocument/2006/relationships/customXml" Target="../ink/ink94.xml"/><Relationship Id="rId9" Type="http://schemas.openxmlformats.org/officeDocument/2006/relationships/customXml" Target="../ink/ink95.xml"/><Relationship Id="rId14" Type="http://schemas.openxmlformats.org/officeDocument/2006/relationships/image" Target="../media/image130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02.xml"/><Relationship Id="rId3" Type="http://schemas.openxmlformats.org/officeDocument/2006/relationships/notesSlide" Target="../notesSlides/notesSlide40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5.xml"/><Relationship Id="rId11" Type="http://schemas.openxmlformats.org/officeDocument/2006/relationships/customXml" Target="../ink/ink101.xml"/><Relationship Id="rId15" Type="http://schemas.openxmlformats.org/officeDocument/2006/relationships/customXml" Target="../ink/ink103.xml"/><Relationship Id="rId10" Type="http://schemas.openxmlformats.org/officeDocument/2006/relationships/image" Target="../media/image110.png"/><Relationship Id="rId4" Type="http://schemas.openxmlformats.org/officeDocument/2006/relationships/customXml" Target="../ink/ink99.xml"/><Relationship Id="rId9" Type="http://schemas.openxmlformats.org/officeDocument/2006/relationships/customXml" Target="../ink/ink100.xml"/><Relationship Id="rId14" Type="http://schemas.openxmlformats.org/officeDocument/2006/relationships/image" Target="../media/image130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07.xml"/><Relationship Id="rId3" Type="http://schemas.openxmlformats.org/officeDocument/2006/relationships/notesSlide" Target="../notesSlides/notesSlide41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6.xml"/><Relationship Id="rId11" Type="http://schemas.openxmlformats.org/officeDocument/2006/relationships/customXml" Target="../ink/ink106.xml"/><Relationship Id="rId15" Type="http://schemas.openxmlformats.org/officeDocument/2006/relationships/customXml" Target="../ink/ink108.xml"/><Relationship Id="rId10" Type="http://schemas.openxmlformats.org/officeDocument/2006/relationships/image" Target="../media/image110.png"/><Relationship Id="rId4" Type="http://schemas.openxmlformats.org/officeDocument/2006/relationships/customXml" Target="../ink/ink104.xml"/><Relationship Id="rId9" Type="http://schemas.openxmlformats.org/officeDocument/2006/relationships/customXml" Target="../ink/ink105.xml"/><Relationship Id="rId14" Type="http://schemas.openxmlformats.org/officeDocument/2006/relationships/image" Target="../media/image130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12.xml"/><Relationship Id="rId3" Type="http://schemas.openxmlformats.org/officeDocument/2006/relationships/notesSlide" Target="../notesSlides/notesSlide42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7.xml"/><Relationship Id="rId11" Type="http://schemas.openxmlformats.org/officeDocument/2006/relationships/customXml" Target="../ink/ink111.xml"/><Relationship Id="rId15" Type="http://schemas.openxmlformats.org/officeDocument/2006/relationships/customXml" Target="../ink/ink113.xml"/><Relationship Id="rId10" Type="http://schemas.openxmlformats.org/officeDocument/2006/relationships/image" Target="../media/image110.png"/><Relationship Id="rId4" Type="http://schemas.openxmlformats.org/officeDocument/2006/relationships/customXml" Target="../ink/ink109.xml"/><Relationship Id="rId9" Type="http://schemas.openxmlformats.org/officeDocument/2006/relationships/customXml" Target="../ink/ink110.xml"/><Relationship Id="rId14" Type="http://schemas.openxmlformats.org/officeDocument/2006/relationships/image" Target="../media/image130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17.xml"/><Relationship Id="rId3" Type="http://schemas.openxmlformats.org/officeDocument/2006/relationships/notesSlide" Target="../notesSlides/notesSlide43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8.xml"/><Relationship Id="rId11" Type="http://schemas.openxmlformats.org/officeDocument/2006/relationships/customXml" Target="../ink/ink116.xml"/><Relationship Id="rId15" Type="http://schemas.openxmlformats.org/officeDocument/2006/relationships/customXml" Target="../ink/ink118.xml"/><Relationship Id="rId10" Type="http://schemas.openxmlformats.org/officeDocument/2006/relationships/image" Target="../media/image110.png"/><Relationship Id="rId4" Type="http://schemas.openxmlformats.org/officeDocument/2006/relationships/customXml" Target="../ink/ink114.xml"/><Relationship Id="rId9" Type="http://schemas.openxmlformats.org/officeDocument/2006/relationships/customXml" Target="../ink/ink115.xml"/><Relationship Id="rId14" Type="http://schemas.openxmlformats.org/officeDocument/2006/relationships/image" Target="../media/image130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22.xml"/><Relationship Id="rId3" Type="http://schemas.openxmlformats.org/officeDocument/2006/relationships/notesSlide" Target="../notesSlides/notesSlide44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49.xml"/><Relationship Id="rId11" Type="http://schemas.openxmlformats.org/officeDocument/2006/relationships/customXml" Target="../ink/ink121.xml"/><Relationship Id="rId15" Type="http://schemas.openxmlformats.org/officeDocument/2006/relationships/customXml" Target="../ink/ink123.xml"/><Relationship Id="rId10" Type="http://schemas.openxmlformats.org/officeDocument/2006/relationships/image" Target="../media/image110.png"/><Relationship Id="rId4" Type="http://schemas.openxmlformats.org/officeDocument/2006/relationships/customXml" Target="../ink/ink119.xml"/><Relationship Id="rId9" Type="http://schemas.openxmlformats.org/officeDocument/2006/relationships/customXml" Target="../ink/ink120.xml"/><Relationship Id="rId14" Type="http://schemas.openxmlformats.org/officeDocument/2006/relationships/image" Target="../media/image130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27.xml"/><Relationship Id="rId3" Type="http://schemas.openxmlformats.org/officeDocument/2006/relationships/notesSlide" Target="../notesSlides/notesSlide45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50.xml"/><Relationship Id="rId11" Type="http://schemas.openxmlformats.org/officeDocument/2006/relationships/customXml" Target="../ink/ink126.xml"/><Relationship Id="rId15" Type="http://schemas.openxmlformats.org/officeDocument/2006/relationships/customXml" Target="../ink/ink128.xml"/><Relationship Id="rId10" Type="http://schemas.openxmlformats.org/officeDocument/2006/relationships/image" Target="../media/image110.png"/><Relationship Id="rId4" Type="http://schemas.openxmlformats.org/officeDocument/2006/relationships/customXml" Target="../ink/ink124.xml"/><Relationship Id="rId9" Type="http://schemas.openxmlformats.org/officeDocument/2006/relationships/customXml" Target="../ink/ink125.xml"/><Relationship Id="rId14" Type="http://schemas.openxmlformats.org/officeDocument/2006/relationships/image" Target="../media/image130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32.xml"/><Relationship Id="rId3" Type="http://schemas.openxmlformats.org/officeDocument/2006/relationships/notesSlide" Target="../notesSlides/notesSlide46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51.xml"/><Relationship Id="rId11" Type="http://schemas.openxmlformats.org/officeDocument/2006/relationships/customXml" Target="../ink/ink131.xml"/><Relationship Id="rId15" Type="http://schemas.openxmlformats.org/officeDocument/2006/relationships/customXml" Target="../ink/ink133.xml"/><Relationship Id="rId10" Type="http://schemas.openxmlformats.org/officeDocument/2006/relationships/image" Target="../media/image110.png"/><Relationship Id="rId4" Type="http://schemas.openxmlformats.org/officeDocument/2006/relationships/customXml" Target="../ink/ink129.xml"/><Relationship Id="rId9" Type="http://schemas.openxmlformats.org/officeDocument/2006/relationships/customXml" Target="../ink/ink130.xml"/><Relationship Id="rId14" Type="http://schemas.openxmlformats.org/officeDocument/2006/relationships/image" Target="../media/image130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37.xml"/><Relationship Id="rId3" Type="http://schemas.openxmlformats.org/officeDocument/2006/relationships/notesSlide" Target="../notesSlides/notesSlide47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52.xml"/><Relationship Id="rId11" Type="http://schemas.openxmlformats.org/officeDocument/2006/relationships/customXml" Target="../ink/ink136.xml"/><Relationship Id="rId15" Type="http://schemas.openxmlformats.org/officeDocument/2006/relationships/customXml" Target="../ink/ink138.xml"/><Relationship Id="rId10" Type="http://schemas.openxmlformats.org/officeDocument/2006/relationships/image" Target="../media/image110.png"/><Relationship Id="rId4" Type="http://schemas.openxmlformats.org/officeDocument/2006/relationships/customXml" Target="../ink/ink134.xml"/><Relationship Id="rId9" Type="http://schemas.openxmlformats.org/officeDocument/2006/relationships/customXml" Target="../ink/ink135.xml"/><Relationship Id="rId14" Type="http://schemas.openxmlformats.org/officeDocument/2006/relationships/image" Target="../media/image130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42.xml"/><Relationship Id="rId18" Type="http://schemas.openxmlformats.org/officeDocument/2006/relationships/slide" Target="slide62.xml"/><Relationship Id="rId3" Type="http://schemas.openxmlformats.org/officeDocument/2006/relationships/notesSlide" Target="../notesSlides/notesSlide48.xml"/><Relationship Id="rId12" Type="http://schemas.openxmlformats.org/officeDocument/2006/relationships/image" Target="../media/image120.png"/><Relationship Id="rId17" Type="http://schemas.openxmlformats.org/officeDocument/2006/relationships/image" Target="../media/image13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53.xml"/><Relationship Id="rId11" Type="http://schemas.openxmlformats.org/officeDocument/2006/relationships/customXml" Target="../ink/ink141.xml"/><Relationship Id="rId15" Type="http://schemas.openxmlformats.org/officeDocument/2006/relationships/customXml" Target="../ink/ink143.xml"/><Relationship Id="rId10" Type="http://schemas.openxmlformats.org/officeDocument/2006/relationships/image" Target="../media/image110.png"/><Relationship Id="rId19" Type="http://schemas.openxmlformats.org/officeDocument/2006/relationships/image" Target="../media/image36.png"/><Relationship Id="rId4" Type="http://schemas.openxmlformats.org/officeDocument/2006/relationships/customXml" Target="../ink/ink139.xml"/><Relationship Id="rId9" Type="http://schemas.openxmlformats.org/officeDocument/2006/relationships/customXml" Target="../ink/ink140.xml"/><Relationship Id="rId14" Type="http://schemas.openxmlformats.org/officeDocument/2006/relationships/image" Target="../media/image130.png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47.xml"/><Relationship Id="rId3" Type="http://schemas.openxmlformats.org/officeDocument/2006/relationships/notesSlide" Target="../notesSlides/notesSlide51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54.xml"/><Relationship Id="rId11" Type="http://schemas.openxmlformats.org/officeDocument/2006/relationships/customXml" Target="../ink/ink146.xml"/><Relationship Id="rId15" Type="http://schemas.openxmlformats.org/officeDocument/2006/relationships/customXml" Target="../ink/ink148.xml"/><Relationship Id="rId10" Type="http://schemas.openxmlformats.org/officeDocument/2006/relationships/image" Target="../media/image110.png"/><Relationship Id="rId4" Type="http://schemas.openxmlformats.org/officeDocument/2006/relationships/customXml" Target="../ink/ink144.xml"/><Relationship Id="rId9" Type="http://schemas.openxmlformats.org/officeDocument/2006/relationships/customXml" Target="../ink/ink145.xml"/><Relationship Id="rId14" Type="http://schemas.openxmlformats.org/officeDocument/2006/relationships/image" Target="../media/image130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52.xml"/><Relationship Id="rId3" Type="http://schemas.openxmlformats.org/officeDocument/2006/relationships/notesSlide" Target="../notesSlides/notesSlide52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55.xml"/><Relationship Id="rId11" Type="http://schemas.openxmlformats.org/officeDocument/2006/relationships/customXml" Target="../ink/ink151.xml"/><Relationship Id="rId15" Type="http://schemas.openxmlformats.org/officeDocument/2006/relationships/customXml" Target="../ink/ink153.xml"/><Relationship Id="rId10" Type="http://schemas.openxmlformats.org/officeDocument/2006/relationships/image" Target="../media/image110.png"/><Relationship Id="rId4" Type="http://schemas.openxmlformats.org/officeDocument/2006/relationships/customXml" Target="../ink/ink149.xml"/><Relationship Id="rId9" Type="http://schemas.openxmlformats.org/officeDocument/2006/relationships/customXml" Target="../ink/ink150.xml"/><Relationship Id="rId14" Type="http://schemas.openxmlformats.org/officeDocument/2006/relationships/image" Target="../media/image130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customXml" Target="../ink/ink157.xml"/><Relationship Id="rId3" Type="http://schemas.openxmlformats.org/officeDocument/2006/relationships/notesSlide" Target="../notesSlides/notesSlide53.xml"/><Relationship Id="rId12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40.png"/><Relationship Id="rId1" Type="http://schemas.openxmlformats.org/officeDocument/2006/relationships/tags" Target="../tags/tag56.xml"/><Relationship Id="rId11" Type="http://schemas.openxmlformats.org/officeDocument/2006/relationships/customXml" Target="../ink/ink156.xml"/><Relationship Id="rId15" Type="http://schemas.openxmlformats.org/officeDocument/2006/relationships/customXml" Target="../ink/ink158.xml"/><Relationship Id="rId10" Type="http://schemas.openxmlformats.org/officeDocument/2006/relationships/image" Target="../media/image110.png"/><Relationship Id="rId4" Type="http://schemas.openxmlformats.org/officeDocument/2006/relationships/customXml" Target="../ink/ink154.xml"/><Relationship Id="rId9" Type="http://schemas.openxmlformats.org/officeDocument/2006/relationships/customXml" Target="../ink/ink155.xml"/><Relationship Id="rId14" Type="http://schemas.openxmlformats.org/officeDocument/2006/relationships/image" Target="../media/image130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customXml" Target="../ink/ink160.xml"/><Relationship Id="rId13" Type="http://schemas.openxmlformats.org/officeDocument/2006/relationships/image" Target="../media/image130.png"/><Relationship Id="rId3" Type="http://schemas.openxmlformats.org/officeDocument/2006/relationships/customXml" Target="../ink/ink159.xml"/><Relationship Id="rId7" Type="http://schemas.openxmlformats.org/officeDocument/2006/relationships/image" Target="../media/image90.png"/><Relationship Id="rId12" Type="http://schemas.openxmlformats.org/officeDocument/2006/relationships/customXml" Target="../ink/ink16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7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161.xml"/><Relationship Id="rId9" Type="http://schemas.openxmlformats.org/officeDocument/2006/relationships/image" Target="../media/image110.png"/><Relationship Id="rId14" Type="http://schemas.openxmlformats.org/officeDocument/2006/relationships/customXml" Target="../ink/ink163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customXml" Target="../ink/ink165.xml"/><Relationship Id="rId13" Type="http://schemas.openxmlformats.org/officeDocument/2006/relationships/image" Target="../media/image130.png"/><Relationship Id="rId3" Type="http://schemas.openxmlformats.org/officeDocument/2006/relationships/customXml" Target="../ink/ink164.xml"/><Relationship Id="rId7" Type="http://schemas.openxmlformats.org/officeDocument/2006/relationships/image" Target="../media/image90.png"/><Relationship Id="rId12" Type="http://schemas.openxmlformats.org/officeDocument/2006/relationships/customXml" Target="../ink/ink16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8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166.xml"/><Relationship Id="rId9" Type="http://schemas.openxmlformats.org/officeDocument/2006/relationships/image" Target="../media/image110.png"/><Relationship Id="rId14" Type="http://schemas.openxmlformats.org/officeDocument/2006/relationships/customXml" Target="../ink/ink168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customXml" Target="../ink/ink170.xml"/><Relationship Id="rId13" Type="http://schemas.openxmlformats.org/officeDocument/2006/relationships/image" Target="../media/image130.png"/><Relationship Id="rId3" Type="http://schemas.openxmlformats.org/officeDocument/2006/relationships/customXml" Target="../ink/ink169.xml"/><Relationship Id="rId7" Type="http://schemas.openxmlformats.org/officeDocument/2006/relationships/image" Target="../media/image90.png"/><Relationship Id="rId12" Type="http://schemas.openxmlformats.org/officeDocument/2006/relationships/customXml" Target="../ink/ink17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9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171.xml"/><Relationship Id="rId9" Type="http://schemas.openxmlformats.org/officeDocument/2006/relationships/image" Target="../media/image110.png"/><Relationship Id="rId14" Type="http://schemas.openxmlformats.org/officeDocument/2006/relationships/customXml" Target="../ink/ink173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customXml" Target="../ink/ink175.xml"/><Relationship Id="rId13" Type="http://schemas.openxmlformats.org/officeDocument/2006/relationships/image" Target="../media/image130.png"/><Relationship Id="rId3" Type="http://schemas.openxmlformats.org/officeDocument/2006/relationships/customXml" Target="../ink/ink174.xml"/><Relationship Id="rId7" Type="http://schemas.openxmlformats.org/officeDocument/2006/relationships/image" Target="../media/image90.png"/><Relationship Id="rId12" Type="http://schemas.openxmlformats.org/officeDocument/2006/relationships/customXml" Target="../ink/ink17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0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176.xml"/><Relationship Id="rId9" Type="http://schemas.openxmlformats.org/officeDocument/2006/relationships/image" Target="../media/image110.png"/><Relationship Id="rId14" Type="http://schemas.openxmlformats.org/officeDocument/2006/relationships/customXml" Target="../ink/ink178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customXml" Target="../ink/ink180.xml"/><Relationship Id="rId13" Type="http://schemas.openxmlformats.org/officeDocument/2006/relationships/image" Target="../media/image130.png"/><Relationship Id="rId3" Type="http://schemas.openxmlformats.org/officeDocument/2006/relationships/image" Target="../media/image14.png"/><Relationship Id="rId7" Type="http://schemas.openxmlformats.org/officeDocument/2006/relationships/image" Target="../media/image90.png"/><Relationship Id="rId12" Type="http://schemas.openxmlformats.org/officeDocument/2006/relationships/customXml" Target="../ink/ink18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1.xml"/><Relationship Id="rId6" Type="http://schemas.openxmlformats.org/officeDocument/2006/relationships/customXml" Target="../ink/ink179.xml"/><Relationship Id="rId11" Type="http://schemas.openxmlformats.org/officeDocument/2006/relationships/image" Target="../media/image120.png"/><Relationship Id="rId5" Type="http://schemas.openxmlformats.org/officeDocument/2006/relationships/image" Target="../media/image360.png"/><Relationship Id="rId15" Type="http://schemas.openxmlformats.org/officeDocument/2006/relationships/image" Target="../media/image140.png"/><Relationship Id="rId10" Type="http://schemas.openxmlformats.org/officeDocument/2006/relationships/customXml" Target="../ink/ink181.xml"/><Relationship Id="rId4" Type="http://schemas.openxmlformats.org/officeDocument/2006/relationships/slide" Target="slide72.xml"/><Relationship Id="rId9" Type="http://schemas.openxmlformats.org/officeDocument/2006/relationships/image" Target="../media/image110.png"/><Relationship Id="rId14" Type="http://schemas.openxmlformats.org/officeDocument/2006/relationships/customXml" Target="../ink/ink18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customXml" Target="../ink/ink185.xml"/><Relationship Id="rId13" Type="http://schemas.openxmlformats.org/officeDocument/2006/relationships/image" Target="../media/image130.png"/><Relationship Id="rId3" Type="http://schemas.openxmlformats.org/officeDocument/2006/relationships/customXml" Target="../ink/ink184.xml"/><Relationship Id="rId7" Type="http://schemas.openxmlformats.org/officeDocument/2006/relationships/image" Target="../media/image90.png"/><Relationship Id="rId12" Type="http://schemas.openxmlformats.org/officeDocument/2006/relationships/customXml" Target="../ink/ink18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2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186.xml"/><Relationship Id="rId9" Type="http://schemas.openxmlformats.org/officeDocument/2006/relationships/image" Target="../media/image110.png"/><Relationship Id="rId14" Type="http://schemas.openxmlformats.org/officeDocument/2006/relationships/customXml" Target="../ink/ink188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customXml" Target="../ink/ink190.xml"/><Relationship Id="rId13" Type="http://schemas.openxmlformats.org/officeDocument/2006/relationships/image" Target="../media/image130.png"/><Relationship Id="rId3" Type="http://schemas.openxmlformats.org/officeDocument/2006/relationships/customXml" Target="../ink/ink189.xml"/><Relationship Id="rId7" Type="http://schemas.openxmlformats.org/officeDocument/2006/relationships/image" Target="../media/image90.png"/><Relationship Id="rId12" Type="http://schemas.openxmlformats.org/officeDocument/2006/relationships/customXml" Target="../ink/ink19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3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191.xml"/><Relationship Id="rId9" Type="http://schemas.openxmlformats.org/officeDocument/2006/relationships/image" Target="../media/image110.png"/><Relationship Id="rId14" Type="http://schemas.openxmlformats.org/officeDocument/2006/relationships/customXml" Target="../ink/ink193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customXml" Target="../ink/ink195.xml"/><Relationship Id="rId13" Type="http://schemas.openxmlformats.org/officeDocument/2006/relationships/image" Target="../media/image130.png"/><Relationship Id="rId3" Type="http://schemas.openxmlformats.org/officeDocument/2006/relationships/customXml" Target="../ink/ink194.xml"/><Relationship Id="rId7" Type="http://schemas.openxmlformats.org/officeDocument/2006/relationships/image" Target="../media/image90.png"/><Relationship Id="rId12" Type="http://schemas.openxmlformats.org/officeDocument/2006/relationships/customXml" Target="../ink/ink19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4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196.xml"/><Relationship Id="rId9" Type="http://schemas.openxmlformats.org/officeDocument/2006/relationships/image" Target="../media/image110.png"/><Relationship Id="rId14" Type="http://schemas.openxmlformats.org/officeDocument/2006/relationships/customXml" Target="../ink/ink198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customXml" Target="../ink/ink200.xml"/><Relationship Id="rId13" Type="http://schemas.openxmlformats.org/officeDocument/2006/relationships/image" Target="../media/image130.png"/><Relationship Id="rId3" Type="http://schemas.openxmlformats.org/officeDocument/2006/relationships/customXml" Target="../ink/ink199.xml"/><Relationship Id="rId7" Type="http://schemas.openxmlformats.org/officeDocument/2006/relationships/image" Target="../media/image90.png"/><Relationship Id="rId12" Type="http://schemas.openxmlformats.org/officeDocument/2006/relationships/customXml" Target="../ink/ink20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5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01.xml"/><Relationship Id="rId9" Type="http://schemas.openxmlformats.org/officeDocument/2006/relationships/image" Target="../media/image110.png"/><Relationship Id="rId14" Type="http://schemas.openxmlformats.org/officeDocument/2006/relationships/customXml" Target="../ink/ink203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customXml" Target="../ink/ink205.xml"/><Relationship Id="rId13" Type="http://schemas.openxmlformats.org/officeDocument/2006/relationships/image" Target="../media/image130.png"/><Relationship Id="rId3" Type="http://schemas.openxmlformats.org/officeDocument/2006/relationships/customXml" Target="../ink/ink204.xml"/><Relationship Id="rId7" Type="http://schemas.openxmlformats.org/officeDocument/2006/relationships/image" Target="../media/image90.png"/><Relationship Id="rId12" Type="http://schemas.openxmlformats.org/officeDocument/2006/relationships/customXml" Target="../ink/ink20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6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06.xml"/><Relationship Id="rId9" Type="http://schemas.openxmlformats.org/officeDocument/2006/relationships/image" Target="../media/image110.png"/><Relationship Id="rId14" Type="http://schemas.openxmlformats.org/officeDocument/2006/relationships/customXml" Target="../ink/ink208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customXml" Target="../ink/ink210.xml"/><Relationship Id="rId13" Type="http://schemas.openxmlformats.org/officeDocument/2006/relationships/image" Target="../media/image130.png"/><Relationship Id="rId3" Type="http://schemas.openxmlformats.org/officeDocument/2006/relationships/image" Target="../media/image16.png"/><Relationship Id="rId7" Type="http://schemas.openxmlformats.org/officeDocument/2006/relationships/image" Target="../media/image90.png"/><Relationship Id="rId12" Type="http://schemas.openxmlformats.org/officeDocument/2006/relationships/customXml" Target="../ink/ink21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7.xml"/><Relationship Id="rId6" Type="http://schemas.openxmlformats.org/officeDocument/2006/relationships/customXml" Target="../ink/ink209.xml"/><Relationship Id="rId11" Type="http://schemas.openxmlformats.org/officeDocument/2006/relationships/image" Target="../media/image120.png"/><Relationship Id="rId5" Type="http://schemas.openxmlformats.org/officeDocument/2006/relationships/image" Target="../media/image38.png"/><Relationship Id="rId15" Type="http://schemas.openxmlformats.org/officeDocument/2006/relationships/image" Target="../media/image140.png"/><Relationship Id="rId10" Type="http://schemas.openxmlformats.org/officeDocument/2006/relationships/customXml" Target="../ink/ink211.xml"/><Relationship Id="rId4" Type="http://schemas.openxmlformats.org/officeDocument/2006/relationships/slide" Target="slide80.xml"/><Relationship Id="rId9" Type="http://schemas.openxmlformats.org/officeDocument/2006/relationships/image" Target="../media/image110.png"/><Relationship Id="rId14" Type="http://schemas.openxmlformats.org/officeDocument/2006/relationships/customXml" Target="../ink/ink21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customXml" Target="../ink/ink217.xml"/><Relationship Id="rId3" Type="http://schemas.openxmlformats.org/officeDocument/2006/relationships/image" Target="../media/image90.png"/><Relationship Id="rId7" Type="http://schemas.openxmlformats.org/officeDocument/2006/relationships/image" Target="../media/image120.png"/><Relationship Id="rId2" Type="http://schemas.openxmlformats.org/officeDocument/2006/relationships/customXml" Target="../ink/ink21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16.xml"/><Relationship Id="rId11" Type="http://schemas.openxmlformats.org/officeDocument/2006/relationships/image" Target="../media/image140.png"/><Relationship Id="rId5" Type="http://schemas.openxmlformats.org/officeDocument/2006/relationships/image" Target="../media/image110.png"/><Relationship Id="rId10" Type="http://schemas.openxmlformats.org/officeDocument/2006/relationships/customXml" Target="../ink/ink218.xml"/><Relationship Id="rId4" Type="http://schemas.openxmlformats.org/officeDocument/2006/relationships/customXml" Target="../ink/ink215.xml"/><Relationship Id="rId9" Type="http://schemas.openxmlformats.org/officeDocument/2006/relationships/image" Target="../media/image130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customXml" Target="../ink/ink222.xml"/><Relationship Id="rId3" Type="http://schemas.openxmlformats.org/officeDocument/2006/relationships/image" Target="../media/image90.png"/><Relationship Id="rId7" Type="http://schemas.openxmlformats.org/officeDocument/2006/relationships/image" Target="../media/image120.png"/><Relationship Id="rId2" Type="http://schemas.openxmlformats.org/officeDocument/2006/relationships/customXml" Target="../ink/ink21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21.xml"/><Relationship Id="rId11" Type="http://schemas.openxmlformats.org/officeDocument/2006/relationships/image" Target="../media/image140.png"/><Relationship Id="rId5" Type="http://schemas.openxmlformats.org/officeDocument/2006/relationships/image" Target="../media/image110.png"/><Relationship Id="rId10" Type="http://schemas.openxmlformats.org/officeDocument/2006/relationships/customXml" Target="../ink/ink223.xml"/><Relationship Id="rId4" Type="http://schemas.openxmlformats.org/officeDocument/2006/relationships/customXml" Target="../ink/ink220.xml"/><Relationship Id="rId9" Type="http://schemas.openxmlformats.org/officeDocument/2006/relationships/image" Target="../media/image130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customXml" Target="../ink/ink225.xml"/><Relationship Id="rId13" Type="http://schemas.openxmlformats.org/officeDocument/2006/relationships/image" Target="../media/image130.png"/><Relationship Id="rId3" Type="http://schemas.openxmlformats.org/officeDocument/2006/relationships/customXml" Target="../ink/ink224.xml"/><Relationship Id="rId7" Type="http://schemas.openxmlformats.org/officeDocument/2006/relationships/image" Target="../media/image90.png"/><Relationship Id="rId12" Type="http://schemas.openxmlformats.org/officeDocument/2006/relationships/customXml" Target="../ink/ink2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8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26.xml"/><Relationship Id="rId9" Type="http://schemas.openxmlformats.org/officeDocument/2006/relationships/image" Target="../media/image110.png"/><Relationship Id="rId14" Type="http://schemas.openxmlformats.org/officeDocument/2006/relationships/customXml" Target="../ink/ink228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customXml" Target="../ink/ink230.xml"/><Relationship Id="rId13" Type="http://schemas.openxmlformats.org/officeDocument/2006/relationships/image" Target="../media/image130.png"/><Relationship Id="rId3" Type="http://schemas.openxmlformats.org/officeDocument/2006/relationships/customXml" Target="../ink/ink229.xml"/><Relationship Id="rId7" Type="http://schemas.openxmlformats.org/officeDocument/2006/relationships/image" Target="../media/image90.png"/><Relationship Id="rId12" Type="http://schemas.openxmlformats.org/officeDocument/2006/relationships/customXml" Target="../ink/ink23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9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31.xml"/><Relationship Id="rId9" Type="http://schemas.openxmlformats.org/officeDocument/2006/relationships/image" Target="../media/image110.png"/><Relationship Id="rId14" Type="http://schemas.openxmlformats.org/officeDocument/2006/relationships/customXml" Target="../ink/ink233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customXml" Target="../ink/ink235.xml"/><Relationship Id="rId13" Type="http://schemas.openxmlformats.org/officeDocument/2006/relationships/image" Target="../media/image130.png"/><Relationship Id="rId3" Type="http://schemas.openxmlformats.org/officeDocument/2006/relationships/customXml" Target="../ink/ink234.xml"/><Relationship Id="rId7" Type="http://schemas.openxmlformats.org/officeDocument/2006/relationships/image" Target="../media/image90.png"/><Relationship Id="rId12" Type="http://schemas.openxmlformats.org/officeDocument/2006/relationships/customXml" Target="../ink/ink23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0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36.xml"/><Relationship Id="rId9" Type="http://schemas.openxmlformats.org/officeDocument/2006/relationships/image" Target="../media/image110.png"/><Relationship Id="rId14" Type="http://schemas.openxmlformats.org/officeDocument/2006/relationships/customXml" Target="../ink/ink238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customXml" Target="../ink/ink240.xml"/><Relationship Id="rId13" Type="http://schemas.openxmlformats.org/officeDocument/2006/relationships/image" Target="../media/image130.png"/><Relationship Id="rId18" Type="http://schemas.openxmlformats.org/officeDocument/2006/relationships/image" Target="../media/image39.png"/><Relationship Id="rId3" Type="http://schemas.openxmlformats.org/officeDocument/2006/relationships/customXml" Target="../ink/ink239.xml"/><Relationship Id="rId7" Type="http://schemas.openxmlformats.org/officeDocument/2006/relationships/image" Target="../media/image90.png"/><Relationship Id="rId12" Type="http://schemas.openxmlformats.org/officeDocument/2006/relationships/customXml" Target="../ink/ink242.xml"/><Relationship Id="rId17" Type="http://schemas.openxmlformats.org/officeDocument/2006/relationships/slide" Target="slide88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7.png"/><Relationship Id="rId1" Type="http://schemas.openxmlformats.org/officeDocument/2006/relationships/tags" Target="../tags/tag71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41.xml"/><Relationship Id="rId9" Type="http://schemas.openxmlformats.org/officeDocument/2006/relationships/image" Target="../media/image110.png"/><Relationship Id="rId14" Type="http://schemas.openxmlformats.org/officeDocument/2006/relationships/customXml" Target="../ink/ink24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customXml" Target="../ink/ink245.xml"/><Relationship Id="rId13" Type="http://schemas.openxmlformats.org/officeDocument/2006/relationships/image" Target="../media/image130.png"/><Relationship Id="rId3" Type="http://schemas.openxmlformats.org/officeDocument/2006/relationships/customXml" Target="../ink/ink244.xml"/><Relationship Id="rId7" Type="http://schemas.openxmlformats.org/officeDocument/2006/relationships/image" Target="../media/image90.png"/><Relationship Id="rId12" Type="http://schemas.openxmlformats.org/officeDocument/2006/relationships/customXml" Target="../ink/ink24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2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46.xml"/><Relationship Id="rId9" Type="http://schemas.openxmlformats.org/officeDocument/2006/relationships/image" Target="../media/image110.png"/><Relationship Id="rId14" Type="http://schemas.openxmlformats.org/officeDocument/2006/relationships/customXml" Target="../ink/ink248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0.xml"/><Relationship Id="rId13" Type="http://schemas.openxmlformats.org/officeDocument/2006/relationships/image" Target="../media/image130.png"/><Relationship Id="rId3" Type="http://schemas.openxmlformats.org/officeDocument/2006/relationships/customXml" Target="../ink/ink249.xml"/><Relationship Id="rId7" Type="http://schemas.openxmlformats.org/officeDocument/2006/relationships/image" Target="../media/image90.png"/><Relationship Id="rId12" Type="http://schemas.openxmlformats.org/officeDocument/2006/relationships/customXml" Target="../ink/ink25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3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51.xml"/><Relationship Id="rId9" Type="http://schemas.openxmlformats.org/officeDocument/2006/relationships/image" Target="../media/image110.png"/><Relationship Id="rId14" Type="http://schemas.openxmlformats.org/officeDocument/2006/relationships/customXml" Target="../ink/ink253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5.xml"/><Relationship Id="rId13" Type="http://schemas.openxmlformats.org/officeDocument/2006/relationships/image" Target="../media/image130.png"/><Relationship Id="rId3" Type="http://schemas.openxmlformats.org/officeDocument/2006/relationships/customXml" Target="../ink/ink254.xml"/><Relationship Id="rId7" Type="http://schemas.openxmlformats.org/officeDocument/2006/relationships/image" Target="../media/image90.png"/><Relationship Id="rId12" Type="http://schemas.openxmlformats.org/officeDocument/2006/relationships/customXml" Target="../ink/ink25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4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56.xml"/><Relationship Id="rId9" Type="http://schemas.openxmlformats.org/officeDocument/2006/relationships/image" Target="../media/image110.png"/><Relationship Id="rId14" Type="http://schemas.openxmlformats.org/officeDocument/2006/relationships/customXml" Target="../ink/ink258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customXml" Target="../ink/ink260.xml"/><Relationship Id="rId13" Type="http://schemas.openxmlformats.org/officeDocument/2006/relationships/image" Target="../media/image130.png"/><Relationship Id="rId3" Type="http://schemas.openxmlformats.org/officeDocument/2006/relationships/customXml" Target="../ink/ink259.xml"/><Relationship Id="rId7" Type="http://schemas.openxmlformats.org/officeDocument/2006/relationships/image" Target="../media/image90.png"/><Relationship Id="rId12" Type="http://schemas.openxmlformats.org/officeDocument/2006/relationships/customXml" Target="../ink/ink26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5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61.xml"/><Relationship Id="rId9" Type="http://schemas.openxmlformats.org/officeDocument/2006/relationships/image" Target="../media/image110.png"/><Relationship Id="rId14" Type="http://schemas.openxmlformats.org/officeDocument/2006/relationships/customXml" Target="../ink/ink263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customXml" Target="../ink/ink265.xml"/><Relationship Id="rId13" Type="http://schemas.openxmlformats.org/officeDocument/2006/relationships/image" Target="../media/image130.png"/><Relationship Id="rId3" Type="http://schemas.openxmlformats.org/officeDocument/2006/relationships/customXml" Target="../ink/ink264.xml"/><Relationship Id="rId7" Type="http://schemas.openxmlformats.org/officeDocument/2006/relationships/image" Target="../media/image90.png"/><Relationship Id="rId12" Type="http://schemas.openxmlformats.org/officeDocument/2006/relationships/customXml" Target="../ink/ink26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6.xml"/><Relationship Id="rId11" Type="http://schemas.openxmlformats.org/officeDocument/2006/relationships/image" Target="../media/image120.png"/><Relationship Id="rId15" Type="http://schemas.openxmlformats.org/officeDocument/2006/relationships/image" Target="../media/image140.png"/><Relationship Id="rId10" Type="http://schemas.openxmlformats.org/officeDocument/2006/relationships/customXml" Target="../ink/ink266.xml"/><Relationship Id="rId9" Type="http://schemas.openxmlformats.org/officeDocument/2006/relationships/image" Target="../media/image110.png"/><Relationship Id="rId14" Type="http://schemas.openxmlformats.org/officeDocument/2006/relationships/customXml" Target="../ink/ink268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customXml" Target="../ink/ink270.xml"/><Relationship Id="rId13" Type="http://schemas.openxmlformats.org/officeDocument/2006/relationships/image" Target="../media/image130.png"/><Relationship Id="rId3" Type="http://schemas.openxmlformats.org/officeDocument/2006/relationships/image" Target="../media/image18.png"/><Relationship Id="rId7" Type="http://schemas.openxmlformats.org/officeDocument/2006/relationships/image" Target="../media/image90.png"/><Relationship Id="rId12" Type="http://schemas.openxmlformats.org/officeDocument/2006/relationships/customXml" Target="../ink/ink27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7.xml"/><Relationship Id="rId6" Type="http://schemas.openxmlformats.org/officeDocument/2006/relationships/customXml" Target="../ink/ink269.xml"/><Relationship Id="rId11" Type="http://schemas.openxmlformats.org/officeDocument/2006/relationships/image" Target="../media/image120.png"/><Relationship Id="rId5" Type="http://schemas.openxmlformats.org/officeDocument/2006/relationships/image" Target="../media/image40.png"/><Relationship Id="rId15" Type="http://schemas.openxmlformats.org/officeDocument/2006/relationships/image" Target="../media/image140.png"/><Relationship Id="rId10" Type="http://schemas.openxmlformats.org/officeDocument/2006/relationships/customXml" Target="../ink/ink271.xml"/><Relationship Id="rId4" Type="http://schemas.openxmlformats.org/officeDocument/2006/relationships/slide" Target="slide96.xml"/><Relationship Id="rId9" Type="http://schemas.openxmlformats.org/officeDocument/2006/relationships/image" Target="../media/image110.png"/><Relationship Id="rId14" Type="http://schemas.openxmlformats.org/officeDocument/2006/relationships/customXml" Target="../ink/ink273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274.xml"/><Relationship Id="rId7" Type="http://schemas.openxmlformats.org/officeDocument/2006/relationships/customXml" Target="../ink/ink276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8.xml"/><Relationship Id="rId6" Type="http://schemas.openxmlformats.org/officeDocument/2006/relationships/image" Target="../media/image110.png"/><Relationship Id="rId11" Type="http://schemas.openxmlformats.org/officeDocument/2006/relationships/customXml" Target="../ink/ink278.xml"/><Relationship Id="rId5" Type="http://schemas.openxmlformats.org/officeDocument/2006/relationships/customXml" Target="../ink/ink275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277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279.xml"/><Relationship Id="rId7" Type="http://schemas.openxmlformats.org/officeDocument/2006/relationships/customXml" Target="../ink/ink281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9.xml"/><Relationship Id="rId6" Type="http://schemas.openxmlformats.org/officeDocument/2006/relationships/image" Target="../media/image110.png"/><Relationship Id="rId11" Type="http://schemas.openxmlformats.org/officeDocument/2006/relationships/customXml" Target="../ink/ink283.xml"/><Relationship Id="rId5" Type="http://schemas.openxmlformats.org/officeDocument/2006/relationships/customXml" Target="../ink/ink280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282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284.xml"/><Relationship Id="rId7" Type="http://schemas.openxmlformats.org/officeDocument/2006/relationships/customXml" Target="../ink/ink286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0.xml"/><Relationship Id="rId6" Type="http://schemas.openxmlformats.org/officeDocument/2006/relationships/image" Target="../media/image110.png"/><Relationship Id="rId11" Type="http://schemas.openxmlformats.org/officeDocument/2006/relationships/customXml" Target="../ink/ink288.xml"/><Relationship Id="rId5" Type="http://schemas.openxmlformats.org/officeDocument/2006/relationships/customXml" Target="../ink/ink285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287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289.xml"/><Relationship Id="rId7" Type="http://schemas.openxmlformats.org/officeDocument/2006/relationships/customXml" Target="../ink/ink291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1.xml"/><Relationship Id="rId6" Type="http://schemas.openxmlformats.org/officeDocument/2006/relationships/image" Target="../media/image110.png"/><Relationship Id="rId11" Type="http://schemas.openxmlformats.org/officeDocument/2006/relationships/customXml" Target="../ink/ink293.xml"/><Relationship Id="rId5" Type="http://schemas.openxmlformats.org/officeDocument/2006/relationships/customXml" Target="../ink/ink290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292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294.xml"/><Relationship Id="rId7" Type="http://schemas.openxmlformats.org/officeDocument/2006/relationships/customXml" Target="../ink/ink296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2.xml"/><Relationship Id="rId6" Type="http://schemas.openxmlformats.org/officeDocument/2006/relationships/image" Target="../media/image110.png"/><Relationship Id="rId11" Type="http://schemas.openxmlformats.org/officeDocument/2006/relationships/customXml" Target="../ink/ink298.xml"/><Relationship Id="rId5" Type="http://schemas.openxmlformats.org/officeDocument/2006/relationships/customXml" Target="../ink/ink295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297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13" Type="http://schemas.openxmlformats.org/officeDocument/2006/relationships/image" Target="../media/image19.png"/><Relationship Id="rId3" Type="http://schemas.openxmlformats.org/officeDocument/2006/relationships/customXml" Target="../ink/ink299.xml"/><Relationship Id="rId7" Type="http://schemas.openxmlformats.org/officeDocument/2006/relationships/customXml" Target="../ink/ink301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3.xml"/><Relationship Id="rId6" Type="http://schemas.openxmlformats.org/officeDocument/2006/relationships/image" Target="../media/image110.png"/><Relationship Id="rId11" Type="http://schemas.openxmlformats.org/officeDocument/2006/relationships/customXml" Target="../ink/ink303.xml"/><Relationship Id="rId5" Type="http://schemas.openxmlformats.org/officeDocument/2006/relationships/customXml" Target="../ink/ink300.xml"/><Relationship Id="rId15" Type="http://schemas.openxmlformats.org/officeDocument/2006/relationships/image" Target="../media/image400.png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02.xml"/><Relationship Id="rId14" Type="http://schemas.openxmlformats.org/officeDocument/2006/relationships/slide" Target="slide104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304.xml"/><Relationship Id="rId7" Type="http://schemas.openxmlformats.org/officeDocument/2006/relationships/customXml" Target="../ink/ink306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4.xml"/><Relationship Id="rId6" Type="http://schemas.openxmlformats.org/officeDocument/2006/relationships/image" Target="../media/image110.png"/><Relationship Id="rId11" Type="http://schemas.openxmlformats.org/officeDocument/2006/relationships/customXml" Target="../ink/ink308.xml"/><Relationship Id="rId5" Type="http://schemas.openxmlformats.org/officeDocument/2006/relationships/customXml" Target="../ink/ink305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07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309.xml"/><Relationship Id="rId7" Type="http://schemas.openxmlformats.org/officeDocument/2006/relationships/customXml" Target="../ink/ink311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5.xml"/><Relationship Id="rId6" Type="http://schemas.openxmlformats.org/officeDocument/2006/relationships/image" Target="../media/image110.png"/><Relationship Id="rId11" Type="http://schemas.openxmlformats.org/officeDocument/2006/relationships/customXml" Target="../ink/ink313.xml"/><Relationship Id="rId5" Type="http://schemas.openxmlformats.org/officeDocument/2006/relationships/customXml" Target="../ink/ink310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12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314.xml"/><Relationship Id="rId7" Type="http://schemas.openxmlformats.org/officeDocument/2006/relationships/customXml" Target="../ink/ink316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6.xml"/><Relationship Id="rId6" Type="http://schemas.openxmlformats.org/officeDocument/2006/relationships/image" Target="../media/image110.png"/><Relationship Id="rId11" Type="http://schemas.openxmlformats.org/officeDocument/2006/relationships/customXml" Target="../ink/ink318.xml"/><Relationship Id="rId5" Type="http://schemas.openxmlformats.org/officeDocument/2006/relationships/customXml" Target="../ink/ink315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17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319.xml"/><Relationship Id="rId7" Type="http://schemas.openxmlformats.org/officeDocument/2006/relationships/customXml" Target="../ink/ink321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7.xml"/><Relationship Id="rId6" Type="http://schemas.openxmlformats.org/officeDocument/2006/relationships/image" Target="../media/image110.png"/><Relationship Id="rId11" Type="http://schemas.openxmlformats.org/officeDocument/2006/relationships/customXml" Target="../ink/ink323.xml"/><Relationship Id="rId5" Type="http://schemas.openxmlformats.org/officeDocument/2006/relationships/customXml" Target="../ink/ink320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22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324.xml"/><Relationship Id="rId7" Type="http://schemas.openxmlformats.org/officeDocument/2006/relationships/customXml" Target="../ink/ink326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8.xml"/><Relationship Id="rId6" Type="http://schemas.openxmlformats.org/officeDocument/2006/relationships/image" Target="../media/image110.png"/><Relationship Id="rId11" Type="http://schemas.openxmlformats.org/officeDocument/2006/relationships/customXml" Target="../ink/ink328.xml"/><Relationship Id="rId5" Type="http://schemas.openxmlformats.org/officeDocument/2006/relationships/customXml" Target="../ink/ink325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27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13" Type="http://schemas.openxmlformats.org/officeDocument/2006/relationships/image" Target="../media/image20.png"/><Relationship Id="rId3" Type="http://schemas.openxmlformats.org/officeDocument/2006/relationships/customXml" Target="../ink/ink329.xml"/><Relationship Id="rId7" Type="http://schemas.openxmlformats.org/officeDocument/2006/relationships/customXml" Target="../ink/ink331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9.xml"/><Relationship Id="rId6" Type="http://schemas.openxmlformats.org/officeDocument/2006/relationships/image" Target="../media/image110.png"/><Relationship Id="rId11" Type="http://schemas.openxmlformats.org/officeDocument/2006/relationships/customXml" Target="../ink/ink333.xml"/><Relationship Id="rId5" Type="http://schemas.openxmlformats.org/officeDocument/2006/relationships/customXml" Target="../ink/ink330.xml"/><Relationship Id="rId15" Type="http://schemas.openxmlformats.org/officeDocument/2006/relationships/image" Target="../media/image42.png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32.xml"/><Relationship Id="rId14" Type="http://schemas.openxmlformats.org/officeDocument/2006/relationships/slide" Target="slide11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334.xml"/><Relationship Id="rId7" Type="http://schemas.openxmlformats.org/officeDocument/2006/relationships/customXml" Target="../ink/ink336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0.xml"/><Relationship Id="rId6" Type="http://schemas.openxmlformats.org/officeDocument/2006/relationships/image" Target="../media/image110.png"/><Relationship Id="rId11" Type="http://schemas.openxmlformats.org/officeDocument/2006/relationships/customXml" Target="../ink/ink338.xml"/><Relationship Id="rId5" Type="http://schemas.openxmlformats.org/officeDocument/2006/relationships/customXml" Target="../ink/ink335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37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customXml" Target="../ink/ink339.xml"/><Relationship Id="rId7" Type="http://schemas.openxmlformats.org/officeDocument/2006/relationships/customXml" Target="../ink/ink341.xml"/><Relationship Id="rId12" Type="http://schemas.openxmlformats.org/officeDocument/2006/relationships/image" Target="../media/image14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1.xml"/><Relationship Id="rId6" Type="http://schemas.openxmlformats.org/officeDocument/2006/relationships/image" Target="../media/image110.png"/><Relationship Id="rId11" Type="http://schemas.openxmlformats.org/officeDocument/2006/relationships/customXml" Target="../ink/ink343.xml"/><Relationship Id="rId5" Type="http://schemas.openxmlformats.org/officeDocument/2006/relationships/customXml" Target="../ink/ink340.xml"/><Relationship Id="rId10" Type="http://schemas.openxmlformats.org/officeDocument/2006/relationships/image" Target="../media/image130.png"/><Relationship Id="rId4" Type="http://schemas.openxmlformats.org/officeDocument/2006/relationships/image" Target="../media/image90.png"/><Relationship Id="rId9" Type="http://schemas.openxmlformats.org/officeDocument/2006/relationships/customXml" Target="../ink/ink34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bin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pattFill prst="pct75">
          <a:fgClr>
            <a:srgbClr val="996633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ikdörtgen: Köşeleri Yuvarlatılmış 4">
            <a:extLst>
              <a:ext uri="{FF2B5EF4-FFF2-40B4-BE49-F238E27FC236}">
                <a16:creationId xmlns:a16="http://schemas.microsoft.com/office/drawing/2014/main" id="{521EBE14-C58D-47B5-9EE3-021850C00EF4}"/>
              </a:ext>
            </a:extLst>
          </p:cNvPr>
          <p:cNvSpPr/>
          <p:nvPr/>
        </p:nvSpPr>
        <p:spPr>
          <a:xfrm>
            <a:off x="464457" y="1544650"/>
            <a:ext cx="11305094" cy="3768701"/>
          </a:xfrm>
          <a:prstGeom prst="round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ctr" latinLnBrk="0" hangingPunct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6800" b="1" i="0" u="none" strike="noStrike" kern="1200" cap="none" spc="0" normalizeH="0" baseline="0" noProof="0" dirty="0">
                <a:ln>
                  <a:noFill/>
                </a:ln>
                <a:solidFill>
                  <a:srgbClr val="996633"/>
                </a:solidFill>
                <a:effectLst/>
                <a:uLnTx/>
                <a:uFillTx/>
                <a:latin typeface="Biome" panose="020B0503030204020804" pitchFamily="34" charset="0"/>
                <a:ea typeface="+mn-ea"/>
                <a:cs typeface="Biome" panose="020B0503030204020804" pitchFamily="34" charset="0"/>
              </a:rPr>
              <a:t>🔬 Çoğul İsimlerin; Merfu, Mansub ve Mecrur Halleri</a:t>
            </a:r>
          </a:p>
        </p:txBody>
      </p:sp>
      <p:sp>
        <p:nvSpPr>
          <p:cNvPr id="2" name="Metin kutusu 1">
            <a:extLst>
              <a:ext uri="{FF2B5EF4-FFF2-40B4-BE49-F238E27FC236}">
                <a16:creationId xmlns:a16="http://schemas.microsoft.com/office/drawing/2014/main" id="{BA2EBE0A-DF34-42C8-8DF0-7A85ABCC998A}"/>
              </a:ext>
            </a:extLst>
          </p:cNvPr>
          <p:cNvSpPr txBox="1"/>
          <p:nvPr/>
        </p:nvSpPr>
        <p:spPr>
          <a:xfrm>
            <a:off x="10509615" y="95688"/>
            <a:ext cx="167518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 3" panose="05040102010807070707" pitchFamily="18" charset="2"/>
              </a:rPr>
              <a:t>📄</a:t>
            </a:r>
            <a:r>
              <a:rPr kumimoji="0" lang="tr-TR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 3" panose="05040102010807070707" pitchFamily="18" charset="2"/>
              </a:rPr>
              <a:t></a:t>
            </a:r>
            <a:endParaRPr kumimoji="0" lang="tr-TR" sz="5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3118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>
            <a:extLst>
              <a:ext uri="{FF2B5EF4-FFF2-40B4-BE49-F238E27FC236}">
                <a16:creationId xmlns:a16="http://schemas.microsoft.com/office/drawing/2014/main" id="{4DFA1439-C525-41F6-A00E-2F4F9076C0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120"/>
            <a:ext cx="12192000" cy="68537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31371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vortex dir="u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>
            <a:extLst>
              <a:ext uri="{FF2B5EF4-FFF2-40B4-BE49-F238E27FC236}">
                <a16:creationId xmlns:a16="http://schemas.microsoft.com/office/drawing/2014/main" id="{4DFA1439-C525-41F6-A00E-2F4F9076C0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120"/>
            <a:ext cx="12192000" cy="6853759"/>
          </a:xfrm>
          <a:prstGeom prst="rect">
            <a:avLst/>
          </a:prstGeom>
        </p:spPr>
      </p:pic>
      <p:sp>
        <p:nvSpPr>
          <p:cNvPr id="9" name="Dikdörtgen: Köşeleri Yuvarlatılmış 8">
            <a:extLst>
              <a:ext uri="{FF2B5EF4-FFF2-40B4-BE49-F238E27FC236}">
                <a16:creationId xmlns:a16="http://schemas.microsoft.com/office/drawing/2014/main" id="{416794AB-EBA5-4D04-8417-04058E44AA4C}"/>
              </a:ext>
            </a:extLst>
          </p:cNvPr>
          <p:cNvSpPr/>
          <p:nvPr/>
        </p:nvSpPr>
        <p:spPr>
          <a:xfrm>
            <a:off x="393291" y="4894499"/>
            <a:ext cx="855408" cy="709889"/>
          </a:xfrm>
          <a:prstGeom prst="roundRect">
            <a:avLst>
              <a:gd name="adj" fmla="val 26057"/>
            </a:avLst>
          </a:prstGeom>
          <a:noFill/>
          <a:ln w="28575"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tr-TR" sz="1100">
                <a:effectLst/>
                <a:ea typeface="Times New Roman" panose="02020603050405020304" pitchFamily="18" charset="0"/>
                <a:cs typeface="Arial" panose="020B0604020202020204" pitchFamily="34" charset="0"/>
              </a:rPr>
              <a:t> </a:t>
            </a:r>
          </a:p>
        </p:txBody>
      </p:sp>
    </p:spTree>
    <p:extLst>
      <p:ext uri="{BB962C8B-B14F-4D97-AF65-F5344CB8AC3E}">
        <p14:creationId xmlns:p14="http://schemas.microsoft.com/office/powerpoint/2010/main" val="41338899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vortex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2F04FB1B-6044-449F-951F-1C825C5373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957392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1" name="Dikdörtgen 20">
            <a:extLst>
              <a:ext uri="{FF2B5EF4-FFF2-40B4-BE49-F238E27FC236}">
                <a16:creationId xmlns:a16="http://schemas.microsoft.com/office/drawing/2014/main" id="{B5DEAB1B-039F-41D8-8091-022D614E3D39}"/>
              </a:ext>
            </a:extLst>
          </p:cNvPr>
          <p:cNvSpPr/>
          <p:nvPr/>
        </p:nvSpPr>
        <p:spPr>
          <a:xfrm>
            <a:off x="9792977" y="3194481"/>
            <a:ext cx="27764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200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40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2" name="Dikdörtgen 21">
            <a:extLst>
              <a:ext uri="{FF2B5EF4-FFF2-40B4-BE49-F238E27FC236}">
                <a16:creationId xmlns:a16="http://schemas.microsoft.com/office/drawing/2014/main" id="{17191C82-2B4B-49EE-AB85-5063285D4DFD}"/>
              </a:ext>
            </a:extLst>
          </p:cNvPr>
          <p:cNvSpPr/>
          <p:nvPr/>
        </p:nvSpPr>
        <p:spPr>
          <a:xfrm>
            <a:off x="9595181" y="3317696"/>
            <a:ext cx="27764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200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40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36687233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-3.33333E-6 L 0.00183 0.10903 " pathEditMode="relative" rAng="0" ptsTypes="AA" p14:bounceEnd="40000">
                                          <p:cBhvr>
                                            <p:cTn id="8" dur="1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" y="544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250"/>
                                </p:stCondLst>
                                <p:childTnLst>
                                  <p:par>
                                    <p:cTn id="1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42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1.11111E-6 L 0.0026 0.10208 " pathEditMode="relative" rAng="0" ptsTypes="AA" p14:bounceEnd="40000">
                                          <p:cBhvr>
                                            <p:cTn id="13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0" y="50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/>
          <p:bldP spid="21" grpId="1"/>
          <p:bldP spid="22" grpId="0"/>
          <p:bldP spid="22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0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3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1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7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2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30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34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38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6250"/>
                                </p:stCondLst>
                                <p:childTnLst>
                                  <p:par>
                                    <p:cTn id="40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44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7" fill="hold">
                                <p:stCondLst>
                                  <p:cond delay="8250"/>
                                </p:stCondLst>
                                <p:childTnLst>
                                  <p:par>
                                    <p:cTn id="4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1" fill="hold">
                                <p:stCondLst>
                                  <p:cond delay="8750"/>
                                </p:stCondLst>
                                <p:childTnLst>
                                  <p:par>
                                    <p:cTn id="5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5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5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9" fill="hold">
                                <p:stCondLst>
                                  <p:cond delay="9750"/>
                                </p:stCondLst>
                                <p:childTnLst>
                                  <p:par>
                                    <p:cTn id="6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2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-3.33333E-6 L 0.00183 0.10903 " pathEditMode="relative" rAng="0" ptsTypes="AA">
                                          <p:cBhvr>
                                            <p:cTn id="63" dur="1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" y="544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6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1.11111E-6 L 0.0026 0.10208 " pathEditMode="relative" rAng="0" ptsTypes="AA">
                                          <p:cBhvr>
                                            <p:cTn id="68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0" y="50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9" fill="hold">
                                <p:stCondLst>
                                  <p:cond delay="12250"/>
                                </p:stCondLst>
                                <p:childTnLst>
                                  <p:par>
                                    <p:cTn id="7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2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2.22222E-6 L 0.00403 0.11389 " pathEditMode="relative" rAng="0" ptsTypes="AA">
                                          <p:cBhvr>
                                            <p:cTn id="73" dur="1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569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4" fill="hold">
                          <p:stCondLst>
                            <p:cond delay="indefinite"/>
                          </p:stCondLst>
                          <p:childTnLst>
                            <p:par>
                              <p:cTn id="7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6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9" fill="hold">
                          <p:stCondLst>
                            <p:cond delay="indefinite"/>
                          </p:stCondLst>
                          <p:childTnLst>
                            <p:par>
                              <p:cTn id="8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83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/>
          <p:bldP spid="21" grpId="1"/>
          <p:bldP spid="22" grpId="0"/>
          <p:bldP spid="22" grpId="1"/>
          <p:bldP spid="23" grpId="0"/>
          <p:bldP spid="23" grpId="1"/>
          <p:bldP spid="24" grpId="0" animBg="1"/>
          <p:bldP spid="25" grpId="0" animBg="1"/>
          <p:bldP spid="26" grpId="0" animBg="1"/>
          <p:bldP spid="27" grpId="0"/>
          <p:bldP spid="27" grpId="1"/>
          <p:bldP spid="28" grpId="0"/>
          <p:bldP spid="28" grpId="1"/>
          <p:bldP spid="29" grpId="0"/>
          <p:bldP spid="29" grpId="1"/>
        </p:bld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" name="Tablo 11">
            <a:extLst>
              <a:ext uri="{FF2B5EF4-FFF2-40B4-BE49-F238E27FC236}">
                <a16:creationId xmlns:a16="http://schemas.microsoft.com/office/drawing/2014/main" id="{4B7339D9-048D-47A6-A2A5-5C10D9E92C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7080052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2413174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0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3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1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7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2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30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34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38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6250"/>
                                </p:stCondLst>
                                <p:childTnLst>
                                  <p:par>
                                    <p:cTn id="40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44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7" fill="hold">
                                <p:stCondLst>
                                  <p:cond delay="8250"/>
                                </p:stCondLst>
                                <p:childTnLst>
                                  <p:par>
                                    <p:cTn id="4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1" fill="hold">
                                <p:stCondLst>
                                  <p:cond delay="8750"/>
                                </p:stCondLst>
                                <p:childTnLst>
                                  <p:par>
                                    <p:cTn id="5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5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5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9" fill="hold">
                                <p:stCondLst>
                                  <p:cond delay="9750"/>
                                </p:stCondLst>
                                <p:childTnLst>
                                  <p:par>
                                    <p:cTn id="6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2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-3.33333E-6 L 0.00183 0.10903 " pathEditMode="relative" rAng="0" ptsTypes="AA">
                                          <p:cBhvr>
                                            <p:cTn id="63" dur="1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" y="544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6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1.11111E-6 L 0.0026 0.10208 " pathEditMode="relative" rAng="0" ptsTypes="AA">
                                          <p:cBhvr>
                                            <p:cTn id="68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0" y="50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9" fill="hold">
                                <p:stCondLst>
                                  <p:cond delay="12250"/>
                                </p:stCondLst>
                                <p:childTnLst>
                                  <p:par>
                                    <p:cTn id="7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2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2.22222E-6 L 0.00403 0.11389 " pathEditMode="relative" rAng="0" ptsTypes="AA">
                                          <p:cBhvr>
                                            <p:cTn id="73" dur="1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569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4" fill="hold">
                          <p:stCondLst>
                            <p:cond delay="indefinite"/>
                          </p:stCondLst>
                          <p:childTnLst>
                            <p:par>
                              <p:cTn id="7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6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9" fill="hold">
                          <p:stCondLst>
                            <p:cond delay="indefinite"/>
                          </p:stCondLst>
                          <p:childTnLst>
                            <p:par>
                              <p:cTn id="8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83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/>
          <p:bldP spid="21" grpId="1"/>
          <p:bldP spid="22" grpId="0"/>
          <p:bldP spid="22" grpId="1"/>
          <p:bldP spid="23" grpId="0"/>
          <p:bldP spid="23" grpId="1"/>
          <p:bldP spid="24" grpId="0" animBg="1"/>
          <p:bldP spid="25" grpId="0" animBg="1"/>
          <p:bldP spid="26" grpId="0" animBg="1"/>
          <p:bldP spid="27" grpId="0"/>
          <p:bldP spid="27" grpId="1"/>
          <p:bldP spid="28" grpId="0"/>
          <p:bldP spid="28" grpId="1"/>
          <p:bldP spid="29" grpId="0"/>
          <p:bldP spid="29" grpId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09099865-2B35-4756-A489-340A6A601E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31362389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0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3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1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7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2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30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34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38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6250"/>
                                </p:stCondLst>
                                <p:childTnLst>
                                  <p:par>
                                    <p:cTn id="40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44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7" fill="hold">
                                <p:stCondLst>
                                  <p:cond delay="8250"/>
                                </p:stCondLst>
                                <p:childTnLst>
                                  <p:par>
                                    <p:cTn id="4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1" fill="hold">
                                <p:stCondLst>
                                  <p:cond delay="8750"/>
                                </p:stCondLst>
                                <p:childTnLst>
                                  <p:par>
                                    <p:cTn id="5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5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5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9" fill="hold">
                                <p:stCondLst>
                                  <p:cond delay="9750"/>
                                </p:stCondLst>
                                <p:childTnLst>
                                  <p:par>
                                    <p:cTn id="6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2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-3.33333E-6 L 0.00183 0.10903 " pathEditMode="relative" rAng="0" ptsTypes="AA">
                                          <p:cBhvr>
                                            <p:cTn id="63" dur="1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" y="544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6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1.11111E-6 L 0.0026 0.10208 " pathEditMode="relative" rAng="0" ptsTypes="AA">
                                          <p:cBhvr>
                                            <p:cTn id="68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0" y="50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9" fill="hold">
                                <p:stCondLst>
                                  <p:cond delay="12250"/>
                                </p:stCondLst>
                                <p:childTnLst>
                                  <p:par>
                                    <p:cTn id="7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2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2.22222E-6 L 0.00403 0.11389 " pathEditMode="relative" rAng="0" ptsTypes="AA">
                                          <p:cBhvr>
                                            <p:cTn id="73" dur="1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569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4" fill="hold">
                          <p:stCondLst>
                            <p:cond delay="indefinite"/>
                          </p:stCondLst>
                          <p:childTnLst>
                            <p:par>
                              <p:cTn id="7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6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9" fill="hold">
                          <p:stCondLst>
                            <p:cond delay="indefinite"/>
                          </p:stCondLst>
                          <p:childTnLst>
                            <p:par>
                              <p:cTn id="8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83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/>
          <p:bldP spid="21" grpId="1"/>
          <p:bldP spid="22" grpId="0"/>
          <p:bldP spid="22" grpId="1"/>
          <p:bldP spid="23" grpId="0"/>
          <p:bldP spid="23" grpId="1"/>
          <p:bldP spid="24" grpId="0" animBg="1"/>
          <p:bldP spid="25" grpId="0" animBg="1"/>
          <p:bldP spid="26" grpId="0" animBg="1"/>
          <p:bldP spid="27" grpId="0"/>
          <p:bldP spid="27" grpId="1"/>
          <p:bldP spid="28" grpId="0"/>
          <p:bldP spid="28" grpId="1"/>
          <p:bldP spid="29" grpId="0"/>
          <p:bldP spid="29" grpId="1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14" name="Tablo 13">
            <a:extLst>
              <a:ext uri="{FF2B5EF4-FFF2-40B4-BE49-F238E27FC236}">
                <a16:creationId xmlns:a16="http://schemas.microsoft.com/office/drawing/2014/main" id="{4538CC47-3921-4C0C-A7FB-EF9728A7A4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24250411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-3.33333E-6 L 0.00183 0.10903 " pathEditMode="relative" rAng="0" ptsTypes="AA">
                                          <p:cBhvr>
                                            <p:cTn id="12" dur="1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" y="544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14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6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1.11111E-6 L 0.0026 0.10208 " pathEditMode="relative" rAng="0" ptsTypes="AA">
                                          <p:cBhvr>
                                            <p:cTn id="17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0" y="50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1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2.22222E-6 L 0.00403 0.11389 " pathEditMode="relative" rAng="0" ptsTypes="AA">
                                          <p:cBhvr>
                                            <p:cTn id="22" dur="1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569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7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0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/>
          <p:bldP spid="21" grpId="1"/>
          <p:bldP spid="22" grpId="0"/>
          <p:bldP spid="22" grpId="1"/>
          <p:bldP spid="23" grpId="0"/>
          <p:bldP spid="23" grpId="1"/>
          <p:bldP spid="24" grpId="0" animBg="1"/>
          <p:bldP spid="13" grpId="0" animBg="1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15" name="Tablo 14">
            <a:extLst>
              <a:ext uri="{FF2B5EF4-FFF2-40B4-BE49-F238E27FC236}">
                <a16:creationId xmlns:a16="http://schemas.microsoft.com/office/drawing/2014/main" id="{475088AD-BF44-400D-B27F-FCABF25607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0620784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-3.33333E-6 L 0.00183 0.10903 " pathEditMode="relative" rAng="0" ptsTypes="AA">
                                          <p:cBhvr>
                                            <p:cTn id="12" dur="1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" y="544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14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6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1.11111E-6 L 0.0026 0.10208 " pathEditMode="relative" rAng="0" ptsTypes="AA">
                                          <p:cBhvr>
                                            <p:cTn id="17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0" y="50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1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2.22222E-6 L 0.00403 0.11389 " pathEditMode="relative" rAng="0" ptsTypes="AA">
                                          <p:cBhvr>
                                            <p:cTn id="22" dur="1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569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7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0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/>
          <p:bldP spid="21" grpId="1"/>
          <p:bldP spid="22" grpId="0"/>
          <p:bldP spid="22" grpId="1"/>
          <p:bldP spid="23" grpId="0"/>
          <p:bldP spid="23" grpId="1"/>
          <p:bldP spid="24" grpId="0" animBg="1"/>
          <p:bldP spid="13" grpId="0" animBg="1"/>
          <p:bldP spid="14" grpId="0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8B358F91-4546-47E5-B84C-BCD1590FD0DA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graphicFrame>
        <p:nvGraphicFramePr>
          <p:cNvPr id="17" name="Tablo 16">
            <a:extLst>
              <a:ext uri="{FF2B5EF4-FFF2-40B4-BE49-F238E27FC236}">
                <a16:creationId xmlns:a16="http://schemas.microsoft.com/office/drawing/2014/main" id="{F9C1099B-950F-4B3B-AAF8-0F21C3592D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4422703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-3.33333E-6 L 0.00183 0.10903 " pathEditMode="relative" rAng="0" ptsTypes="AA">
                                          <p:cBhvr>
                                            <p:cTn id="12" dur="1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" y="544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14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6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1.11111E-6 L 0.0026 0.10208 " pathEditMode="relative" rAng="0" ptsTypes="AA">
                                          <p:cBhvr>
                                            <p:cTn id="17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0" y="50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1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2.22222E-6 L 0.00403 0.11389 " pathEditMode="relative" rAng="0" ptsTypes="AA">
                                          <p:cBhvr>
                                            <p:cTn id="22" dur="1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569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7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0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6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37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/>
          <p:bldP spid="21" grpId="1"/>
          <p:bldP spid="22" grpId="0"/>
          <p:bldP spid="22" grpId="1"/>
          <p:bldP spid="23" grpId="0"/>
          <p:bldP spid="23" grpId="1"/>
          <p:bldP spid="24" grpId="0" animBg="1"/>
          <p:bldP spid="13" grpId="0" animBg="1"/>
          <p:bldP spid="14" grpId="0" animBg="1"/>
          <p:bldP spid="16" grpId="0"/>
          <p:bldP spid="16" grpId="1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5" name="Dikdörtgen 14">
            <a:extLst>
              <a:ext uri="{FF2B5EF4-FFF2-40B4-BE49-F238E27FC236}">
                <a16:creationId xmlns:a16="http://schemas.microsoft.com/office/drawing/2014/main" id="{AA51BA03-F537-47B5-91EE-8C00C412D4E9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graphicFrame>
        <p:nvGraphicFramePr>
          <p:cNvPr id="17" name="Tablo 16">
            <a:extLst>
              <a:ext uri="{FF2B5EF4-FFF2-40B4-BE49-F238E27FC236}">
                <a16:creationId xmlns:a16="http://schemas.microsoft.com/office/drawing/2014/main" id="{A43E5AFF-AF47-40AB-9CE6-0318F2A7AD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5705445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2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23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7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5" grpId="0"/>
          <p:bldP spid="15" grpId="1"/>
          <p:bldP spid="16" grpId="0"/>
          <p:bldP spid="16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-3.33333E-6 L 0.00183 0.10903 " pathEditMode="relative" rAng="0" ptsTypes="AA">
                                          <p:cBhvr>
                                            <p:cTn id="12" dur="1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" y="544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14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6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1.11111E-6 L 0.0026 0.10208 " pathEditMode="relative" rAng="0" ptsTypes="AA">
                                          <p:cBhvr>
                                            <p:cTn id="17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0" y="50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1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2.22222E-6 L 0.00403 0.11389 " pathEditMode="relative" rAng="0" ptsTypes="AA">
                                          <p:cBhvr>
                                            <p:cTn id="22" dur="1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569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7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0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38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4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/>
          <p:bldP spid="21" grpId="1"/>
          <p:bldP spid="22" grpId="0"/>
          <p:bldP spid="22" grpId="1"/>
          <p:bldP spid="23" grpId="0"/>
          <p:bldP spid="23" grpId="1"/>
          <p:bldP spid="24" grpId="0" animBg="1"/>
          <p:bldP spid="13" grpId="0" animBg="1"/>
          <p:bldP spid="14" grpId="0" animBg="1"/>
          <p:bldP spid="15" grpId="0"/>
          <p:bldP spid="15" grpId="1"/>
          <p:bldP spid="16" grpId="0"/>
          <p:bldP spid="16" grpId="1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5551BED7-9F3D-44F3-B722-6BB6533353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sp>
        <p:nvSpPr>
          <p:cNvPr id="19" name="Dikdörtgen 18">
            <a:extLst>
              <a:ext uri="{FF2B5EF4-FFF2-40B4-BE49-F238E27FC236}">
                <a16:creationId xmlns:a16="http://schemas.microsoft.com/office/drawing/2014/main" id="{4EE18FD6-DCDC-4DAC-99F0-8EDBB1CF6EC1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287174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31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19" grpId="0"/>
          <p:bldP spid="19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31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19" grpId="0"/>
          <p:bldP spid="19" grpId="1"/>
        </p:bldLst>
      </p:timing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14:cNvPr>
              <p14:cNvContentPartPr/>
              <p14:nvPr/>
            </p14:nvContentPartPr>
            <p14:xfrm>
              <a:off x="2908725" y="3512907"/>
              <a:ext cx="492840" cy="575640"/>
            </p14:xfrm>
          </p:contentPart>
        </mc:Choice>
        <mc:Fallback xmlns="">
          <p:pic>
            <p:nvPicPr>
              <p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99725" y="3503907"/>
                <a:ext cx="510480" cy="59328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19" name="Tablo 18">
            <a:extLst>
              <a:ext uri="{FF2B5EF4-FFF2-40B4-BE49-F238E27FC236}">
                <a16:creationId xmlns:a16="http://schemas.microsoft.com/office/drawing/2014/main" id="{91C8892D-4A0F-4833-8267-2D9EE0F11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sp>
        <p:nvSpPr>
          <p:cNvPr id="20" name="Dikdörtgen 19">
            <a:extLst>
              <a:ext uri="{FF2B5EF4-FFF2-40B4-BE49-F238E27FC236}">
                <a16:creationId xmlns:a16="http://schemas.microsoft.com/office/drawing/2014/main" id="{68F6C1AD-C39B-4EB0-81B9-727C67DA36A5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54178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35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20" grpId="0"/>
          <p:bldP spid="2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35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20" grpId="0"/>
          <p:bldP spid="20" grpId="1"/>
        </p:bldLst>
      </p:timing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14:cNvPr>
              <p14:cNvContentPartPr/>
              <p14:nvPr/>
            </p14:nvContentPartPr>
            <p14:xfrm>
              <a:off x="2908725" y="3512907"/>
              <a:ext cx="492840" cy="575640"/>
            </p14:xfrm>
          </p:contentPart>
        </mc:Choice>
        <mc:Fallback xmlns="">
          <p:pic>
            <p:nvPicPr>
              <p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99725" y="3503907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14:cNvPr>
              <p14:cNvContentPartPr/>
              <p14:nvPr/>
            </p14:nvContentPartPr>
            <p14:xfrm>
              <a:off x="2948265" y="4219488"/>
              <a:ext cx="492840" cy="575640"/>
            </p14:xfrm>
          </p:contentPart>
        </mc:Choice>
        <mc:Fallback xmlns="">
          <p:pic>
            <p:nvPicPr>
              <p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265" y="4210488"/>
                <a:ext cx="510480" cy="59328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25" name="Tablo 24">
            <a:extLst>
              <a:ext uri="{FF2B5EF4-FFF2-40B4-BE49-F238E27FC236}">
                <a16:creationId xmlns:a16="http://schemas.microsoft.com/office/drawing/2014/main" id="{A3B385CD-0100-4D8F-A7D6-123E5A9242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sp>
        <p:nvSpPr>
          <p:cNvPr id="26" name="Dikdörtgen 25">
            <a:extLst>
              <a:ext uri="{FF2B5EF4-FFF2-40B4-BE49-F238E27FC236}">
                <a16:creationId xmlns:a16="http://schemas.microsoft.com/office/drawing/2014/main" id="{3499A963-7687-41DB-90EB-AFE8C35DCDE3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317695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8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39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26" grpId="0"/>
          <p:bldP spid="26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8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39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26" grpId="0"/>
          <p:bldP spid="26" grpId="1"/>
        </p:bldLst>
      </p:timing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14:cNvPr>
              <p14:cNvContentPartPr/>
              <p14:nvPr/>
            </p14:nvContentPartPr>
            <p14:xfrm>
              <a:off x="2908725" y="3512907"/>
              <a:ext cx="492840" cy="575640"/>
            </p14:xfrm>
          </p:contentPart>
        </mc:Choice>
        <mc:Fallback xmlns="">
          <p:pic>
            <p:nvPicPr>
              <p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99725" y="3503907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14:cNvPr>
              <p14:cNvContentPartPr/>
              <p14:nvPr/>
            </p14:nvContentPartPr>
            <p14:xfrm>
              <a:off x="2948265" y="4219488"/>
              <a:ext cx="492840" cy="575640"/>
            </p14:xfrm>
          </p:contentPart>
        </mc:Choice>
        <mc:Fallback xmlns="">
          <p:pic>
            <p:nvPicPr>
              <p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265" y="4210488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14:cNvPr>
              <p14:cNvContentPartPr/>
              <p14:nvPr/>
            </p14:nvContentPartPr>
            <p14:xfrm>
              <a:off x="2776008" y="4898603"/>
              <a:ext cx="492840" cy="575640"/>
            </p14:xfrm>
          </p:contentPart>
        </mc:Choice>
        <mc:Fallback xmlns="">
          <p:pic>
            <p:nvPicPr>
              <p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767008" y="4889603"/>
                <a:ext cx="510480" cy="59328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25" name="Tablo 24">
            <a:extLst>
              <a:ext uri="{FF2B5EF4-FFF2-40B4-BE49-F238E27FC236}">
                <a16:creationId xmlns:a16="http://schemas.microsoft.com/office/drawing/2014/main" id="{062F3363-D65C-43CE-B1BB-21C0AB754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sp>
        <p:nvSpPr>
          <p:cNvPr id="26" name="Dikdörtgen 25">
            <a:extLst>
              <a:ext uri="{FF2B5EF4-FFF2-40B4-BE49-F238E27FC236}">
                <a16:creationId xmlns:a16="http://schemas.microsoft.com/office/drawing/2014/main" id="{1778FC38-488D-496D-BCF1-BE73C3A2F006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25704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4750"/>
                                </p:stCondLst>
                                <p:childTnLst>
                                  <p:par>
                                    <p:cTn id="4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43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26" grpId="0"/>
          <p:bldP spid="26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4750"/>
                                </p:stCondLst>
                                <p:childTnLst>
                                  <p:par>
                                    <p:cTn id="4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43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26" grpId="0"/>
          <p:bldP spid="26" grpId="1"/>
        </p:bldLst>
      </p:timing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14:cNvPr>
              <p14:cNvContentPartPr/>
              <p14:nvPr/>
            </p14:nvContentPartPr>
            <p14:xfrm>
              <a:off x="2908725" y="3512907"/>
              <a:ext cx="492840" cy="575640"/>
            </p14:xfrm>
          </p:contentPart>
        </mc:Choice>
        <mc:Fallback xmlns="">
          <p:pic>
            <p:nvPicPr>
              <p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99725" y="3503907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14:cNvPr>
              <p14:cNvContentPartPr/>
              <p14:nvPr/>
            </p14:nvContentPartPr>
            <p14:xfrm>
              <a:off x="2948265" y="4219488"/>
              <a:ext cx="492840" cy="575640"/>
            </p14:xfrm>
          </p:contentPart>
        </mc:Choice>
        <mc:Fallback xmlns="">
          <p:pic>
            <p:nvPicPr>
              <p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265" y="4210488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14:cNvPr>
              <p14:cNvContentPartPr/>
              <p14:nvPr/>
            </p14:nvContentPartPr>
            <p14:xfrm>
              <a:off x="2776008" y="4898603"/>
              <a:ext cx="492840" cy="575640"/>
            </p14:xfrm>
          </p:contentPart>
        </mc:Choice>
        <mc:Fallback xmlns="">
          <p:pic>
            <p:nvPicPr>
              <p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767008" y="4889603"/>
                <a:ext cx="510480" cy="593280"/>
              </a:xfrm>
              <a:prstGeom prst="rect">
                <a:avLst/>
              </a:prstGeom>
            </p:spPr>
          </p:pic>
        </mc:Fallback>
      </mc:AlternateContent>
      <p:cxnSp>
        <p:nvCxnSpPr>
          <p:cNvPr id="25" name="Bağlayıcı: Eğri 24">
            <a:extLst>
              <a:ext uri="{FF2B5EF4-FFF2-40B4-BE49-F238E27FC236}">
                <a16:creationId xmlns:a16="http://schemas.microsoft.com/office/drawing/2014/main" id="{9FA41465-4866-4758-9094-5FCC5DA8B5D7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6024243" y="1689379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6" name="Tablo 25">
            <a:extLst>
              <a:ext uri="{FF2B5EF4-FFF2-40B4-BE49-F238E27FC236}">
                <a16:creationId xmlns:a16="http://schemas.microsoft.com/office/drawing/2014/main" id="{91740A42-63EA-4ED5-8156-17EA39A389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sp>
        <p:nvSpPr>
          <p:cNvPr id="27" name="Dikdörtgen 26">
            <a:extLst>
              <a:ext uri="{FF2B5EF4-FFF2-40B4-BE49-F238E27FC236}">
                <a16:creationId xmlns:a16="http://schemas.microsoft.com/office/drawing/2014/main" id="{AC2073E3-E61D-4FDB-B262-45F1DF4A5F15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03670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7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4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27" grpId="0"/>
          <p:bldP spid="27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7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4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27" grpId="0"/>
          <p:bldP spid="27" grpId="1"/>
        </p:bldLst>
      </p:timing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14:cNvPr>
              <p14:cNvContentPartPr/>
              <p14:nvPr/>
            </p14:nvContentPartPr>
            <p14:xfrm>
              <a:off x="2908725" y="3512907"/>
              <a:ext cx="492840" cy="575640"/>
            </p14:xfrm>
          </p:contentPart>
        </mc:Choice>
        <mc:Fallback xmlns="">
          <p:pic>
            <p:nvPicPr>
              <p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99725" y="3503907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14:cNvPr>
              <p14:cNvContentPartPr/>
              <p14:nvPr/>
            </p14:nvContentPartPr>
            <p14:xfrm>
              <a:off x="2948265" y="4219488"/>
              <a:ext cx="492840" cy="575640"/>
            </p14:xfrm>
          </p:contentPart>
        </mc:Choice>
        <mc:Fallback xmlns="">
          <p:pic>
            <p:nvPicPr>
              <p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265" y="4210488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14:cNvPr>
              <p14:cNvContentPartPr/>
              <p14:nvPr/>
            </p14:nvContentPartPr>
            <p14:xfrm>
              <a:off x="2776008" y="4898603"/>
              <a:ext cx="492840" cy="575640"/>
            </p14:xfrm>
          </p:contentPart>
        </mc:Choice>
        <mc:Fallback xmlns="">
          <p:pic>
            <p:nvPicPr>
              <p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767008" y="4889603"/>
                <a:ext cx="510480" cy="593280"/>
              </a:xfrm>
              <a:prstGeom prst="rect">
                <a:avLst/>
              </a:prstGeom>
            </p:spPr>
          </p:pic>
        </mc:Fallback>
      </mc:AlternateContent>
      <p:cxnSp>
        <p:nvCxnSpPr>
          <p:cNvPr id="25" name="Bağlayıcı: Eğri 24">
            <a:extLst>
              <a:ext uri="{FF2B5EF4-FFF2-40B4-BE49-F238E27FC236}">
                <a16:creationId xmlns:a16="http://schemas.microsoft.com/office/drawing/2014/main" id="{9FA41465-4866-4758-9094-5FCC5DA8B5D7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6024243" y="1689379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6" name="Mürekkep 25">
                <a:extLst>
                  <a:ext uri="{FF2B5EF4-FFF2-40B4-BE49-F238E27FC236}">
                    <a16:creationId xmlns:a16="http://schemas.microsoft.com/office/drawing/2014/main" id="{C06209FC-2C55-45CB-85C1-046DFFBAFEE1}"/>
                  </a:ext>
                </a:extLst>
              </p14:cNvPr>
              <p14:cNvContentPartPr/>
              <p14:nvPr/>
            </p14:nvContentPartPr>
            <p14:xfrm>
              <a:off x="10585400" y="4196529"/>
              <a:ext cx="1074620" cy="668152"/>
            </p14:xfrm>
          </p:contentPart>
        </mc:Choice>
        <mc:Fallback xmlns="">
          <p:pic>
            <p:nvPicPr>
              <p:cNvPr id="26" name="Mürekkep 25">
                <a:extLst>
                  <a:ext uri="{FF2B5EF4-FFF2-40B4-BE49-F238E27FC236}">
                    <a16:creationId xmlns:a16="http://schemas.microsoft.com/office/drawing/2014/main" id="{C06209FC-2C55-45CB-85C1-046DFFBAFE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0581080" y="4192209"/>
                <a:ext cx="1083260" cy="6767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Mürekkep 26">
                <a:extLst>
                  <a:ext uri="{FF2B5EF4-FFF2-40B4-BE49-F238E27FC236}">
                    <a16:creationId xmlns:a16="http://schemas.microsoft.com/office/drawing/2014/main" id="{1D4533D2-B269-42C6-9023-92B0C5CF2DDD}"/>
                  </a:ext>
                </a:extLst>
              </p14:cNvPr>
              <p14:cNvContentPartPr/>
              <p14:nvPr/>
            </p14:nvContentPartPr>
            <p14:xfrm rot="14989435" flipH="1">
              <a:off x="10571566" y="3796638"/>
              <a:ext cx="301698" cy="759348"/>
            </p14:xfrm>
          </p:contentPart>
        </mc:Choice>
        <mc:Fallback xmlns="">
          <p:pic>
            <p:nvPicPr>
              <p:cNvPr id="27" name="Mürekkep 26">
                <a:extLst>
                  <a:ext uri="{FF2B5EF4-FFF2-40B4-BE49-F238E27FC236}">
                    <a16:creationId xmlns:a16="http://schemas.microsoft.com/office/drawing/2014/main" id="{1D4533D2-B269-42C6-9023-92B0C5CF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14989435" flipH="1">
                <a:off x="10567251" y="3792317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Mürekkep 27">
                <a:extLst>
                  <a:ext uri="{FF2B5EF4-FFF2-40B4-BE49-F238E27FC236}">
                    <a16:creationId xmlns:a16="http://schemas.microsoft.com/office/drawing/2014/main" id="{C1A4B09F-0D0C-42B4-9CE5-2A2B9966C417}"/>
                  </a:ext>
                </a:extLst>
              </p14:cNvPr>
              <p14:cNvContentPartPr/>
              <p14:nvPr/>
            </p14:nvContentPartPr>
            <p14:xfrm rot="9837519">
              <a:off x="10261902" y="4084859"/>
              <a:ext cx="159567" cy="162100"/>
            </p14:xfrm>
          </p:contentPart>
        </mc:Choice>
        <mc:Fallback xmlns="">
          <p:pic>
            <p:nvPicPr>
              <p:cNvPr id="28" name="Mürekkep 27">
                <a:extLst>
                  <a:ext uri="{FF2B5EF4-FFF2-40B4-BE49-F238E27FC236}">
                    <a16:creationId xmlns:a16="http://schemas.microsoft.com/office/drawing/2014/main" id="{C1A4B09F-0D0C-42B4-9CE5-2A2B9966C417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9837519">
                <a:off x="10257628" y="4080555"/>
                <a:ext cx="168115" cy="170707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29" name="Tablo 28">
            <a:extLst>
              <a:ext uri="{FF2B5EF4-FFF2-40B4-BE49-F238E27FC236}">
                <a16:creationId xmlns:a16="http://schemas.microsoft.com/office/drawing/2014/main" id="{A5655787-F5D6-4E30-8EA0-F1146EF65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sp>
        <p:nvSpPr>
          <p:cNvPr id="30" name="Dikdörtgen 29">
            <a:extLst>
              <a:ext uri="{FF2B5EF4-FFF2-40B4-BE49-F238E27FC236}">
                <a16:creationId xmlns:a16="http://schemas.microsoft.com/office/drawing/2014/main" id="{616754BF-B45F-4875-BF1C-7F3F2A382B60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98632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12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4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5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5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60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12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4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5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5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60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30" grpId="0"/>
          <p:bldP spid="30" grpId="1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14:cNvPr>
              <p14:cNvContentPartPr/>
              <p14:nvPr/>
            </p14:nvContentPartPr>
            <p14:xfrm>
              <a:off x="2908725" y="3512907"/>
              <a:ext cx="492840" cy="575640"/>
            </p14:xfrm>
          </p:contentPart>
        </mc:Choice>
        <mc:Fallback xmlns="">
          <p:pic>
            <p:nvPicPr>
              <p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99725" y="3503907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14:cNvPr>
              <p14:cNvContentPartPr/>
              <p14:nvPr/>
            </p14:nvContentPartPr>
            <p14:xfrm>
              <a:off x="2948265" y="4219488"/>
              <a:ext cx="492840" cy="575640"/>
            </p14:xfrm>
          </p:contentPart>
        </mc:Choice>
        <mc:Fallback xmlns="">
          <p:pic>
            <p:nvPicPr>
              <p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265" y="4210488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14:cNvPr>
              <p14:cNvContentPartPr/>
              <p14:nvPr/>
            </p14:nvContentPartPr>
            <p14:xfrm>
              <a:off x="2776008" y="4898603"/>
              <a:ext cx="492840" cy="575640"/>
            </p14:xfrm>
          </p:contentPart>
        </mc:Choice>
        <mc:Fallback xmlns="">
          <p:pic>
            <p:nvPicPr>
              <p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767008" y="4889603"/>
                <a:ext cx="510480" cy="593280"/>
              </a:xfrm>
              <a:prstGeom prst="rect">
                <a:avLst/>
              </a:prstGeom>
            </p:spPr>
          </p:pic>
        </mc:Fallback>
      </mc:AlternateContent>
      <p:cxnSp>
        <p:nvCxnSpPr>
          <p:cNvPr id="25" name="Bağlayıcı: Eğri 24">
            <a:extLst>
              <a:ext uri="{FF2B5EF4-FFF2-40B4-BE49-F238E27FC236}">
                <a16:creationId xmlns:a16="http://schemas.microsoft.com/office/drawing/2014/main" id="{9FA41465-4866-4758-9094-5FCC5DA8B5D7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6024243" y="1689379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6" name="Mürekkep 25">
                <a:extLst>
                  <a:ext uri="{FF2B5EF4-FFF2-40B4-BE49-F238E27FC236}">
                    <a16:creationId xmlns:a16="http://schemas.microsoft.com/office/drawing/2014/main" id="{C06209FC-2C55-45CB-85C1-046DFFBAFEE1}"/>
                  </a:ext>
                </a:extLst>
              </p14:cNvPr>
              <p14:cNvContentPartPr/>
              <p14:nvPr/>
            </p14:nvContentPartPr>
            <p14:xfrm>
              <a:off x="10585400" y="4196529"/>
              <a:ext cx="1074620" cy="668152"/>
            </p14:xfrm>
          </p:contentPart>
        </mc:Choice>
        <mc:Fallback xmlns="">
          <p:pic>
            <p:nvPicPr>
              <p:cNvPr id="26" name="Mürekkep 25">
                <a:extLst>
                  <a:ext uri="{FF2B5EF4-FFF2-40B4-BE49-F238E27FC236}">
                    <a16:creationId xmlns:a16="http://schemas.microsoft.com/office/drawing/2014/main" id="{C06209FC-2C55-45CB-85C1-046DFFBAFE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0581080" y="4192209"/>
                <a:ext cx="1083260" cy="6767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Mürekkep 26">
                <a:extLst>
                  <a:ext uri="{FF2B5EF4-FFF2-40B4-BE49-F238E27FC236}">
                    <a16:creationId xmlns:a16="http://schemas.microsoft.com/office/drawing/2014/main" id="{1D4533D2-B269-42C6-9023-92B0C5CF2DDD}"/>
                  </a:ext>
                </a:extLst>
              </p14:cNvPr>
              <p14:cNvContentPartPr/>
              <p14:nvPr/>
            </p14:nvContentPartPr>
            <p14:xfrm rot="14989435" flipH="1">
              <a:off x="10571566" y="3796638"/>
              <a:ext cx="301698" cy="759348"/>
            </p14:xfrm>
          </p:contentPart>
        </mc:Choice>
        <mc:Fallback xmlns="">
          <p:pic>
            <p:nvPicPr>
              <p:cNvPr id="27" name="Mürekkep 26">
                <a:extLst>
                  <a:ext uri="{FF2B5EF4-FFF2-40B4-BE49-F238E27FC236}">
                    <a16:creationId xmlns:a16="http://schemas.microsoft.com/office/drawing/2014/main" id="{1D4533D2-B269-42C6-9023-92B0C5CF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14989435" flipH="1">
                <a:off x="10567251" y="3792317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Mürekkep 27">
                <a:extLst>
                  <a:ext uri="{FF2B5EF4-FFF2-40B4-BE49-F238E27FC236}">
                    <a16:creationId xmlns:a16="http://schemas.microsoft.com/office/drawing/2014/main" id="{C1A4B09F-0D0C-42B4-9CE5-2A2B9966C417}"/>
                  </a:ext>
                </a:extLst>
              </p14:cNvPr>
              <p14:cNvContentPartPr/>
              <p14:nvPr/>
            </p14:nvContentPartPr>
            <p14:xfrm rot="9837519">
              <a:off x="10261902" y="4084859"/>
              <a:ext cx="159567" cy="162100"/>
            </p14:xfrm>
          </p:contentPart>
        </mc:Choice>
        <mc:Fallback xmlns="">
          <p:pic>
            <p:nvPicPr>
              <p:cNvPr id="28" name="Mürekkep 27">
                <a:extLst>
                  <a:ext uri="{FF2B5EF4-FFF2-40B4-BE49-F238E27FC236}">
                    <a16:creationId xmlns:a16="http://schemas.microsoft.com/office/drawing/2014/main" id="{C1A4B09F-0D0C-42B4-9CE5-2A2B9966C417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9837519">
                <a:off x="10257628" y="4080555"/>
                <a:ext cx="168115" cy="170707"/>
              </a:xfrm>
              <a:prstGeom prst="rect">
                <a:avLst/>
              </a:prstGeom>
            </p:spPr>
          </p:pic>
        </mc:Fallback>
      </mc:AlternateContent>
      <p:sp>
        <p:nvSpPr>
          <p:cNvPr id="29" name="Metin kutusu 28">
            <a:extLst>
              <a:ext uri="{FF2B5EF4-FFF2-40B4-BE49-F238E27FC236}">
                <a16:creationId xmlns:a16="http://schemas.microsoft.com/office/drawing/2014/main" id="{FE4B7E42-D294-4680-B865-FAA50783D4B6}"/>
              </a:ext>
            </a:extLst>
          </p:cNvPr>
          <p:cNvSpPr txBox="1"/>
          <p:nvPr/>
        </p:nvSpPr>
        <p:spPr>
          <a:xfrm>
            <a:off x="8943423" y="4265850"/>
            <a:ext cx="156965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200" b="0" i="0" u="none" strike="noStrike" dirty="0">
                <a:gradFill flip="none" rotWithShape="1">
                  <a:gsLst>
                    <a:gs pos="39000">
                      <a:srgbClr val="FF0000"/>
                    </a:gs>
                    <a:gs pos="40000">
                      <a:schemeClr val="tx1"/>
                    </a:gs>
                  </a:gsLst>
                  <a:lin ang="4200000" scaled="0"/>
                  <a:tileRect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ك</a:t>
            </a:r>
            <a:r>
              <a:rPr lang="ar-EG" sz="3200" b="0" i="0" u="none" strike="noStrike" dirty="0">
                <a:gradFill>
                  <a:gsLst>
                    <a:gs pos="39000">
                      <a:srgbClr val="FF0000"/>
                    </a:gs>
                    <a:gs pos="40000">
                      <a:schemeClr val="tx1"/>
                    </a:gs>
                  </a:gsLst>
                  <a:lin ang="4200000" scaled="0"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200" b="0" i="0" u="none" strike="noStrike" dirty="0">
                <a:gradFill flip="none" rotWithShape="1">
                  <a:gsLst>
                    <a:gs pos="44000">
                      <a:srgbClr val="FF0000"/>
                    </a:gs>
                    <a:gs pos="47000">
                      <a:schemeClr val="tx1"/>
                    </a:gs>
                  </a:gsLst>
                  <a:lin ang="5400000" scaled="1"/>
                  <a:tileRect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ب</a:t>
            </a:r>
          </a:p>
        </p:txBody>
      </p: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25D686E4-5074-4217-971D-8F691C05AD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sp>
        <p:nvSpPr>
          <p:cNvPr id="31" name="Dikdörtgen 30">
            <a:extLst>
              <a:ext uri="{FF2B5EF4-FFF2-40B4-BE49-F238E27FC236}">
                <a16:creationId xmlns:a16="http://schemas.microsoft.com/office/drawing/2014/main" id="{A372F9E4-734F-48A7-81F5-188C73FE50CB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869657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12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4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5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5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60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31" grpId="0"/>
          <p:bldP spid="31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12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4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5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5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60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31" grpId="0"/>
          <p:bldP spid="31" grpId="1"/>
        </p:bldLst>
      </p:timing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14:cNvPr>
              <p14:cNvContentPartPr/>
              <p14:nvPr/>
            </p14:nvContentPartPr>
            <p14:xfrm>
              <a:off x="2908725" y="3512907"/>
              <a:ext cx="492840" cy="575640"/>
            </p14:xfrm>
          </p:contentPart>
        </mc:Choice>
        <mc:Fallback xmlns="">
          <p:pic>
            <p:nvPicPr>
              <p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99725" y="3503907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14:cNvPr>
              <p14:cNvContentPartPr/>
              <p14:nvPr/>
            </p14:nvContentPartPr>
            <p14:xfrm>
              <a:off x="2948265" y="4219488"/>
              <a:ext cx="492840" cy="575640"/>
            </p14:xfrm>
          </p:contentPart>
        </mc:Choice>
        <mc:Fallback xmlns="">
          <p:pic>
            <p:nvPicPr>
              <p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265" y="4210488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14:cNvPr>
              <p14:cNvContentPartPr/>
              <p14:nvPr/>
            </p14:nvContentPartPr>
            <p14:xfrm>
              <a:off x="2776008" y="4898603"/>
              <a:ext cx="492840" cy="575640"/>
            </p14:xfrm>
          </p:contentPart>
        </mc:Choice>
        <mc:Fallback xmlns="">
          <p:pic>
            <p:nvPicPr>
              <p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767008" y="4889603"/>
                <a:ext cx="510480" cy="593280"/>
              </a:xfrm>
              <a:prstGeom prst="rect">
                <a:avLst/>
              </a:prstGeom>
            </p:spPr>
          </p:pic>
        </mc:Fallback>
      </mc:AlternateContent>
      <p:cxnSp>
        <p:nvCxnSpPr>
          <p:cNvPr id="25" name="Bağlayıcı: Eğri 24">
            <a:extLst>
              <a:ext uri="{FF2B5EF4-FFF2-40B4-BE49-F238E27FC236}">
                <a16:creationId xmlns:a16="http://schemas.microsoft.com/office/drawing/2014/main" id="{9FA41465-4866-4758-9094-5FCC5DA8B5D7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6024243" y="1689379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6" name="Mürekkep 25">
                <a:extLst>
                  <a:ext uri="{FF2B5EF4-FFF2-40B4-BE49-F238E27FC236}">
                    <a16:creationId xmlns:a16="http://schemas.microsoft.com/office/drawing/2014/main" id="{C06209FC-2C55-45CB-85C1-046DFFBAFEE1}"/>
                  </a:ext>
                </a:extLst>
              </p14:cNvPr>
              <p14:cNvContentPartPr/>
              <p14:nvPr/>
            </p14:nvContentPartPr>
            <p14:xfrm>
              <a:off x="10585400" y="4196529"/>
              <a:ext cx="1074620" cy="668152"/>
            </p14:xfrm>
          </p:contentPart>
        </mc:Choice>
        <mc:Fallback xmlns="">
          <p:pic>
            <p:nvPicPr>
              <p:cNvPr id="26" name="Mürekkep 25">
                <a:extLst>
                  <a:ext uri="{FF2B5EF4-FFF2-40B4-BE49-F238E27FC236}">
                    <a16:creationId xmlns:a16="http://schemas.microsoft.com/office/drawing/2014/main" id="{C06209FC-2C55-45CB-85C1-046DFFBAFE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0581080" y="4192209"/>
                <a:ext cx="1083260" cy="6767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Mürekkep 26">
                <a:extLst>
                  <a:ext uri="{FF2B5EF4-FFF2-40B4-BE49-F238E27FC236}">
                    <a16:creationId xmlns:a16="http://schemas.microsoft.com/office/drawing/2014/main" id="{1D4533D2-B269-42C6-9023-92B0C5CF2DDD}"/>
                  </a:ext>
                </a:extLst>
              </p14:cNvPr>
              <p14:cNvContentPartPr/>
              <p14:nvPr/>
            </p14:nvContentPartPr>
            <p14:xfrm rot="14989435" flipH="1">
              <a:off x="10571566" y="3796638"/>
              <a:ext cx="301698" cy="759348"/>
            </p14:xfrm>
          </p:contentPart>
        </mc:Choice>
        <mc:Fallback xmlns="">
          <p:pic>
            <p:nvPicPr>
              <p:cNvPr id="27" name="Mürekkep 26">
                <a:extLst>
                  <a:ext uri="{FF2B5EF4-FFF2-40B4-BE49-F238E27FC236}">
                    <a16:creationId xmlns:a16="http://schemas.microsoft.com/office/drawing/2014/main" id="{1D4533D2-B269-42C6-9023-92B0C5CF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14989435" flipH="1">
                <a:off x="10567251" y="3792317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Mürekkep 27">
                <a:extLst>
                  <a:ext uri="{FF2B5EF4-FFF2-40B4-BE49-F238E27FC236}">
                    <a16:creationId xmlns:a16="http://schemas.microsoft.com/office/drawing/2014/main" id="{C1A4B09F-0D0C-42B4-9CE5-2A2B9966C417}"/>
                  </a:ext>
                </a:extLst>
              </p14:cNvPr>
              <p14:cNvContentPartPr/>
              <p14:nvPr/>
            </p14:nvContentPartPr>
            <p14:xfrm rot="9837519">
              <a:off x="10261902" y="4084859"/>
              <a:ext cx="159567" cy="162100"/>
            </p14:xfrm>
          </p:contentPart>
        </mc:Choice>
        <mc:Fallback xmlns="">
          <p:pic>
            <p:nvPicPr>
              <p:cNvPr id="28" name="Mürekkep 27">
                <a:extLst>
                  <a:ext uri="{FF2B5EF4-FFF2-40B4-BE49-F238E27FC236}">
                    <a16:creationId xmlns:a16="http://schemas.microsoft.com/office/drawing/2014/main" id="{C1A4B09F-0D0C-42B4-9CE5-2A2B9966C417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9837519">
                <a:off x="10257628" y="4080555"/>
                <a:ext cx="168115" cy="170707"/>
              </a:xfrm>
              <a:prstGeom prst="rect">
                <a:avLst/>
              </a:prstGeom>
            </p:spPr>
          </p:pic>
        </mc:Fallback>
      </mc:AlternateContent>
      <p:sp>
        <p:nvSpPr>
          <p:cNvPr id="29" name="Metin kutusu 28">
            <a:extLst>
              <a:ext uri="{FF2B5EF4-FFF2-40B4-BE49-F238E27FC236}">
                <a16:creationId xmlns:a16="http://schemas.microsoft.com/office/drawing/2014/main" id="{FE4B7E42-D294-4680-B865-FAA50783D4B6}"/>
              </a:ext>
            </a:extLst>
          </p:cNvPr>
          <p:cNvSpPr txBox="1"/>
          <p:nvPr/>
        </p:nvSpPr>
        <p:spPr>
          <a:xfrm>
            <a:off x="8943423" y="4265850"/>
            <a:ext cx="156965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200" b="0" i="0" u="none" strike="noStrike" dirty="0">
                <a:gradFill flip="none" rotWithShape="1">
                  <a:gsLst>
                    <a:gs pos="39000">
                      <a:srgbClr val="FF0000"/>
                    </a:gs>
                    <a:gs pos="40000">
                      <a:schemeClr val="tx1"/>
                    </a:gs>
                  </a:gsLst>
                  <a:lin ang="4200000" scaled="0"/>
                  <a:tileRect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ك</a:t>
            </a:r>
            <a:r>
              <a:rPr lang="ar-EG" sz="3200" b="0" i="0" u="none" strike="noStrike" dirty="0">
                <a:gradFill>
                  <a:gsLst>
                    <a:gs pos="39000">
                      <a:srgbClr val="FF0000"/>
                    </a:gs>
                    <a:gs pos="40000">
                      <a:schemeClr val="tx1"/>
                    </a:gs>
                  </a:gsLst>
                  <a:lin ang="4200000" scaled="0"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200" b="0" i="0" u="none" strike="noStrike" dirty="0">
                <a:gradFill flip="none" rotWithShape="1">
                  <a:gsLst>
                    <a:gs pos="44000">
                      <a:srgbClr val="FF0000"/>
                    </a:gs>
                    <a:gs pos="47000">
                      <a:schemeClr val="tx1"/>
                    </a:gs>
                  </a:gsLst>
                  <a:lin ang="5400000" scaled="1"/>
                  <a:tileRect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ب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Mürekkep 29">
                <a:extLst>
                  <a:ext uri="{FF2B5EF4-FFF2-40B4-BE49-F238E27FC236}">
                    <a16:creationId xmlns:a16="http://schemas.microsoft.com/office/drawing/2014/main" id="{37A24366-B0B6-4C8E-B3BC-0CCFF6DD350C}"/>
                  </a:ext>
                </a:extLst>
              </p14:cNvPr>
              <p14:cNvContentPartPr/>
              <p14:nvPr/>
            </p14:nvContentPartPr>
            <p14:xfrm rot="2465113">
              <a:off x="9154159" y="4266981"/>
              <a:ext cx="144964" cy="153093"/>
            </p14:xfrm>
          </p:contentPart>
        </mc:Choice>
        <mc:Fallback xmlns="">
          <p:pic>
            <p:nvPicPr>
              <p:cNvPr id="30" name="Mürekkep 29">
                <a:extLst>
                  <a:ext uri="{FF2B5EF4-FFF2-40B4-BE49-F238E27FC236}">
                    <a16:creationId xmlns:a16="http://schemas.microsoft.com/office/drawing/2014/main" id="{37A24366-B0B6-4C8E-B3BC-0CCFF6DD350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465113">
                <a:off x="9149842" y="4262669"/>
                <a:ext cx="153597" cy="1617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Mürekkep 30">
                <a:extLst>
                  <a:ext uri="{FF2B5EF4-FFF2-40B4-BE49-F238E27FC236}">
                    <a16:creationId xmlns:a16="http://schemas.microsoft.com/office/drawing/2014/main" id="{5DB96EC5-2E72-4C1E-99E7-319F1C75E184}"/>
                  </a:ext>
                </a:extLst>
              </p14:cNvPr>
              <p14:cNvContentPartPr/>
              <p14:nvPr/>
            </p14:nvContentPartPr>
            <p14:xfrm rot="20024825" flipV="1">
              <a:off x="9129167" y="3928185"/>
              <a:ext cx="149537" cy="402057"/>
            </p14:xfrm>
          </p:contentPart>
        </mc:Choice>
        <mc:Fallback xmlns="">
          <p:pic>
            <p:nvPicPr>
              <p:cNvPr id="31" name="Mürekkep 30">
                <a:extLst>
                  <a:ext uri="{FF2B5EF4-FFF2-40B4-BE49-F238E27FC236}">
                    <a16:creationId xmlns:a16="http://schemas.microsoft.com/office/drawing/2014/main" id="{5DB96EC5-2E72-4C1E-99E7-319F1C75E18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 rot="20024825" flipV="1">
                <a:off x="9124853" y="3923866"/>
                <a:ext cx="158164" cy="410696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32" name="Tablo 31">
            <a:extLst>
              <a:ext uri="{FF2B5EF4-FFF2-40B4-BE49-F238E27FC236}">
                <a16:creationId xmlns:a16="http://schemas.microsoft.com/office/drawing/2014/main" id="{968C6098-8C22-4E72-AC12-4B17E09B00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sp>
        <p:nvSpPr>
          <p:cNvPr id="33" name="Dikdörtgen 32">
            <a:extLst>
              <a:ext uri="{FF2B5EF4-FFF2-40B4-BE49-F238E27FC236}">
                <a16:creationId xmlns:a16="http://schemas.microsoft.com/office/drawing/2014/main" id="{1E89F0B6-0540-4EDD-A63D-E5B392A1280C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7044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12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4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5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57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75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61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2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6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68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33" grpId="0"/>
          <p:bldP spid="33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12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4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5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57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75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61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2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6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68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33" grpId="0"/>
          <p:bldP spid="33" grpId="1"/>
        </p:bldLst>
      </p:timing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9" name="Tablo 28">
            <a:extLst>
              <a:ext uri="{FF2B5EF4-FFF2-40B4-BE49-F238E27FC236}">
                <a16:creationId xmlns:a16="http://schemas.microsoft.com/office/drawing/2014/main" id="{68424D37-F9F4-4708-A87A-38FCCD2044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8983"/>
              </p:ext>
            </p:extLst>
          </p:nvPr>
        </p:nvGraphicFramePr>
        <p:xfrm>
          <a:off x="8797550" y="3369528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EB3BC790-81EB-48B6-9AE2-F44F01265046}"/>
              </a:ext>
            </a:extLst>
          </p:cNvPr>
          <p:cNvGraphicFramePr>
            <a:graphicFrameLocks noGrp="1"/>
          </p:cNvGraphicFramePr>
          <p:nvPr/>
        </p:nvGraphicFramePr>
        <p:xfrm>
          <a:off x="311801" y="391677"/>
          <a:ext cx="11568398" cy="655086"/>
        </p:xfrm>
        <a:graphic>
          <a:graphicData uri="http://schemas.openxmlformats.org/drawingml/2006/table">
            <a:tbl>
              <a:tblPr firstRow="1" firstCol="1" bandRow="1"/>
              <a:tblGrid>
                <a:gridCol w="11568398">
                  <a:extLst>
                    <a:ext uri="{9D8B030D-6E8A-4147-A177-3AD203B41FA5}">
                      <a16:colId xmlns:a16="http://schemas.microsoft.com/office/drawing/2014/main" val="309322136"/>
                    </a:ext>
                  </a:extLst>
                </a:gridCol>
              </a:tblGrid>
              <a:tr h="655086">
                <a:tc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Hatırlayalım</a:t>
                      </a:r>
                      <a:endParaRPr lang="tr-TR" sz="4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4088" marR="174088" marT="24179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930680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3402867"/>
          <a:ext cx="4229740" cy="2337497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2337497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1051609"/>
          <a:ext cx="11477296" cy="2351259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III. 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45987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3402867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4" name="Serbest Form: Şekil 23">
            <a:extLst>
              <a:ext uri="{FF2B5EF4-FFF2-40B4-BE49-F238E27FC236}">
                <a16:creationId xmlns:a16="http://schemas.microsoft.com/office/drawing/2014/main" id="{86D0DDC1-4507-401C-AEF0-5F092248F964}"/>
              </a:ext>
            </a:extLst>
          </p:cNvPr>
          <p:cNvSpPr/>
          <p:nvPr/>
        </p:nvSpPr>
        <p:spPr>
          <a:xfrm>
            <a:off x="2422424" y="4065968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CA3C71E5-BEFA-4790-B553-4818FADF4150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5800576"/>
          <a:ext cx="11610764" cy="1009272"/>
        </p:xfrm>
        <a:graphic>
          <a:graphicData uri="http://schemas.openxmlformats.org/drawingml/2006/table">
            <a:tbl>
              <a:tblPr firstRow="1" firstCol="1" bandRow="1"/>
              <a:tblGrid>
                <a:gridCol w="11610764">
                  <a:extLst>
                    <a:ext uri="{9D8B030D-6E8A-4147-A177-3AD203B41FA5}">
                      <a16:colId xmlns:a16="http://schemas.microsoft.com/office/drawing/2014/main" val="705006367"/>
                    </a:ext>
                  </a:extLst>
                </a:gridCol>
              </a:tblGrid>
              <a:tr h="389407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Arapçada cümlenin ögeleri yapı bakımından 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iki şekilde</a:t>
                      </a:r>
                      <a:r>
                        <a:rPr lang="tr-TR" sz="2800" b="0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ayırt edilir.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6627741"/>
                  </a:ext>
                </a:extLst>
              </a:tr>
              <a:tr h="345046"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7129807"/>
                  </a:ext>
                </a:extLst>
              </a:tr>
            </a:tbl>
          </a:graphicData>
        </a:graphic>
      </p:graphicFrame>
      <p:cxnSp>
        <p:nvCxnSpPr>
          <p:cNvPr id="40" name="Bağlayıcı: Eğri 39">
            <a:extLst>
              <a:ext uri="{FF2B5EF4-FFF2-40B4-BE49-F238E27FC236}">
                <a16:creationId xmlns:a16="http://schemas.microsoft.com/office/drawing/2014/main" id="{BA7AFB33-E6F7-4AC9-B776-6E4BEA7AA173}"/>
              </a:ext>
            </a:extLst>
          </p:cNvPr>
          <p:cNvCxnSpPr>
            <a:cxnSpLocks/>
          </p:cNvCxnSpPr>
          <p:nvPr/>
        </p:nvCxnSpPr>
        <p:spPr>
          <a:xfrm rot="10800000" flipV="1">
            <a:off x="3809657" y="1689380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Serbest Form: Şekil 12">
            <a:extLst>
              <a:ext uri="{FF2B5EF4-FFF2-40B4-BE49-F238E27FC236}">
                <a16:creationId xmlns:a16="http://schemas.microsoft.com/office/drawing/2014/main" id="{258A4302-38A8-4454-AAC7-3103BC897D11}"/>
              </a:ext>
            </a:extLst>
          </p:cNvPr>
          <p:cNvSpPr/>
          <p:nvPr/>
        </p:nvSpPr>
        <p:spPr>
          <a:xfrm>
            <a:off x="2426099" y="4507308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Serbest Form: Şekil 13">
            <a:extLst>
              <a:ext uri="{FF2B5EF4-FFF2-40B4-BE49-F238E27FC236}">
                <a16:creationId xmlns:a16="http://schemas.microsoft.com/office/drawing/2014/main" id="{98ED5039-6F46-49B1-A1D2-35E44E270C41}"/>
              </a:ext>
            </a:extLst>
          </p:cNvPr>
          <p:cNvSpPr/>
          <p:nvPr/>
        </p:nvSpPr>
        <p:spPr>
          <a:xfrm rot="10800000" flipH="1">
            <a:off x="2422424" y="458404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1D59E572-B40A-47BA-8E5C-2A9B32885C2D}"/>
              </a:ext>
            </a:extLst>
          </p:cNvPr>
          <p:cNvSpPr/>
          <p:nvPr/>
        </p:nvSpPr>
        <p:spPr>
          <a:xfrm>
            <a:off x="2412654" y="354518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6D58FE56-A65C-4CA6-9098-7CF56DDAB765}"/>
              </a:ext>
            </a:extLst>
          </p:cNvPr>
          <p:cNvSpPr/>
          <p:nvPr/>
        </p:nvSpPr>
        <p:spPr>
          <a:xfrm>
            <a:off x="2119618" y="4907722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FF33CC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FF33CC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14:cNvPr>
              <p14:cNvContentPartPr/>
              <p14:nvPr/>
            </p14:nvContentPartPr>
            <p14:xfrm>
              <a:off x="2908725" y="3512907"/>
              <a:ext cx="492840" cy="575640"/>
            </p14:xfrm>
          </p:contentPart>
        </mc:Choice>
        <mc:Fallback xmlns="">
          <p:pic>
            <p:nvPicPr>
              <p:cNvPr id="18" name="Mürekkep 17">
                <a:extLst>
                  <a:ext uri="{FF2B5EF4-FFF2-40B4-BE49-F238E27FC236}">
                    <a16:creationId xmlns:a16="http://schemas.microsoft.com/office/drawing/2014/main" id="{D43A9A18-48B4-4B08-B7D8-DFF92CD450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99725" y="3503907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14:cNvPr>
              <p14:cNvContentPartPr/>
              <p14:nvPr/>
            </p14:nvContentPartPr>
            <p14:xfrm>
              <a:off x="2948265" y="4219488"/>
              <a:ext cx="492840" cy="575640"/>
            </p14:xfrm>
          </p:contentPart>
        </mc:Choice>
        <mc:Fallback xmlns="">
          <p:pic>
            <p:nvPicPr>
              <p:cNvPr id="19" name="Mürekkep 18">
                <a:extLst>
                  <a:ext uri="{FF2B5EF4-FFF2-40B4-BE49-F238E27FC236}">
                    <a16:creationId xmlns:a16="http://schemas.microsoft.com/office/drawing/2014/main" id="{13BF7196-BFA2-4B6C-9331-070083B7D8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265" y="4210488"/>
                <a:ext cx="510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14:cNvPr>
              <p14:cNvContentPartPr/>
              <p14:nvPr/>
            </p14:nvContentPartPr>
            <p14:xfrm>
              <a:off x="2776008" y="4898603"/>
              <a:ext cx="492840" cy="575640"/>
            </p14:xfrm>
          </p:contentPart>
        </mc:Choice>
        <mc:Fallback xmlns="">
          <p:pic>
            <p:nvPicPr>
              <p:cNvPr id="20" name="Mürekkep 19">
                <a:extLst>
                  <a:ext uri="{FF2B5EF4-FFF2-40B4-BE49-F238E27FC236}">
                    <a16:creationId xmlns:a16="http://schemas.microsoft.com/office/drawing/2014/main" id="{B2BF3006-3CA6-47EF-9F82-C5A89375755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767008" y="4889603"/>
                <a:ext cx="510480" cy="593280"/>
              </a:xfrm>
              <a:prstGeom prst="rect">
                <a:avLst/>
              </a:prstGeom>
            </p:spPr>
          </p:pic>
        </mc:Fallback>
      </mc:AlternateContent>
      <p:cxnSp>
        <p:nvCxnSpPr>
          <p:cNvPr id="25" name="Bağlayıcı: Eğri 24">
            <a:extLst>
              <a:ext uri="{FF2B5EF4-FFF2-40B4-BE49-F238E27FC236}">
                <a16:creationId xmlns:a16="http://schemas.microsoft.com/office/drawing/2014/main" id="{9FA41465-4866-4758-9094-5FCC5DA8B5D7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6024243" y="1689379"/>
            <a:ext cx="2158524" cy="636840"/>
          </a:xfrm>
          <a:prstGeom prst="curvedConnector3">
            <a:avLst>
              <a:gd name="adj1" fmla="val 99650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6" name="Mürekkep 25">
                <a:extLst>
                  <a:ext uri="{FF2B5EF4-FFF2-40B4-BE49-F238E27FC236}">
                    <a16:creationId xmlns:a16="http://schemas.microsoft.com/office/drawing/2014/main" id="{C06209FC-2C55-45CB-85C1-046DFFBAFEE1}"/>
                  </a:ext>
                </a:extLst>
              </p14:cNvPr>
              <p14:cNvContentPartPr/>
              <p14:nvPr/>
            </p14:nvContentPartPr>
            <p14:xfrm>
              <a:off x="10585400" y="4196529"/>
              <a:ext cx="1074620" cy="668152"/>
            </p14:xfrm>
          </p:contentPart>
        </mc:Choice>
        <mc:Fallback xmlns="">
          <p:pic>
            <p:nvPicPr>
              <p:cNvPr id="26" name="Mürekkep 25">
                <a:extLst>
                  <a:ext uri="{FF2B5EF4-FFF2-40B4-BE49-F238E27FC236}">
                    <a16:creationId xmlns:a16="http://schemas.microsoft.com/office/drawing/2014/main" id="{C06209FC-2C55-45CB-85C1-046DFFBAFE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0581080" y="4192209"/>
                <a:ext cx="1083260" cy="6767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Mürekkep 26">
                <a:extLst>
                  <a:ext uri="{FF2B5EF4-FFF2-40B4-BE49-F238E27FC236}">
                    <a16:creationId xmlns:a16="http://schemas.microsoft.com/office/drawing/2014/main" id="{1D4533D2-B269-42C6-9023-92B0C5CF2DDD}"/>
                  </a:ext>
                </a:extLst>
              </p14:cNvPr>
              <p14:cNvContentPartPr/>
              <p14:nvPr/>
            </p14:nvContentPartPr>
            <p14:xfrm rot="14989435" flipH="1">
              <a:off x="10571566" y="3796638"/>
              <a:ext cx="301698" cy="759348"/>
            </p14:xfrm>
          </p:contentPart>
        </mc:Choice>
        <mc:Fallback xmlns="">
          <p:pic>
            <p:nvPicPr>
              <p:cNvPr id="27" name="Mürekkep 26">
                <a:extLst>
                  <a:ext uri="{FF2B5EF4-FFF2-40B4-BE49-F238E27FC236}">
                    <a16:creationId xmlns:a16="http://schemas.microsoft.com/office/drawing/2014/main" id="{1D4533D2-B269-42C6-9023-92B0C5CF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14989435" flipH="1">
                <a:off x="10567251" y="3792317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Mürekkep 27">
                <a:extLst>
                  <a:ext uri="{FF2B5EF4-FFF2-40B4-BE49-F238E27FC236}">
                    <a16:creationId xmlns:a16="http://schemas.microsoft.com/office/drawing/2014/main" id="{C1A4B09F-0D0C-42B4-9CE5-2A2B9966C417}"/>
                  </a:ext>
                </a:extLst>
              </p14:cNvPr>
              <p14:cNvContentPartPr/>
              <p14:nvPr/>
            </p14:nvContentPartPr>
            <p14:xfrm rot="9837519">
              <a:off x="10261902" y="4084859"/>
              <a:ext cx="159567" cy="162100"/>
            </p14:xfrm>
          </p:contentPart>
        </mc:Choice>
        <mc:Fallback xmlns="">
          <p:pic>
            <p:nvPicPr>
              <p:cNvPr id="28" name="Mürekkep 27">
                <a:extLst>
                  <a:ext uri="{FF2B5EF4-FFF2-40B4-BE49-F238E27FC236}">
                    <a16:creationId xmlns:a16="http://schemas.microsoft.com/office/drawing/2014/main" id="{C1A4B09F-0D0C-42B4-9CE5-2A2B9966C417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9837519">
                <a:off x="10257628" y="4080555"/>
                <a:ext cx="168115" cy="1707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Mürekkep 29">
                <a:extLst>
                  <a:ext uri="{FF2B5EF4-FFF2-40B4-BE49-F238E27FC236}">
                    <a16:creationId xmlns:a16="http://schemas.microsoft.com/office/drawing/2014/main" id="{37A24366-B0B6-4C8E-B3BC-0CCFF6DD350C}"/>
                  </a:ext>
                </a:extLst>
              </p14:cNvPr>
              <p14:cNvContentPartPr/>
              <p14:nvPr/>
            </p14:nvContentPartPr>
            <p14:xfrm rot="2465113">
              <a:off x="9154159" y="4266981"/>
              <a:ext cx="144964" cy="153093"/>
            </p14:xfrm>
          </p:contentPart>
        </mc:Choice>
        <mc:Fallback xmlns="">
          <p:pic>
            <p:nvPicPr>
              <p:cNvPr id="30" name="Mürekkep 29">
                <a:extLst>
                  <a:ext uri="{FF2B5EF4-FFF2-40B4-BE49-F238E27FC236}">
                    <a16:creationId xmlns:a16="http://schemas.microsoft.com/office/drawing/2014/main" id="{37A24366-B0B6-4C8E-B3BC-0CCFF6DD350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465113">
                <a:off x="9149842" y="4262669"/>
                <a:ext cx="153597" cy="1617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Mürekkep 30">
                <a:extLst>
                  <a:ext uri="{FF2B5EF4-FFF2-40B4-BE49-F238E27FC236}">
                    <a16:creationId xmlns:a16="http://schemas.microsoft.com/office/drawing/2014/main" id="{5DB96EC5-2E72-4C1E-99E7-319F1C75E184}"/>
                  </a:ext>
                </a:extLst>
              </p14:cNvPr>
              <p14:cNvContentPartPr/>
              <p14:nvPr/>
            </p14:nvContentPartPr>
            <p14:xfrm rot="20024825" flipV="1">
              <a:off x="9129167" y="3928185"/>
              <a:ext cx="149537" cy="402057"/>
            </p14:xfrm>
          </p:contentPart>
        </mc:Choice>
        <mc:Fallback xmlns="">
          <p:pic>
            <p:nvPicPr>
              <p:cNvPr id="31" name="Mürekkep 30">
                <a:extLst>
                  <a:ext uri="{FF2B5EF4-FFF2-40B4-BE49-F238E27FC236}">
                    <a16:creationId xmlns:a16="http://schemas.microsoft.com/office/drawing/2014/main" id="{5DB96EC5-2E72-4C1E-99E7-319F1C75E18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 rot="20024825" flipV="1">
                <a:off x="9124853" y="3923866"/>
                <a:ext cx="158164" cy="410696"/>
              </a:xfrm>
              <a:prstGeom prst="rect">
                <a:avLst/>
              </a:prstGeom>
            </p:spPr>
          </p:pic>
        </mc:Fallback>
      </mc:AlternateContent>
      <p:sp>
        <p:nvSpPr>
          <p:cNvPr id="32" name="Metin kutusu 31">
            <a:extLst>
              <a:ext uri="{FF2B5EF4-FFF2-40B4-BE49-F238E27FC236}">
                <a16:creationId xmlns:a16="http://schemas.microsoft.com/office/drawing/2014/main" id="{05E69DAF-AB64-4CDD-9561-637245A19136}"/>
              </a:ext>
            </a:extLst>
          </p:cNvPr>
          <p:cNvSpPr txBox="1"/>
          <p:nvPr/>
        </p:nvSpPr>
        <p:spPr>
          <a:xfrm>
            <a:off x="8943423" y="4265850"/>
            <a:ext cx="156965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200" b="0" i="0" u="none" strike="noStrike" dirty="0">
                <a:gradFill flip="none" rotWithShape="1">
                  <a:gsLst>
                    <a:gs pos="39000">
                      <a:srgbClr val="FF0000"/>
                    </a:gs>
                    <a:gs pos="40000">
                      <a:schemeClr val="tx1"/>
                    </a:gs>
                  </a:gsLst>
                  <a:lin ang="4200000" scaled="0"/>
                  <a:tileRect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كُ</a:t>
            </a:r>
            <a:r>
              <a:rPr lang="ar-EG" sz="3200" b="0" i="0" u="none" strike="noStrike" dirty="0">
                <a:gradFill>
                  <a:gsLst>
                    <a:gs pos="39000">
                      <a:srgbClr val="FF0000"/>
                    </a:gs>
                    <a:gs pos="40000">
                      <a:schemeClr val="tx1"/>
                    </a:gs>
                  </a:gsLst>
                  <a:lin ang="4200000" scaled="0"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تُ</a:t>
            </a:r>
            <a:r>
              <a:rPr lang="ar-EG" sz="3200" b="0" i="0" u="none" strike="noStrike" dirty="0">
                <a:gradFill flip="none" rotWithShape="1">
                  <a:gsLst>
                    <a:gs pos="44000">
                      <a:srgbClr val="FF0000"/>
                    </a:gs>
                    <a:gs pos="47000">
                      <a:schemeClr val="tx1"/>
                    </a:gs>
                  </a:gsLst>
                  <a:lin ang="5400000" scaled="1"/>
                  <a:tileRect/>
                </a:gra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ب</a:t>
            </a:r>
          </a:p>
        </p:txBody>
      </p:sp>
      <p:sp>
        <p:nvSpPr>
          <p:cNvPr id="33" name="Dikdörtgen 32">
            <a:extLst>
              <a:ext uri="{FF2B5EF4-FFF2-40B4-BE49-F238E27FC236}">
                <a16:creationId xmlns:a16="http://schemas.microsoft.com/office/drawing/2014/main" id="{1CF9D07F-8730-4375-B981-60EB45C26A23}"/>
              </a:ext>
            </a:extLst>
          </p:cNvPr>
          <p:cNvSpPr/>
          <p:nvPr/>
        </p:nvSpPr>
        <p:spPr>
          <a:xfrm>
            <a:off x="2459556" y="4164175"/>
            <a:ext cx="56457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2700" dirty="0" err="1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  <a:endParaRPr lang="tr-TR" sz="2700" dirty="0">
              <a:solidFill>
                <a:srgbClr val="0070C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107566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 p14:presetBounceEnd="40000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 p14:bounceEnd="40000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 p14:presetBounceEnd="40000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 p14:bounceEnd="40000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12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4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5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57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75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61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2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6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63" presetClass="path" presetSubtype="0" accel="50000" fill="hold" grpId="1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 p14:bounceEnd="40000">
                                          <p:cBhvr>
                                            <p:cTn id="68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33" grpId="0"/>
          <p:bldP spid="33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accel="5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026 2.59259E-6 L 0.05182 0.0057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04" y="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63" presetClass="path" presetSubtype="0" accel="5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-4.44444E-6 L 0.01497 0.10973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42" y="548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8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32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6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5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12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1750"/>
                                </p:stCondLst>
                                <p:childTnLst>
                                  <p:par>
                                    <p:cTn id="49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53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57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75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61" presetID="63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2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drawProgress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6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63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2.59259E-6 L 0.04375 -0.09028 " pathEditMode="relative" rAng="0" ptsTypes="AA">
                                          <p:cBhvr>
                                            <p:cTn id="68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187" y="-451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13" grpId="0" animBg="1"/>
          <p:bldP spid="14" grpId="0" animBg="1"/>
          <p:bldP spid="16" grpId="0"/>
          <p:bldP spid="16" grpId="1"/>
          <p:bldP spid="17" grpId="0"/>
          <p:bldP spid="17" grpId="1"/>
          <p:bldP spid="33" grpId="0"/>
          <p:bldP spid="33" grpId="1"/>
        </p:bldLst>
      </p:timing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BC9F0688-B7CB-4172-A819-C7B26E32B8AD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1762278"/>
          <a:ext cx="11610764" cy="2193169"/>
        </p:xfrm>
        <a:graphic>
          <a:graphicData uri="http://schemas.openxmlformats.org/drawingml/2006/table">
            <a:tbl>
              <a:tblPr firstRow="1" firstCol="1" bandRow="1"/>
              <a:tblGrid>
                <a:gridCol w="5506175">
                  <a:extLst>
                    <a:ext uri="{9D8B030D-6E8A-4147-A177-3AD203B41FA5}">
                      <a16:colId xmlns:a16="http://schemas.microsoft.com/office/drawing/2014/main" val="858780566"/>
                    </a:ext>
                  </a:extLst>
                </a:gridCol>
                <a:gridCol w="6104589">
                  <a:extLst>
                    <a:ext uri="{9D8B030D-6E8A-4147-A177-3AD203B41FA5}">
                      <a16:colId xmlns:a16="http://schemas.microsoft.com/office/drawing/2014/main" val="1147940758"/>
                    </a:ext>
                  </a:extLst>
                </a:gridCol>
              </a:tblGrid>
              <a:tr h="345046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Kelime sonundaki </a:t>
                      </a:r>
                      <a:r>
                        <a:rPr lang="tr-TR" sz="3200" b="1" i="1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hareke</a:t>
                      </a:r>
                      <a:r>
                        <a:rPr lang="tr-TR" sz="32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değişir</a:t>
                      </a: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76277819"/>
                  </a:ext>
                </a:extLst>
              </a:tr>
              <a:tr h="647564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4800" b="1" i="0" u="none" strike="noStrike" dirty="0">
                          <a:solidFill>
                            <a:srgbClr val="F8CBAD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AE" sz="48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الـ ـ ـ</a:t>
                      </a:r>
                      <a:endParaRPr lang="ar-AE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AE" sz="4800" b="1" i="0" u="none" strike="noStrike" dirty="0">
                          <a:solidFill>
                            <a:srgbClr val="A9D18E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AE" sz="48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الـ ـ ـ</a:t>
                      </a:r>
                      <a:endParaRPr lang="tr-TR" sz="2400" dirty="0"/>
                    </a:p>
                  </a:txBody>
                  <a:tcPr marL="108396" marR="108396" marT="54198" marB="54198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29626777"/>
                  </a:ext>
                </a:extLst>
              </a:tr>
              <a:tr h="410560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AE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tr-TR" sz="1400" dirty="0"/>
                    </a:p>
                  </a:txBody>
                  <a:tcPr marL="108396" marR="108396" marT="54198" marB="54198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8406857"/>
                  </a:ext>
                </a:extLst>
              </a:tr>
              <a:tr h="138588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94896932"/>
                  </a:ext>
                </a:extLst>
              </a:tr>
            </a:tbl>
          </a:graphicData>
        </a:graphic>
      </p:graphicFrame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51C0EFC0-F482-4010-8458-49F10F29DEFE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3838072"/>
          <a:ext cx="11610764" cy="761716"/>
        </p:xfrm>
        <a:graphic>
          <a:graphicData uri="http://schemas.openxmlformats.org/drawingml/2006/table">
            <a:tbl>
              <a:tblPr firstRow="1" firstCol="1" bandRow="1"/>
              <a:tblGrid>
                <a:gridCol w="1916400">
                  <a:extLst>
                    <a:ext uri="{9D8B030D-6E8A-4147-A177-3AD203B41FA5}">
                      <a16:colId xmlns:a16="http://schemas.microsoft.com/office/drawing/2014/main" val="3043635023"/>
                    </a:ext>
                  </a:extLst>
                </a:gridCol>
                <a:gridCol w="1978282">
                  <a:extLst>
                    <a:ext uri="{9D8B030D-6E8A-4147-A177-3AD203B41FA5}">
                      <a16:colId xmlns:a16="http://schemas.microsoft.com/office/drawing/2014/main" val="103066280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3674195445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2849392310"/>
                    </a:ext>
                  </a:extLst>
                </a:gridCol>
                <a:gridCol w="1966882">
                  <a:extLst>
                    <a:ext uri="{9D8B030D-6E8A-4147-A177-3AD203B41FA5}">
                      <a16:colId xmlns:a16="http://schemas.microsoft.com/office/drawing/2014/main" val="2540994376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3567478344"/>
                    </a:ext>
                  </a:extLst>
                </a:gridCol>
              </a:tblGrid>
              <a:tr h="761716"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ــٍ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+mn-cs"/>
                        </a:rPr>
                        <a:t> </a:t>
                      </a:r>
                      <a:r>
                        <a:rPr lang="ar-AE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AE" sz="4000" b="1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ــــً</a:t>
                      </a:r>
                      <a:r>
                        <a:rPr lang="ar-AE" sz="40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ــــٌـــ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ـِ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ــــَــ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ــــُ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9847285"/>
                  </a:ext>
                </a:extLst>
              </a:tr>
            </a:tbl>
          </a:graphicData>
        </a:graphic>
      </p:graphicFrame>
      <p:graphicFrame>
        <p:nvGraphicFramePr>
          <p:cNvPr id="4" name="Tablo 3">
            <a:extLst>
              <a:ext uri="{FF2B5EF4-FFF2-40B4-BE49-F238E27FC236}">
                <a16:creationId xmlns:a16="http://schemas.microsoft.com/office/drawing/2014/main" id="{E748FD3A-9D0D-4C20-9057-3BF41212849E}"/>
              </a:ext>
            </a:extLst>
          </p:cNvPr>
          <p:cNvGraphicFramePr>
            <a:graphicFrameLocks noGrp="1"/>
          </p:cNvGraphicFramePr>
          <p:nvPr/>
        </p:nvGraphicFramePr>
        <p:xfrm>
          <a:off x="290617" y="4570304"/>
          <a:ext cx="11610764" cy="539110"/>
        </p:xfrm>
        <a:graphic>
          <a:graphicData uri="http://schemas.openxmlformats.org/drawingml/2006/table">
            <a:tbl>
              <a:tblPr firstRow="1" firstCol="1" bandRow="1"/>
              <a:tblGrid>
                <a:gridCol w="1916400">
                  <a:extLst>
                    <a:ext uri="{9D8B030D-6E8A-4147-A177-3AD203B41FA5}">
                      <a16:colId xmlns:a16="http://schemas.microsoft.com/office/drawing/2014/main" val="1735186288"/>
                    </a:ext>
                  </a:extLst>
                </a:gridCol>
                <a:gridCol w="1978282">
                  <a:extLst>
                    <a:ext uri="{9D8B030D-6E8A-4147-A177-3AD203B41FA5}">
                      <a16:colId xmlns:a16="http://schemas.microsoft.com/office/drawing/2014/main" val="4047193437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1025903450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2946321586"/>
                    </a:ext>
                  </a:extLst>
                </a:gridCol>
                <a:gridCol w="1966882">
                  <a:extLst>
                    <a:ext uri="{9D8B030D-6E8A-4147-A177-3AD203B41FA5}">
                      <a16:colId xmlns:a16="http://schemas.microsoft.com/office/drawing/2014/main" val="1799566293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18450758"/>
                    </a:ext>
                  </a:extLst>
                </a:gridCol>
              </a:tblGrid>
              <a:tr h="539110"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6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24162"/>
                  </a:ext>
                </a:extLst>
              </a:tr>
            </a:tbl>
          </a:graphicData>
        </a:graphic>
      </p:graphicFrame>
      <p:cxnSp>
        <p:nvCxnSpPr>
          <p:cNvPr id="19" name="Düz Bağlayıcı 18">
            <a:extLst>
              <a:ext uri="{FF2B5EF4-FFF2-40B4-BE49-F238E27FC236}">
                <a16:creationId xmlns:a16="http://schemas.microsoft.com/office/drawing/2014/main" id="{4B2DCB05-7DDF-4DE4-9B45-6B7040705899}"/>
              </a:ext>
            </a:extLst>
          </p:cNvPr>
          <p:cNvCxnSpPr/>
          <p:nvPr/>
        </p:nvCxnSpPr>
        <p:spPr>
          <a:xfrm flipH="1">
            <a:off x="1347019" y="3279058"/>
            <a:ext cx="1406013" cy="894736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Düz Bağlayıcı 20">
            <a:extLst>
              <a:ext uri="{FF2B5EF4-FFF2-40B4-BE49-F238E27FC236}">
                <a16:creationId xmlns:a16="http://schemas.microsoft.com/office/drawing/2014/main" id="{63D7DDBD-037F-4139-AC55-4DC073D66F0D}"/>
              </a:ext>
            </a:extLst>
          </p:cNvPr>
          <p:cNvCxnSpPr/>
          <p:nvPr/>
        </p:nvCxnSpPr>
        <p:spPr>
          <a:xfrm>
            <a:off x="2831690" y="3279058"/>
            <a:ext cx="250723" cy="72267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Düz Bağlayıcı 22">
            <a:extLst>
              <a:ext uri="{FF2B5EF4-FFF2-40B4-BE49-F238E27FC236}">
                <a16:creationId xmlns:a16="http://schemas.microsoft.com/office/drawing/2014/main" id="{00B26BFF-C3B3-45D8-9C93-2D52F93C2C1A}"/>
              </a:ext>
            </a:extLst>
          </p:cNvPr>
          <p:cNvCxnSpPr/>
          <p:nvPr/>
        </p:nvCxnSpPr>
        <p:spPr>
          <a:xfrm>
            <a:off x="2934929" y="3279058"/>
            <a:ext cx="1838632" cy="69317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Düz Bağlayıcı 24">
            <a:extLst>
              <a:ext uri="{FF2B5EF4-FFF2-40B4-BE49-F238E27FC236}">
                <a16:creationId xmlns:a16="http://schemas.microsoft.com/office/drawing/2014/main" id="{05E99AEA-E9E9-4DCF-8CA6-FF3353B3C047}"/>
              </a:ext>
            </a:extLst>
          </p:cNvPr>
          <p:cNvCxnSpPr/>
          <p:nvPr/>
        </p:nvCxnSpPr>
        <p:spPr>
          <a:xfrm flipH="1">
            <a:off x="7231626" y="3239729"/>
            <a:ext cx="1307690" cy="862022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Düz Bağlayıcı 26">
            <a:extLst>
              <a:ext uri="{FF2B5EF4-FFF2-40B4-BE49-F238E27FC236}">
                <a16:creationId xmlns:a16="http://schemas.microsoft.com/office/drawing/2014/main" id="{ABEF6DC8-8B4A-4BF1-B997-3A366964876A}"/>
              </a:ext>
            </a:extLst>
          </p:cNvPr>
          <p:cNvCxnSpPr/>
          <p:nvPr/>
        </p:nvCxnSpPr>
        <p:spPr>
          <a:xfrm>
            <a:off x="8608142" y="3224981"/>
            <a:ext cx="235974" cy="776748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Bağlayıcı 28">
            <a:extLst>
              <a:ext uri="{FF2B5EF4-FFF2-40B4-BE49-F238E27FC236}">
                <a16:creationId xmlns:a16="http://schemas.microsoft.com/office/drawing/2014/main" id="{8001FDDD-F21F-411F-AEC6-91CF01EDA191}"/>
              </a:ext>
            </a:extLst>
          </p:cNvPr>
          <p:cNvCxnSpPr/>
          <p:nvPr/>
        </p:nvCxnSpPr>
        <p:spPr>
          <a:xfrm>
            <a:off x="8696632" y="3239729"/>
            <a:ext cx="1794387" cy="762000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3546592502"/>
      </p:ext>
    </p:extLst>
  </p:cSld>
  <p:clrMapOvr>
    <a:masterClrMapping/>
  </p:clrMapOvr>
  <p:transition spd="slow">
    <p:push dir="u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5" fill="hold">
                          <p:stCondLst>
                            <p:cond delay="indefinite"/>
                          </p:stCondLst>
                          <p:childTnLst>
                            <p:par>
                              <p:cTn id="2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1" presetID="47" presetClass="entr" presetSubtype="0" fill="hold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1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4" presetClass="entr" presetSubtype="10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40" dur="12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4" presetClass="exit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44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47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7.40741E-7 L 0.00026 0.08056 " pathEditMode="relative" rAng="0" ptsTypes="AA">
                                          <p:cBhvr>
                                            <p:cTn id="4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402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50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4" presetClass="entr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59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4" presetClass="entr" presetSubtype="10" fill="hold" grpId="1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64" dur="12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5" fill="hold">
                          <p:stCondLst>
                            <p:cond delay="indefinite"/>
                          </p:stCondLst>
                          <p:childTnLst>
                            <p:par>
                              <p:cTn id="6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7" presetID="42" presetClass="path" presetSubtype="0" accel="50000" fill="hold" grpId="2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27 0.08055 L -0.00144 0.15509 " pathEditMode="relative" rAng="0" ptsTypes="AA">
                                          <p:cBhvr>
                                            <p:cTn id="6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70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2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73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5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76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1" fill="hold">
                          <p:stCondLst>
                            <p:cond delay="indefinite"/>
                          </p:stCondLst>
                          <p:childTnLst>
                            <p:par>
                              <p:cTn id="8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3" presetID="14" presetClass="entr" presetSubtype="10" fill="hold" grpId="1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85" dur="12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4" grpId="2" animBg="1"/>
          <p:bldP spid="30" grpId="1"/>
          <p:bldP spid="31" grpId="1"/>
          <p:bldP spid="32" grpId="0"/>
        </p:bldLst>
      </p:timing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D87725AC-CF45-46C5-ACB1-12963BE764CF}"/>
              </a:ext>
            </a:extLst>
          </p:cNvPr>
          <p:cNvGraphicFramePr>
            <a:graphicFrameLocks noGrp="1"/>
          </p:cNvGraphicFramePr>
          <p:nvPr/>
        </p:nvGraphicFramePr>
        <p:xfrm>
          <a:off x="290616" y="5032358"/>
          <a:ext cx="11610763" cy="646763"/>
        </p:xfrm>
        <a:graphic>
          <a:graphicData uri="http://schemas.openxmlformats.org/drawingml/2006/table">
            <a:tbl>
              <a:tblPr firstRow="1" firstCol="1" bandRow="1"/>
              <a:tblGrid>
                <a:gridCol w="2003404">
                  <a:extLst>
                    <a:ext uri="{9D8B030D-6E8A-4147-A177-3AD203B41FA5}">
                      <a16:colId xmlns:a16="http://schemas.microsoft.com/office/drawing/2014/main" val="2957744187"/>
                    </a:ext>
                  </a:extLst>
                </a:gridCol>
                <a:gridCol w="1973179">
                  <a:extLst>
                    <a:ext uri="{9D8B030D-6E8A-4147-A177-3AD203B41FA5}">
                      <a16:colId xmlns:a16="http://schemas.microsoft.com/office/drawing/2014/main" val="1239559192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4024042998"/>
                    </a:ext>
                  </a:extLst>
                </a:gridCol>
                <a:gridCol w="1860884">
                  <a:extLst>
                    <a:ext uri="{9D8B030D-6E8A-4147-A177-3AD203B41FA5}">
                      <a16:colId xmlns:a16="http://schemas.microsoft.com/office/drawing/2014/main" val="3243310200"/>
                    </a:ext>
                  </a:extLst>
                </a:gridCol>
                <a:gridCol w="1909011">
                  <a:extLst>
                    <a:ext uri="{9D8B030D-6E8A-4147-A177-3AD203B41FA5}">
                      <a16:colId xmlns:a16="http://schemas.microsoft.com/office/drawing/2014/main" val="1112479551"/>
                    </a:ext>
                  </a:extLst>
                </a:gridCol>
                <a:gridCol w="2035485">
                  <a:extLst>
                    <a:ext uri="{9D8B030D-6E8A-4147-A177-3AD203B41FA5}">
                      <a16:colId xmlns:a16="http://schemas.microsoft.com/office/drawing/2014/main" val="3704883540"/>
                    </a:ext>
                  </a:extLst>
                </a:gridCol>
              </a:tblGrid>
              <a:tr h="646763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7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مٍ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5000">
                                <a:srgbClr val="0070C0"/>
                              </a:gs>
                              <a:gs pos="48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مً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5000">
                                <a:srgbClr val="00B050"/>
                              </a:gs>
                              <a:gs pos="48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مٌ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22000">
                                <a:srgbClr val="FF0066"/>
                              </a:gs>
                              <a:gs pos="3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مِ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5000">
                                <a:srgbClr val="0070C0"/>
                              </a:gs>
                              <a:gs pos="48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7000">
                                <a:srgbClr val="00B050"/>
                              </a:gs>
                              <a:gs pos="5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6374789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BC9F0688-B7CB-4172-A819-C7B26E32B8AD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286278"/>
          <a:ext cx="11610764" cy="3815473"/>
        </p:xfrm>
        <a:graphic>
          <a:graphicData uri="http://schemas.openxmlformats.org/drawingml/2006/table">
            <a:tbl>
              <a:tblPr firstRow="1" firstCol="1" bandRow="1"/>
              <a:tblGrid>
                <a:gridCol w="3760886">
                  <a:extLst>
                    <a:ext uri="{9D8B030D-6E8A-4147-A177-3AD203B41FA5}">
                      <a16:colId xmlns:a16="http://schemas.microsoft.com/office/drawing/2014/main" val="858780566"/>
                    </a:ext>
                  </a:extLst>
                </a:gridCol>
                <a:gridCol w="1745289">
                  <a:extLst>
                    <a:ext uri="{9D8B030D-6E8A-4147-A177-3AD203B41FA5}">
                      <a16:colId xmlns:a16="http://schemas.microsoft.com/office/drawing/2014/main" val="1719119573"/>
                    </a:ext>
                  </a:extLst>
                </a:gridCol>
                <a:gridCol w="6104589">
                  <a:extLst>
                    <a:ext uri="{9D8B030D-6E8A-4147-A177-3AD203B41FA5}">
                      <a16:colId xmlns:a16="http://schemas.microsoft.com/office/drawing/2014/main" val="1147940758"/>
                    </a:ext>
                  </a:extLst>
                </a:gridCol>
              </a:tblGrid>
              <a:tr h="345046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Kelime sonundaki </a:t>
                      </a:r>
                      <a:r>
                        <a:rPr lang="tr-TR" sz="2400" b="1" i="1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hareke</a:t>
                      </a:r>
                      <a:r>
                        <a:rPr lang="tr-TR" sz="24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değişir</a:t>
                      </a: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76277819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596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r>
                        <a:rPr lang="tr-TR" sz="28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B0503020204020204" pitchFamily="49" charset="-122"/>
                          <a:ea typeface="SimHei" panose="020B0503020204020204" pitchFamily="49" charset="-122"/>
                          <a:cs typeface="Symbol" panose="05050102010706020507" pitchFamily="18" charset="2"/>
                        </a:rPr>
                        <a:t> 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</a:rPr>
                        <a:t> 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Tekil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37706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endParaRPr lang="ar-AE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 </a:t>
                      </a:r>
                      <a:r>
                        <a:rPr lang="tr-TR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Düzenli Dişil Çoğul  </a:t>
                      </a:r>
                      <a:r>
                        <a:rPr lang="tr-TR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 ـ ـ ـ</a:t>
                      </a:r>
                      <a:r>
                        <a:rPr lang="ar-AE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147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 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Düzensiz Çoğul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0853801"/>
                  </a:ext>
                </a:extLst>
              </a:tr>
              <a:tr h="647564">
                <a:tc gridSpan="2"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4800" b="1" i="0" u="none" strike="noStrike" dirty="0">
                          <a:solidFill>
                            <a:srgbClr val="F8CBAD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AE" sz="48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الـ ـ ـ</a:t>
                      </a:r>
                      <a:endParaRPr lang="ar-AE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AE" sz="4800" b="1" i="0" u="none" strike="noStrike" dirty="0">
                          <a:solidFill>
                            <a:srgbClr val="A9D18E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AE" sz="48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الـ ـ ـ</a:t>
                      </a:r>
                      <a:endParaRPr lang="tr-TR" sz="2400" dirty="0"/>
                    </a:p>
                  </a:txBody>
                  <a:tcPr marL="108396" marR="108396" marT="54198" marB="54198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29626777"/>
                  </a:ext>
                </a:extLst>
              </a:tr>
              <a:tr h="410560">
                <a:tc gridSpan="2"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AE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tr-TR" sz="1400" dirty="0"/>
                    </a:p>
                  </a:txBody>
                  <a:tcPr marL="108396" marR="108396" marT="54198" marB="54198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8406857"/>
                  </a:ext>
                </a:extLst>
              </a:tr>
              <a:tr h="13858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4896932"/>
                  </a:ext>
                </a:extLst>
              </a:tr>
            </a:tbl>
          </a:graphicData>
        </a:graphic>
      </p:graphicFrame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51C0EFC0-F482-4010-8458-49F10F29DEFE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3838072"/>
          <a:ext cx="11610764" cy="761716"/>
        </p:xfrm>
        <a:graphic>
          <a:graphicData uri="http://schemas.openxmlformats.org/drawingml/2006/table">
            <a:tbl>
              <a:tblPr firstRow="1" firstCol="1" bandRow="1"/>
              <a:tblGrid>
                <a:gridCol w="1916400">
                  <a:extLst>
                    <a:ext uri="{9D8B030D-6E8A-4147-A177-3AD203B41FA5}">
                      <a16:colId xmlns:a16="http://schemas.microsoft.com/office/drawing/2014/main" val="3043635023"/>
                    </a:ext>
                  </a:extLst>
                </a:gridCol>
                <a:gridCol w="1978282">
                  <a:extLst>
                    <a:ext uri="{9D8B030D-6E8A-4147-A177-3AD203B41FA5}">
                      <a16:colId xmlns:a16="http://schemas.microsoft.com/office/drawing/2014/main" val="103066280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3674195445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2849392310"/>
                    </a:ext>
                  </a:extLst>
                </a:gridCol>
                <a:gridCol w="1966882">
                  <a:extLst>
                    <a:ext uri="{9D8B030D-6E8A-4147-A177-3AD203B41FA5}">
                      <a16:colId xmlns:a16="http://schemas.microsoft.com/office/drawing/2014/main" val="2540994376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3567478344"/>
                    </a:ext>
                  </a:extLst>
                </a:gridCol>
              </a:tblGrid>
              <a:tr h="761716"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ــٍ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+mn-cs"/>
                        </a:rPr>
                        <a:t> </a:t>
                      </a:r>
                      <a:r>
                        <a:rPr lang="ar-AE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AE" sz="4000" b="1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ــــً</a:t>
                      </a:r>
                      <a:r>
                        <a:rPr lang="ar-AE" sz="40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ــــٌـــ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ـِ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ــــَــ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ــــُ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9847285"/>
                  </a:ext>
                </a:extLst>
              </a:tr>
            </a:tbl>
          </a:graphicData>
        </a:graphic>
      </p:graphicFrame>
      <p:graphicFrame>
        <p:nvGraphicFramePr>
          <p:cNvPr id="4" name="Tablo 3">
            <a:extLst>
              <a:ext uri="{FF2B5EF4-FFF2-40B4-BE49-F238E27FC236}">
                <a16:creationId xmlns:a16="http://schemas.microsoft.com/office/drawing/2014/main" id="{E748FD3A-9D0D-4C20-9057-3BF41212849E}"/>
              </a:ext>
            </a:extLst>
          </p:cNvPr>
          <p:cNvGraphicFramePr>
            <a:graphicFrameLocks noGrp="1"/>
          </p:cNvGraphicFramePr>
          <p:nvPr/>
        </p:nvGraphicFramePr>
        <p:xfrm>
          <a:off x="290617" y="4512704"/>
          <a:ext cx="11610764" cy="539110"/>
        </p:xfrm>
        <a:graphic>
          <a:graphicData uri="http://schemas.openxmlformats.org/drawingml/2006/table">
            <a:tbl>
              <a:tblPr firstRow="1" firstCol="1" bandRow="1"/>
              <a:tblGrid>
                <a:gridCol w="1916400">
                  <a:extLst>
                    <a:ext uri="{9D8B030D-6E8A-4147-A177-3AD203B41FA5}">
                      <a16:colId xmlns:a16="http://schemas.microsoft.com/office/drawing/2014/main" val="1735186288"/>
                    </a:ext>
                  </a:extLst>
                </a:gridCol>
                <a:gridCol w="1978282">
                  <a:extLst>
                    <a:ext uri="{9D8B030D-6E8A-4147-A177-3AD203B41FA5}">
                      <a16:colId xmlns:a16="http://schemas.microsoft.com/office/drawing/2014/main" val="4047193437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1025903450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2946321586"/>
                    </a:ext>
                  </a:extLst>
                </a:gridCol>
                <a:gridCol w="1966882">
                  <a:extLst>
                    <a:ext uri="{9D8B030D-6E8A-4147-A177-3AD203B41FA5}">
                      <a16:colId xmlns:a16="http://schemas.microsoft.com/office/drawing/2014/main" val="1799566293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18450758"/>
                    </a:ext>
                  </a:extLst>
                </a:gridCol>
              </a:tblGrid>
              <a:tr h="539110"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6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24162"/>
                  </a:ext>
                </a:extLst>
              </a:tr>
            </a:tbl>
          </a:graphicData>
        </a:graphic>
      </p:graphicFrame>
      <p:sp>
        <p:nvSpPr>
          <p:cNvPr id="14" name="Dikdörtgen: Köşeleri Yuvarlatılmış 13">
            <a:extLst>
              <a:ext uri="{FF2B5EF4-FFF2-40B4-BE49-F238E27FC236}">
                <a16:creationId xmlns:a16="http://schemas.microsoft.com/office/drawing/2014/main" id="{FCE5DCE2-31E2-474A-9730-5B4178E24A93}"/>
              </a:ext>
            </a:extLst>
          </p:cNvPr>
          <p:cNvSpPr/>
          <p:nvPr/>
        </p:nvSpPr>
        <p:spPr>
          <a:xfrm>
            <a:off x="3850105" y="881291"/>
            <a:ext cx="3834063" cy="511090"/>
          </a:xfrm>
          <a:prstGeom prst="roundRect">
            <a:avLst/>
          </a:prstGeom>
          <a:noFill/>
          <a:ln>
            <a:solidFill>
              <a:srgbClr val="C00000"/>
            </a:solidFill>
          </a:ln>
          <a:effectLst>
            <a:glow rad="101600">
              <a:srgbClr val="C0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cxnSp>
        <p:nvCxnSpPr>
          <p:cNvPr id="19" name="Düz Bağlayıcı 18">
            <a:extLst>
              <a:ext uri="{FF2B5EF4-FFF2-40B4-BE49-F238E27FC236}">
                <a16:creationId xmlns:a16="http://schemas.microsoft.com/office/drawing/2014/main" id="{4B2DCB05-7DDF-4DE4-9B45-6B7040705899}"/>
              </a:ext>
            </a:extLst>
          </p:cNvPr>
          <p:cNvCxnSpPr/>
          <p:nvPr/>
        </p:nvCxnSpPr>
        <p:spPr>
          <a:xfrm flipH="1">
            <a:off x="1347019" y="3279058"/>
            <a:ext cx="1406013" cy="894736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Düz Bağlayıcı 20">
            <a:extLst>
              <a:ext uri="{FF2B5EF4-FFF2-40B4-BE49-F238E27FC236}">
                <a16:creationId xmlns:a16="http://schemas.microsoft.com/office/drawing/2014/main" id="{63D7DDBD-037F-4139-AC55-4DC073D66F0D}"/>
              </a:ext>
            </a:extLst>
          </p:cNvPr>
          <p:cNvCxnSpPr/>
          <p:nvPr/>
        </p:nvCxnSpPr>
        <p:spPr>
          <a:xfrm>
            <a:off x="2831690" y="3279058"/>
            <a:ext cx="250723" cy="72267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Düz Bağlayıcı 22">
            <a:extLst>
              <a:ext uri="{FF2B5EF4-FFF2-40B4-BE49-F238E27FC236}">
                <a16:creationId xmlns:a16="http://schemas.microsoft.com/office/drawing/2014/main" id="{00B26BFF-C3B3-45D8-9C93-2D52F93C2C1A}"/>
              </a:ext>
            </a:extLst>
          </p:cNvPr>
          <p:cNvCxnSpPr/>
          <p:nvPr/>
        </p:nvCxnSpPr>
        <p:spPr>
          <a:xfrm>
            <a:off x="2934929" y="3279058"/>
            <a:ext cx="1838632" cy="69317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Düz Bağlayıcı 24">
            <a:extLst>
              <a:ext uri="{FF2B5EF4-FFF2-40B4-BE49-F238E27FC236}">
                <a16:creationId xmlns:a16="http://schemas.microsoft.com/office/drawing/2014/main" id="{05E99AEA-E9E9-4DCF-8CA6-FF3353B3C047}"/>
              </a:ext>
            </a:extLst>
          </p:cNvPr>
          <p:cNvCxnSpPr/>
          <p:nvPr/>
        </p:nvCxnSpPr>
        <p:spPr>
          <a:xfrm flipH="1">
            <a:off x="7231626" y="3239729"/>
            <a:ext cx="1307690" cy="862022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Düz Bağlayıcı 26">
            <a:extLst>
              <a:ext uri="{FF2B5EF4-FFF2-40B4-BE49-F238E27FC236}">
                <a16:creationId xmlns:a16="http://schemas.microsoft.com/office/drawing/2014/main" id="{ABEF6DC8-8B4A-4BF1-B997-3A366964876A}"/>
              </a:ext>
            </a:extLst>
          </p:cNvPr>
          <p:cNvCxnSpPr/>
          <p:nvPr/>
        </p:nvCxnSpPr>
        <p:spPr>
          <a:xfrm>
            <a:off x="8608142" y="3224981"/>
            <a:ext cx="235974" cy="776748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Bağlayıcı 28">
            <a:extLst>
              <a:ext uri="{FF2B5EF4-FFF2-40B4-BE49-F238E27FC236}">
                <a16:creationId xmlns:a16="http://schemas.microsoft.com/office/drawing/2014/main" id="{8001FDDD-F21F-411F-AEC6-91CF01EDA191}"/>
              </a:ext>
            </a:extLst>
          </p:cNvPr>
          <p:cNvCxnSpPr/>
          <p:nvPr/>
        </p:nvCxnSpPr>
        <p:spPr>
          <a:xfrm>
            <a:off x="8696632" y="3239729"/>
            <a:ext cx="1794387" cy="762000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Dikdörtgen 31">
            <a:extLst>
              <a:ext uri="{FF2B5EF4-FFF2-40B4-BE49-F238E27FC236}">
                <a16:creationId xmlns:a16="http://schemas.microsoft.com/office/drawing/2014/main" id="{B66B6983-3911-429A-BD87-87BB0963F9F9}"/>
              </a:ext>
            </a:extLst>
          </p:cNvPr>
          <p:cNvSpPr/>
          <p:nvPr/>
        </p:nvSpPr>
        <p:spPr>
          <a:xfrm>
            <a:off x="7936289" y="844448"/>
            <a:ext cx="5501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3200" dirty="0">
                <a:solidFill>
                  <a:srgbClr val="00B05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Arial" panose="020B0604020202020204" pitchFamily="34" charset="0"/>
                <a:sym typeface="Wingdings 2" panose="05020102010507070707" pitchFamily="18" charset="2"/>
              </a:rPr>
              <a:t></a:t>
            </a:r>
            <a:endParaRPr lang="tr-TR" sz="32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13867831"/>
      </p:ext>
    </p:extLst>
  </p:cSld>
  <p:clrMapOvr>
    <a:masterClrMapping/>
  </p:clrMapOvr>
  <p:transition spd="slow">
    <p:push dir="u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5" fill="hold">
                          <p:stCondLst>
                            <p:cond delay="indefinite"/>
                          </p:stCondLst>
                          <p:childTnLst>
                            <p:par>
                              <p:cTn id="2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1" presetID="47" presetClass="entr" presetSubtype="0" fill="hold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1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4" presetClass="entr" presetSubtype="10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40" dur="12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4" presetClass="exit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44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47" presetID="42" presetClass="path" presetSubtype="0" accel="50000" fill="hold" grpId="1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7.40741E-7 L 0.00026 0.08056 " pathEditMode="relative" rAng="0" ptsTypes="AA" p14:bounceEnd="40000">
                                          <p:cBhvr>
                                            <p:cTn id="4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402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9" fill="hold">
                          <p:stCondLst>
                            <p:cond delay="indefinite"/>
                          </p:stCondLst>
                          <p:childTnLst>
                            <p:par>
                              <p:cTn id="5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1" presetID="42" presetClass="path" presetSubtype="0" accel="50000" fill="hold" grpId="2" nodeType="click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27 0.08055 L -0.00144 0.15509 " pathEditMode="relative" rAng="0" ptsTypes="AA" p14:bounceEnd="40000">
                                          <p:cBhvr>
                                            <p:cTn id="52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12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4" grpId="2" animBg="1"/>
          <p:bldP spid="32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5" fill="hold">
                          <p:stCondLst>
                            <p:cond delay="indefinite"/>
                          </p:stCondLst>
                          <p:childTnLst>
                            <p:par>
                              <p:cTn id="2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1" presetID="47" presetClass="entr" presetSubtype="0" fill="hold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1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4" presetClass="entr" presetSubtype="10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40" dur="12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4" presetClass="exit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44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47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7.40741E-7 L 0.00026 0.08056 " pathEditMode="relative" rAng="0" ptsTypes="AA">
                                          <p:cBhvr>
                                            <p:cTn id="4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402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50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4" presetClass="entr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59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4" presetClass="entr" presetSubtype="10" fill="hold" grpId="1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64" dur="12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5" fill="hold">
                          <p:stCondLst>
                            <p:cond delay="indefinite"/>
                          </p:stCondLst>
                          <p:childTnLst>
                            <p:par>
                              <p:cTn id="6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7" presetID="42" presetClass="path" presetSubtype="0" accel="50000" fill="hold" grpId="2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27 0.08055 L -0.00144 0.15509 " pathEditMode="relative" rAng="0" ptsTypes="AA">
                                          <p:cBhvr>
                                            <p:cTn id="6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70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2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73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5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76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1" fill="hold">
                          <p:stCondLst>
                            <p:cond delay="indefinite"/>
                          </p:stCondLst>
                          <p:childTnLst>
                            <p:par>
                              <p:cTn id="8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3" presetID="14" presetClass="entr" presetSubtype="10" fill="hold" grpId="1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85" dur="12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4" grpId="2" animBg="1"/>
          <p:bldP spid="30" grpId="1"/>
          <p:bldP spid="31" grpId="1"/>
          <p:bldP spid="32" grpId="0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ablo 14">
            <a:extLst>
              <a:ext uri="{FF2B5EF4-FFF2-40B4-BE49-F238E27FC236}">
                <a16:creationId xmlns:a16="http://schemas.microsoft.com/office/drawing/2014/main" id="{870664FB-36B4-4C3F-A278-25FF29FDD35B}"/>
              </a:ext>
            </a:extLst>
          </p:cNvPr>
          <p:cNvGraphicFramePr>
            <a:graphicFrameLocks noGrp="1"/>
          </p:cNvGraphicFramePr>
          <p:nvPr/>
        </p:nvGraphicFramePr>
        <p:xfrm>
          <a:off x="290616" y="5049884"/>
          <a:ext cx="11610763" cy="609510"/>
        </p:xfrm>
        <a:graphic>
          <a:graphicData uri="http://schemas.openxmlformats.org/drawingml/2006/table">
            <a:tbl>
              <a:tblPr firstRow="1" firstCol="1" bandRow="1"/>
              <a:tblGrid>
                <a:gridCol w="1979053">
                  <a:extLst>
                    <a:ext uri="{9D8B030D-6E8A-4147-A177-3AD203B41FA5}">
                      <a16:colId xmlns:a16="http://schemas.microsoft.com/office/drawing/2014/main" val="1588483122"/>
                    </a:ext>
                  </a:extLst>
                </a:gridCol>
                <a:gridCol w="1943100">
                  <a:extLst>
                    <a:ext uri="{9D8B030D-6E8A-4147-A177-3AD203B41FA5}">
                      <a16:colId xmlns:a16="http://schemas.microsoft.com/office/drawing/2014/main" val="233148627"/>
                    </a:ext>
                  </a:extLst>
                </a:gridCol>
                <a:gridCol w="1902279">
                  <a:extLst>
                    <a:ext uri="{9D8B030D-6E8A-4147-A177-3AD203B41FA5}">
                      <a16:colId xmlns:a16="http://schemas.microsoft.com/office/drawing/2014/main" val="2606288971"/>
                    </a:ext>
                  </a:extLst>
                </a:gridCol>
                <a:gridCol w="1992086">
                  <a:extLst>
                    <a:ext uri="{9D8B030D-6E8A-4147-A177-3AD203B41FA5}">
                      <a16:colId xmlns:a16="http://schemas.microsoft.com/office/drawing/2014/main" val="4145987977"/>
                    </a:ext>
                  </a:extLst>
                </a:gridCol>
                <a:gridCol w="1727033">
                  <a:extLst>
                    <a:ext uri="{9D8B030D-6E8A-4147-A177-3AD203B41FA5}">
                      <a16:colId xmlns:a16="http://schemas.microsoft.com/office/drawing/2014/main" val="3232553708"/>
                    </a:ext>
                  </a:extLst>
                </a:gridCol>
                <a:gridCol w="2067212">
                  <a:extLst>
                    <a:ext uri="{9D8B030D-6E8A-4147-A177-3AD203B41FA5}">
                      <a16:colId xmlns:a16="http://schemas.microsoft.com/office/drawing/2014/main" val="2400367932"/>
                    </a:ext>
                  </a:extLst>
                </a:gridCol>
              </a:tblGrid>
              <a:tr h="334606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26000">
                                <a:srgbClr val="EE0060"/>
                              </a:gs>
                              <a:gs pos="28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sng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600" b="0" i="0" u="none" strike="sngStrike" dirty="0" err="1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3600" b="0" i="0" u="none" strike="sngStrike" dirty="0" err="1">
                          <a:gradFill>
                            <a:gsLst>
                              <a:gs pos="76000">
                                <a:srgbClr val="0070C0"/>
                              </a:gs>
                              <a:gs pos="68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تً</a:t>
                      </a:r>
                      <a:r>
                        <a:rPr lang="ar-EG" sz="3600" b="0" i="0" u="none" strike="sngStrike" dirty="0" err="1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ar-EG" sz="4400" b="0" i="0" u="none" strike="noStrike" dirty="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65000">
                                <a:srgbClr val="00B050"/>
                              </a:gs>
                              <a:gs pos="62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22000">
                                <a:srgbClr val="FF0066"/>
                              </a:gs>
                              <a:gs pos="3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26000">
                                <a:srgbClr val="EE0060"/>
                              </a:gs>
                              <a:gs pos="28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sng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0" i="0" u="none" strike="sng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600" b="0" i="0" u="none" strike="sng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3600" b="0" i="0" u="none" strike="sngStrike" dirty="0">
                          <a:gradFill>
                            <a:gsLst>
                              <a:gs pos="64000">
                                <a:srgbClr val="0070C0"/>
                              </a:gs>
                              <a:gs pos="61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مُعلِّمَ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64000">
                                <a:srgbClr val="00B050"/>
                              </a:gs>
                              <a:gs pos="61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1793661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BC9F0688-B7CB-4172-A819-C7B26E32B8AD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286278"/>
          <a:ext cx="11610764" cy="3815473"/>
        </p:xfrm>
        <a:graphic>
          <a:graphicData uri="http://schemas.openxmlformats.org/drawingml/2006/table">
            <a:tbl>
              <a:tblPr firstRow="1" firstCol="1" bandRow="1"/>
              <a:tblGrid>
                <a:gridCol w="3760886">
                  <a:extLst>
                    <a:ext uri="{9D8B030D-6E8A-4147-A177-3AD203B41FA5}">
                      <a16:colId xmlns:a16="http://schemas.microsoft.com/office/drawing/2014/main" val="858780566"/>
                    </a:ext>
                  </a:extLst>
                </a:gridCol>
                <a:gridCol w="1745289">
                  <a:extLst>
                    <a:ext uri="{9D8B030D-6E8A-4147-A177-3AD203B41FA5}">
                      <a16:colId xmlns:a16="http://schemas.microsoft.com/office/drawing/2014/main" val="1719119573"/>
                    </a:ext>
                  </a:extLst>
                </a:gridCol>
                <a:gridCol w="6104589">
                  <a:extLst>
                    <a:ext uri="{9D8B030D-6E8A-4147-A177-3AD203B41FA5}">
                      <a16:colId xmlns:a16="http://schemas.microsoft.com/office/drawing/2014/main" val="1147940758"/>
                    </a:ext>
                  </a:extLst>
                </a:gridCol>
              </a:tblGrid>
              <a:tr h="345046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Kelime sonundaki </a:t>
                      </a:r>
                      <a:r>
                        <a:rPr lang="tr-TR" sz="2400" b="1" i="1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hareke</a:t>
                      </a:r>
                      <a:r>
                        <a:rPr lang="tr-TR" sz="24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değişir</a:t>
                      </a: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76277819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596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r>
                        <a:rPr lang="tr-TR" sz="28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B0503020204020204" pitchFamily="49" charset="-122"/>
                          <a:ea typeface="SimHei" panose="020B0503020204020204" pitchFamily="49" charset="-122"/>
                          <a:cs typeface="Symbol" panose="05050102010706020507" pitchFamily="18" charset="2"/>
                        </a:rPr>
                        <a:t> 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</a:rPr>
                        <a:t> 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Tekil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37706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endParaRPr lang="ar-AE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 </a:t>
                      </a:r>
                      <a:r>
                        <a:rPr lang="tr-TR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Düzenli Dişil Çoğul  </a:t>
                      </a:r>
                      <a:r>
                        <a:rPr lang="tr-TR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 ـ ـ ـ</a:t>
                      </a:r>
                      <a:r>
                        <a:rPr lang="ar-AE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147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 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Düzensiz Çoğul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0853801"/>
                  </a:ext>
                </a:extLst>
              </a:tr>
              <a:tr h="647564">
                <a:tc gridSpan="2"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4800" b="1" i="0" u="none" strike="noStrike" dirty="0">
                          <a:solidFill>
                            <a:srgbClr val="F8CBAD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AE" sz="48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الـ ـ ـ</a:t>
                      </a:r>
                      <a:endParaRPr lang="ar-AE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AE" sz="4800" b="1" i="0" u="none" strike="noStrike" dirty="0">
                          <a:solidFill>
                            <a:srgbClr val="A9D18E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AE" sz="48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الـ ـ ـ</a:t>
                      </a:r>
                      <a:endParaRPr lang="tr-TR" sz="2400" dirty="0"/>
                    </a:p>
                  </a:txBody>
                  <a:tcPr marL="108396" marR="108396" marT="54198" marB="54198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29626777"/>
                  </a:ext>
                </a:extLst>
              </a:tr>
              <a:tr h="410560">
                <a:tc gridSpan="2"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AE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tr-TR" sz="1400" dirty="0"/>
                    </a:p>
                  </a:txBody>
                  <a:tcPr marL="108396" marR="108396" marT="54198" marB="54198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8406857"/>
                  </a:ext>
                </a:extLst>
              </a:tr>
              <a:tr h="13858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4896932"/>
                  </a:ext>
                </a:extLst>
              </a:tr>
            </a:tbl>
          </a:graphicData>
        </a:graphic>
      </p:graphicFrame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51C0EFC0-F482-4010-8458-49F10F29DEFE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3838072"/>
          <a:ext cx="11610764" cy="761716"/>
        </p:xfrm>
        <a:graphic>
          <a:graphicData uri="http://schemas.openxmlformats.org/drawingml/2006/table">
            <a:tbl>
              <a:tblPr firstRow="1" firstCol="1" bandRow="1"/>
              <a:tblGrid>
                <a:gridCol w="1916400">
                  <a:extLst>
                    <a:ext uri="{9D8B030D-6E8A-4147-A177-3AD203B41FA5}">
                      <a16:colId xmlns:a16="http://schemas.microsoft.com/office/drawing/2014/main" val="3043635023"/>
                    </a:ext>
                  </a:extLst>
                </a:gridCol>
                <a:gridCol w="1978282">
                  <a:extLst>
                    <a:ext uri="{9D8B030D-6E8A-4147-A177-3AD203B41FA5}">
                      <a16:colId xmlns:a16="http://schemas.microsoft.com/office/drawing/2014/main" val="103066280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3674195445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2849392310"/>
                    </a:ext>
                  </a:extLst>
                </a:gridCol>
                <a:gridCol w="1966882">
                  <a:extLst>
                    <a:ext uri="{9D8B030D-6E8A-4147-A177-3AD203B41FA5}">
                      <a16:colId xmlns:a16="http://schemas.microsoft.com/office/drawing/2014/main" val="2540994376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3567478344"/>
                    </a:ext>
                  </a:extLst>
                </a:gridCol>
              </a:tblGrid>
              <a:tr h="761716"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ــٍ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+mn-cs"/>
                        </a:rPr>
                        <a:t> </a:t>
                      </a:r>
                      <a:r>
                        <a:rPr lang="ar-AE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AE" sz="4000" b="1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ــــً</a:t>
                      </a:r>
                      <a:r>
                        <a:rPr lang="ar-AE" sz="40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ــــٌـــ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ـِ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ــــَــ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ــــُ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9847285"/>
                  </a:ext>
                </a:extLst>
              </a:tr>
            </a:tbl>
          </a:graphicData>
        </a:graphic>
      </p:graphicFrame>
      <p:graphicFrame>
        <p:nvGraphicFramePr>
          <p:cNvPr id="4" name="Tablo 3">
            <a:extLst>
              <a:ext uri="{FF2B5EF4-FFF2-40B4-BE49-F238E27FC236}">
                <a16:creationId xmlns:a16="http://schemas.microsoft.com/office/drawing/2014/main" id="{E748FD3A-9D0D-4C20-9057-3BF41212849E}"/>
              </a:ext>
            </a:extLst>
          </p:cNvPr>
          <p:cNvGraphicFramePr>
            <a:graphicFrameLocks noGrp="1"/>
          </p:cNvGraphicFramePr>
          <p:nvPr/>
        </p:nvGraphicFramePr>
        <p:xfrm>
          <a:off x="290617" y="4512704"/>
          <a:ext cx="11610764" cy="539110"/>
        </p:xfrm>
        <a:graphic>
          <a:graphicData uri="http://schemas.openxmlformats.org/drawingml/2006/table">
            <a:tbl>
              <a:tblPr firstRow="1" firstCol="1" bandRow="1"/>
              <a:tblGrid>
                <a:gridCol w="1916400">
                  <a:extLst>
                    <a:ext uri="{9D8B030D-6E8A-4147-A177-3AD203B41FA5}">
                      <a16:colId xmlns:a16="http://schemas.microsoft.com/office/drawing/2014/main" val="1735186288"/>
                    </a:ext>
                  </a:extLst>
                </a:gridCol>
                <a:gridCol w="1978282">
                  <a:extLst>
                    <a:ext uri="{9D8B030D-6E8A-4147-A177-3AD203B41FA5}">
                      <a16:colId xmlns:a16="http://schemas.microsoft.com/office/drawing/2014/main" val="4047193437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1025903450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2946321586"/>
                    </a:ext>
                  </a:extLst>
                </a:gridCol>
                <a:gridCol w="1966882">
                  <a:extLst>
                    <a:ext uri="{9D8B030D-6E8A-4147-A177-3AD203B41FA5}">
                      <a16:colId xmlns:a16="http://schemas.microsoft.com/office/drawing/2014/main" val="1799566293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18450758"/>
                    </a:ext>
                  </a:extLst>
                </a:gridCol>
              </a:tblGrid>
              <a:tr h="539110"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6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24162"/>
                  </a:ext>
                </a:extLst>
              </a:tr>
            </a:tbl>
          </a:graphicData>
        </a:graphic>
      </p:graphicFrame>
      <p:sp>
        <p:nvSpPr>
          <p:cNvPr id="14" name="Dikdörtgen: Köşeleri Yuvarlatılmış 13">
            <a:extLst>
              <a:ext uri="{FF2B5EF4-FFF2-40B4-BE49-F238E27FC236}">
                <a16:creationId xmlns:a16="http://schemas.microsoft.com/office/drawing/2014/main" id="{FCE5DCE2-31E2-474A-9730-5B4178E24A93}"/>
              </a:ext>
            </a:extLst>
          </p:cNvPr>
          <p:cNvSpPr/>
          <p:nvPr/>
        </p:nvSpPr>
        <p:spPr>
          <a:xfrm>
            <a:off x="3850105" y="1435691"/>
            <a:ext cx="3834063" cy="511090"/>
          </a:xfrm>
          <a:prstGeom prst="roundRect">
            <a:avLst/>
          </a:prstGeom>
          <a:noFill/>
          <a:ln>
            <a:solidFill>
              <a:srgbClr val="C00000"/>
            </a:solidFill>
          </a:ln>
          <a:effectLst>
            <a:glow rad="101600">
              <a:srgbClr val="C0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graphicFrame>
        <p:nvGraphicFramePr>
          <p:cNvPr id="16" name="Tablo 15">
            <a:extLst>
              <a:ext uri="{FF2B5EF4-FFF2-40B4-BE49-F238E27FC236}">
                <a16:creationId xmlns:a16="http://schemas.microsoft.com/office/drawing/2014/main" id="{CFEBFA3B-3F14-4E34-9837-92A36FCB664F}"/>
              </a:ext>
            </a:extLst>
          </p:cNvPr>
          <p:cNvGraphicFramePr>
            <a:graphicFrameLocks noGrp="1"/>
          </p:cNvGraphicFramePr>
          <p:nvPr/>
        </p:nvGraphicFramePr>
        <p:xfrm>
          <a:off x="290616" y="5597251"/>
          <a:ext cx="11610763" cy="1074799"/>
        </p:xfrm>
        <a:graphic>
          <a:graphicData uri="http://schemas.openxmlformats.org/drawingml/2006/table">
            <a:tbl>
              <a:tblPr firstRow="1" firstCol="1" bandRow="1"/>
              <a:tblGrid>
                <a:gridCol w="11610763">
                  <a:extLst>
                    <a:ext uri="{9D8B030D-6E8A-4147-A177-3AD203B41FA5}">
                      <a16:colId xmlns:a16="http://schemas.microsoft.com/office/drawing/2014/main" val="3182199778"/>
                    </a:ext>
                  </a:extLst>
                </a:gridCol>
              </a:tblGrid>
              <a:tr h="1074799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Not: </a:t>
                      </a:r>
                      <a:r>
                        <a:rPr lang="tr-TR" sz="24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Düzenli dişil çoğulların 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 halinde üstün değil esre kullanılır böylece Mansub haliyle Mecrur hali aynıdır.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24589" marR="224589" marT="3119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319686"/>
                  </a:ext>
                </a:extLst>
              </a:tr>
            </a:tbl>
          </a:graphicData>
        </a:graphic>
      </p:graphicFrame>
      <p:cxnSp>
        <p:nvCxnSpPr>
          <p:cNvPr id="19" name="Düz Bağlayıcı 18">
            <a:extLst>
              <a:ext uri="{FF2B5EF4-FFF2-40B4-BE49-F238E27FC236}">
                <a16:creationId xmlns:a16="http://schemas.microsoft.com/office/drawing/2014/main" id="{4B2DCB05-7DDF-4DE4-9B45-6B7040705899}"/>
              </a:ext>
            </a:extLst>
          </p:cNvPr>
          <p:cNvCxnSpPr/>
          <p:nvPr/>
        </p:nvCxnSpPr>
        <p:spPr>
          <a:xfrm flipH="1">
            <a:off x="1347019" y="3279058"/>
            <a:ext cx="1406013" cy="894736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Düz Bağlayıcı 20">
            <a:extLst>
              <a:ext uri="{FF2B5EF4-FFF2-40B4-BE49-F238E27FC236}">
                <a16:creationId xmlns:a16="http://schemas.microsoft.com/office/drawing/2014/main" id="{63D7DDBD-037F-4139-AC55-4DC073D66F0D}"/>
              </a:ext>
            </a:extLst>
          </p:cNvPr>
          <p:cNvCxnSpPr/>
          <p:nvPr/>
        </p:nvCxnSpPr>
        <p:spPr>
          <a:xfrm>
            <a:off x="2831690" y="3279058"/>
            <a:ext cx="250723" cy="72267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Düz Bağlayıcı 22">
            <a:extLst>
              <a:ext uri="{FF2B5EF4-FFF2-40B4-BE49-F238E27FC236}">
                <a16:creationId xmlns:a16="http://schemas.microsoft.com/office/drawing/2014/main" id="{00B26BFF-C3B3-45D8-9C93-2D52F93C2C1A}"/>
              </a:ext>
            </a:extLst>
          </p:cNvPr>
          <p:cNvCxnSpPr/>
          <p:nvPr/>
        </p:nvCxnSpPr>
        <p:spPr>
          <a:xfrm>
            <a:off x="2934929" y="3279058"/>
            <a:ext cx="1838632" cy="69317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Düz Bağlayıcı 24">
            <a:extLst>
              <a:ext uri="{FF2B5EF4-FFF2-40B4-BE49-F238E27FC236}">
                <a16:creationId xmlns:a16="http://schemas.microsoft.com/office/drawing/2014/main" id="{05E99AEA-E9E9-4DCF-8CA6-FF3353B3C047}"/>
              </a:ext>
            </a:extLst>
          </p:cNvPr>
          <p:cNvCxnSpPr/>
          <p:nvPr/>
        </p:nvCxnSpPr>
        <p:spPr>
          <a:xfrm flipH="1">
            <a:off x="7231626" y="3239729"/>
            <a:ext cx="1307690" cy="862022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Düz Bağlayıcı 26">
            <a:extLst>
              <a:ext uri="{FF2B5EF4-FFF2-40B4-BE49-F238E27FC236}">
                <a16:creationId xmlns:a16="http://schemas.microsoft.com/office/drawing/2014/main" id="{ABEF6DC8-8B4A-4BF1-B997-3A366964876A}"/>
              </a:ext>
            </a:extLst>
          </p:cNvPr>
          <p:cNvCxnSpPr/>
          <p:nvPr/>
        </p:nvCxnSpPr>
        <p:spPr>
          <a:xfrm>
            <a:off x="8608142" y="3224981"/>
            <a:ext cx="235974" cy="776748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Bağlayıcı 28">
            <a:extLst>
              <a:ext uri="{FF2B5EF4-FFF2-40B4-BE49-F238E27FC236}">
                <a16:creationId xmlns:a16="http://schemas.microsoft.com/office/drawing/2014/main" id="{8001FDDD-F21F-411F-AEC6-91CF01EDA191}"/>
              </a:ext>
            </a:extLst>
          </p:cNvPr>
          <p:cNvCxnSpPr/>
          <p:nvPr/>
        </p:nvCxnSpPr>
        <p:spPr>
          <a:xfrm>
            <a:off x="8696632" y="3239729"/>
            <a:ext cx="1794387" cy="762000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Dikdörtgen 30">
            <a:extLst>
              <a:ext uri="{FF2B5EF4-FFF2-40B4-BE49-F238E27FC236}">
                <a16:creationId xmlns:a16="http://schemas.microsoft.com/office/drawing/2014/main" id="{5167C962-49EE-47F9-A124-CBEBD28014CA}"/>
              </a:ext>
            </a:extLst>
          </p:cNvPr>
          <p:cNvSpPr/>
          <p:nvPr/>
        </p:nvSpPr>
        <p:spPr>
          <a:xfrm>
            <a:off x="7936288" y="1379002"/>
            <a:ext cx="5501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3200" dirty="0">
                <a:solidFill>
                  <a:srgbClr val="00B05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Arial" panose="020B0604020202020204" pitchFamily="34" charset="0"/>
                <a:sym typeface="Wingdings 2" panose="05020102010507070707" pitchFamily="18" charset="2"/>
              </a:rPr>
              <a:t></a:t>
            </a:r>
            <a:endParaRPr lang="tr-TR" sz="32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04721965"/>
      </p:ext>
    </p:extLst>
  </p:cSld>
  <p:clrMapOvr>
    <a:masterClrMapping/>
  </p:clrMapOvr>
  <p:transition spd="slow">
    <p:push dir="u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5" fill="hold">
                          <p:stCondLst>
                            <p:cond delay="indefinite"/>
                          </p:stCondLst>
                          <p:childTnLst>
                            <p:par>
                              <p:cTn id="2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1" presetID="42" presetClass="path" presetSubtype="0" accel="50000" fill="hold" grpId="1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7.40741E-7 L 0.00026 0.08056 " pathEditMode="relative" rAng="0" ptsTypes="AA" p14:bounceEnd="40000">
                                          <p:cBhvr>
                                            <p:cTn id="32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402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4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14" presetClass="entr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43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4" presetClass="entr" presetSubtype="10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48" dur="12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9" fill="hold">
                          <p:stCondLst>
                            <p:cond delay="indefinite"/>
                          </p:stCondLst>
                          <p:childTnLst>
                            <p:par>
                              <p:cTn id="5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1" presetID="42" presetClass="path" presetSubtype="0" accel="50000" fill="hold" grpId="2" nodeType="click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27 0.08055 L -0.00144 0.15509 " pathEditMode="relative" rAng="0" ptsTypes="AA" p14:bounceEnd="40000">
                                          <p:cBhvr>
                                            <p:cTn id="52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54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6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57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4" grpId="2" animBg="1"/>
          <p:bldP spid="3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5" fill="hold">
                          <p:stCondLst>
                            <p:cond delay="indefinite"/>
                          </p:stCondLst>
                          <p:childTnLst>
                            <p:par>
                              <p:cTn id="2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1" presetID="47" presetClass="entr" presetSubtype="0" fill="hold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1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4" presetClass="entr" presetSubtype="10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40" dur="12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4" presetClass="exit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44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47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7.40741E-7 L 0.00026 0.08056 " pathEditMode="relative" rAng="0" ptsTypes="AA">
                                          <p:cBhvr>
                                            <p:cTn id="4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402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50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4" presetClass="entr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59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4" presetClass="entr" presetSubtype="10" fill="hold" grpId="1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64" dur="12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5" fill="hold">
                          <p:stCondLst>
                            <p:cond delay="indefinite"/>
                          </p:stCondLst>
                          <p:childTnLst>
                            <p:par>
                              <p:cTn id="6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7" presetID="42" presetClass="path" presetSubtype="0" accel="50000" fill="hold" grpId="2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27 0.08055 L -0.00144 0.15509 " pathEditMode="relative" rAng="0" ptsTypes="AA">
                                          <p:cBhvr>
                                            <p:cTn id="6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70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2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73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5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76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1" fill="hold">
                          <p:stCondLst>
                            <p:cond delay="indefinite"/>
                          </p:stCondLst>
                          <p:childTnLst>
                            <p:par>
                              <p:cTn id="8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3" presetID="14" presetClass="entr" presetSubtype="10" fill="hold" grpId="1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85" dur="12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4" grpId="2" animBg="1"/>
          <p:bldP spid="30" grpId="1"/>
          <p:bldP spid="31" grpId="1"/>
          <p:bldP spid="32" grpId="0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Tablo 16">
            <a:extLst>
              <a:ext uri="{FF2B5EF4-FFF2-40B4-BE49-F238E27FC236}">
                <a16:creationId xmlns:a16="http://schemas.microsoft.com/office/drawing/2014/main" id="{620F3222-4DAE-430D-9238-C460C1B8C6B1}"/>
              </a:ext>
            </a:extLst>
          </p:cNvPr>
          <p:cNvGraphicFramePr>
            <a:graphicFrameLocks noGrp="1"/>
          </p:cNvGraphicFramePr>
          <p:nvPr/>
        </p:nvGraphicFramePr>
        <p:xfrm>
          <a:off x="290615" y="5030157"/>
          <a:ext cx="11610764" cy="646763"/>
        </p:xfrm>
        <a:graphic>
          <a:graphicData uri="http://schemas.openxmlformats.org/drawingml/2006/table">
            <a:tbl>
              <a:tblPr firstRow="1" firstCol="1" bandRow="1"/>
              <a:tblGrid>
                <a:gridCol w="1851908">
                  <a:extLst>
                    <a:ext uri="{9D8B030D-6E8A-4147-A177-3AD203B41FA5}">
                      <a16:colId xmlns:a16="http://schemas.microsoft.com/office/drawing/2014/main" val="1581600740"/>
                    </a:ext>
                  </a:extLst>
                </a:gridCol>
                <a:gridCol w="1900088">
                  <a:extLst>
                    <a:ext uri="{9D8B030D-6E8A-4147-A177-3AD203B41FA5}">
                      <a16:colId xmlns:a16="http://schemas.microsoft.com/office/drawing/2014/main" val="3654593936"/>
                    </a:ext>
                  </a:extLst>
                </a:gridCol>
                <a:gridCol w="2069431">
                  <a:extLst>
                    <a:ext uri="{9D8B030D-6E8A-4147-A177-3AD203B41FA5}">
                      <a16:colId xmlns:a16="http://schemas.microsoft.com/office/drawing/2014/main" val="1502765002"/>
                    </a:ext>
                  </a:extLst>
                </a:gridCol>
                <a:gridCol w="1772653">
                  <a:extLst>
                    <a:ext uri="{9D8B030D-6E8A-4147-A177-3AD203B41FA5}">
                      <a16:colId xmlns:a16="http://schemas.microsoft.com/office/drawing/2014/main" val="4216620889"/>
                    </a:ext>
                  </a:extLst>
                </a:gridCol>
                <a:gridCol w="1997242">
                  <a:extLst>
                    <a:ext uri="{9D8B030D-6E8A-4147-A177-3AD203B41FA5}">
                      <a16:colId xmlns:a16="http://schemas.microsoft.com/office/drawing/2014/main" val="2685018382"/>
                    </a:ext>
                  </a:extLst>
                </a:gridCol>
                <a:gridCol w="2019442">
                  <a:extLst>
                    <a:ext uri="{9D8B030D-6E8A-4147-A177-3AD203B41FA5}">
                      <a16:colId xmlns:a16="http://schemas.microsoft.com/office/drawing/2014/main" val="1928711182"/>
                    </a:ext>
                  </a:extLst>
                </a:gridCol>
              </a:tblGrid>
              <a:tr h="646763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91000">
                                <a:srgbClr val="FF0066"/>
                              </a:gs>
                              <a:gs pos="89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بٍ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7000">
                                <a:srgbClr val="0070C0"/>
                              </a:gs>
                              <a:gs pos="5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بً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7000">
                                <a:srgbClr val="00B050"/>
                              </a:gs>
                              <a:gs pos="5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</a:t>
                      </a: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92000">
                                <a:srgbClr val="FF0066"/>
                              </a:gs>
                              <a:gs pos="89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بِ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</a:t>
                      </a: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5000">
                                <a:srgbClr val="0070C0"/>
                              </a:gs>
                              <a:gs pos="53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360"/>
                        </a:spcBef>
                        <a:spcAft>
                          <a:spcPts val="36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</a:t>
                      </a: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3000">
                                <a:srgbClr val="00B050"/>
                              </a:gs>
                              <a:gs pos="5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3105142"/>
                  </a:ext>
                </a:extLst>
              </a:tr>
            </a:tbl>
          </a:graphicData>
        </a:graphic>
      </p:graphicFrame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BC9F0688-B7CB-4172-A819-C7B26E32B8AD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286278"/>
          <a:ext cx="11610764" cy="3815473"/>
        </p:xfrm>
        <a:graphic>
          <a:graphicData uri="http://schemas.openxmlformats.org/drawingml/2006/table">
            <a:tbl>
              <a:tblPr firstRow="1" firstCol="1" bandRow="1"/>
              <a:tblGrid>
                <a:gridCol w="3760886">
                  <a:extLst>
                    <a:ext uri="{9D8B030D-6E8A-4147-A177-3AD203B41FA5}">
                      <a16:colId xmlns:a16="http://schemas.microsoft.com/office/drawing/2014/main" val="858780566"/>
                    </a:ext>
                  </a:extLst>
                </a:gridCol>
                <a:gridCol w="1745289">
                  <a:extLst>
                    <a:ext uri="{9D8B030D-6E8A-4147-A177-3AD203B41FA5}">
                      <a16:colId xmlns:a16="http://schemas.microsoft.com/office/drawing/2014/main" val="1719119573"/>
                    </a:ext>
                  </a:extLst>
                </a:gridCol>
                <a:gridCol w="6104589">
                  <a:extLst>
                    <a:ext uri="{9D8B030D-6E8A-4147-A177-3AD203B41FA5}">
                      <a16:colId xmlns:a16="http://schemas.microsoft.com/office/drawing/2014/main" val="1147940758"/>
                    </a:ext>
                  </a:extLst>
                </a:gridCol>
              </a:tblGrid>
              <a:tr h="345046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Kelime sonundaki </a:t>
                      </a:r>
                      <a:r>
                        <a:rPr lang="tr-TR" sz="2400" b="1" i="1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hareke</a:t>
                      </a:r>
                      <a:r>
                        <a:rPr lang="tr-TR" sz="24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değişir</a:t>
                      </a: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76277819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596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r>
                        <a:rPr lang="tr-TR" sz="28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B0503020204020204" pitchFamily="49" charset="-122"/>
                          <a:ea typeface="SimHei" panose="020B0503020204020204" pitchFamily="49" charset="-122"/>
                          <a:cs typeface="Symbol" panose="05050102010706020507" pitchFamily="18" charset="2"/>
                        </a:rPr>
                        <a:t> 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</a:rPr>
                        <a:t> 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Tekil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37706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endParaRPr lang="ar-AE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 </a:t>
                      </a:r>
                      <a:r>
                        <a:rPr lang="tr-TR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Düzenli Dişil Çoğul  </a:t>
                      </a:r>
                      <a:r>
                        <a:rPr lang="tr-TR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 ـ ـ ـ</a:t>
                      </a:r>
                      <a:r>
                        <a:rPr lang="ar-AE" sz="2400" b="1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147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 </a:t>
                      </a:r>
                      <a:r>
                        <a:rPr lang="tr-TR" sz="24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Düzensiz Çoğul</a:t>
                      </a:r>
                      <a:endParaRPr lang="tr-TR" sz="1600" dirty="0"/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0853801"/>
                  </a:ext>
                </a:extLst>
              </a:tr>
              <a:tr h="647564">
                <a:tc gridSpan="2"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4800" b="1" i="0" u="none" strike="noStrike" dirty="0">
                          <a:solidFill>
                            <a:srgbClr val="F8CBAD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AE" sz="48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الـ ـ ـ</a:t>
                      </a:r>
                      <a:endParaRPr lang="ar-AE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AE" sz="4800" b="1" i="0" u="none" strike="noStrike" dirty="0">
                          <a:solidFill>
                            <a:srgbClr val="A9D18E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AE" sz="48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الـ ـ ـ</a:t>
                      </a:r>
                      <a:endParaRPr lang="tr-TR" sz="2400" dirty="0"/>
                    </a:p>
                  </a:txBody>
                  <a:tcPr marL="108396" marR="108396" marT="54198" marB="54198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29626777"/>
                  </a:ext>
                </a:extLst>
              </a:tr>
              <a:tr h="410560">
                <a:tc gridSpan="2"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AE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tr-TR" sz="1400" dirty="0"/>
                    </a:p>
                  </a:txBody>
                  <a:tcPr marL="108396" marR="108396" marT="54198" marB="54198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48406857"/>
                  </a:ext>
                </a:extLst>
              </a:tr>
              <a:tr h="13858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4896932"/>
                  </a:ext>
                </a:extLst>
              </a:tr>
            </a:tbl>
          </a:graphicData>
        </a:graphic>
      </p:graphicFrame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51C0EFC0-F482-4010-8458-49F10F29DEFE}"/>
              </a:ext>
            </a:extLst>
          </p:cNvPr>
          <p:cNvGraphicFramePr>
            <a:graphicFrameLocks noGrp="1"/>
          </p:cNvGraphicFramePr>
          <p:nvPr/>
        </p:nvGraphicFramePr>
        <p:xfrm>
          <a:off x="290618" y="3838072"/>
          <a:ext cx="11610764" cy="761716"/>
        </p:xfrm>
        <a:graphic>
          <a:graphicData uri="http://schemas.openxmlformats.org/drawingml/2006/table">
            <a:tbl>
              <a:tblPr firstRow="1" firstCol="1" bandRow="1"/>
              <a:tblGrid>
                <a:gridCol w="1916400">
                  <a:extLst>
                    <a:ext uri="{9D8B030D-6E8A-4147-A177-3AD203B41FA5}">
                      <a16:colId xmlns:a16="http://schemas.microsoft.com/office/drawing/2014/main" val="3043635023"/>
                    </a:ext>
                  </a:extLst>
                </a:gridCol>
                <a:gridCol w="1978282">
                  <a:extLst>
                    <a:ext uri="{9D8B030D-6E8A-4147-A177-3AD203B41FA5}">
                      <a16:colId xmlns:a16="http://schemas.microsoft.com/office/drawing/2014/main" val="103066280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3674195445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2849392310"/>
                    </a:ext>
                  </a:extLst>
                </a:gridCol>
                <a:gridCol w="1966882">
                  <a:extLst>
                    <a:ext uri="{9D8B030D-6E8A-4147-A177-3AD203B41FA5}">
                      <a16:colId xmlns:a16="http://schemas.microsoft.com/office/drawing/2014/main" val="2540994376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3567478344"/>
                    </a:ext>
                  </a:extLst>
                </a:gridCol>
              </a:tblGrid>
              <a:tr h="761716"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ــٍ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+mn-cs"/>
                        </a:rPr>
                        <a:t> </a:t>
                      </a:r>
                      <a:r>
                        <a:rPr lang="ar-AE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AE" sz="4000" b="1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ــــً</a:t>
                      </a:r>
                      <a:r>
                        <a:rPr lang="ar-AE" sz="40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ــــٌـــ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FF0066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ـِ</a:t>
                      </a:r>
                      <a:r>
                        <a:rPr lang="ar-EG" sz="4000" b="1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1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ــــَــ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0" b="1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ــــُ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9847285"/>
                  </a:ext>
                </a:extLst>
              </a:tr>
            </a:tbl>
          </a:graphicData>
        </a:graphic>
      </p:graphicFrame>
      <p:graphicFrame>
        <p:nvGraphicFramePr>
          <p:cNvPr id="4" name="Tablo 3">
            <a:extLst>
              <a:ext uri="{FF2B5EF4-FFF2-40B4-BE49-F238E27FC236}">
                <a16:creationId xmlns:a16="http://schemas.microsoft.com/office/drawing/2014/main" id="{E748FD3A-9D0D-4C20-9057-3BF41212849E}"/>
              </a:ext>
            </a:extLst>
          </p:cNvPr>
          <p:cNvGraphicFramePr>
            <a:graphicFrameLocks noGrp="1"/>
          </p:cNvGraphicFramePr>
          <p:nvPr/>
        </p:nvGraphicFramePr>
        <p:xfrm>
          <a:off x="290617" y="4512704"/>
          <a:ext cx="11610764" cy="539110"/>
        </p:xfrm>
        <a:graphic>
          <a:graphicData uri="http://schemas.openxmlformats.org/drawingml/2006/table">
            <a:tbl>
              <a:tblPr firstRow="1" firstCol="1" bandRow="1"/>
              <a:tblGrid>
                <a:gridCol w="1916400">
                  <a:extLst>
                    <a:ext uri="{9D8B030D-6E8A-4147-A177-3AD203B41FA5}">
                      <a16:colId xmlns:a16="http://schemas.microsoft.com/office/drawing/2014/main" val="1735186288"/>
                    </a:ext>
                  </a:extLst>
                </a:gridCol>
                <a:gridCol w="1978282">
                  <a:extLst>
                    <a:ext uri="{9D8B030D-6E8A-4147-A177-3AD203B41FA5}">
                      <a16:colId xmlns:a16="http://schemas.microsoft.com/office/drawing/2014/main" val="4047193437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1025903450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2946321586"/>
                    </a:ext>
                  </a:extLst>
                </a:gridCol>
                <a:gridCol w="1966882">
                  <a:extLst>
                    <a:ext uri="{9D8B030D-6E8A-4147-A177-3AD203B41FA5}">
                      <a16:colId xmlns:a16="http://schemas.microsoft.com/office/drawing/2014/main" val="1799566293"/>
                    </a:ext>
                  </a:extLst>
                </a:gridCol>
                <a:gridCol w="1916400">
                  <a:extLst>
                    <a:ext uri="{9D8B030D-6E8A-4147-A177-3AD203B41FA5}">
                      <a16:colId xmlns:a16="http://schemas.microsoft.com/office/drawing/2014/main" val="18450758"/>
                    </a:ext>
                  </a:extLst>
                </a:gridCol>
              </a:tblGrid>
              <a:tr h="539110"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6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t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6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8396" marR="108396" marT="54198" marB="5419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24162"/>
                  </a:ext>
                </a:extLst>
              </a:tr>
            </a:tbl>
          </a:graphicData>
        </a:graphic>
      </p:graphicFrame>
      <p:sp>
        <p:nvSpPr>
          <p:cNvPr id="14" name="Dikdörtgen: Köşeleri Yuvarlatılmış 13">
            <a:extLst>
              <a:ext uri="{FF2B5EF4-FFF2-40B4-BE49-F238E27FC236}">
                <a16:creationId xmlns:a16="http://schemas.microsoft.com/office/drawing/2014/main" id="{FCE5DCE2-31E2-474A-9730-5B4178E24A93}"/>
              </a:ext>
            </a:extLst>
          </p:cNvPr>
          <p:cNvSpPr/>
          <p:nvPr/>
        </p:nvSpPr>
        <p:spPr>
          <a:xfrm>
            <a:off x="3850105" y="1961291"/>
            <a:ext cx="3834063" cy="511090"/>
          </a:xfrm>
          <a:prstGeom prst="roundRect">
            <a:avLst/>
          </a:prstGeom>
          <a:noFill/>
          <a:ln>
            <a:solidFill>
              <a:srgbClr val="C00000"/>
            </a:solidFill>
          </a:ln>
          <a:effectLst>
            <a:glow rad="101600">
              <a:srgbClr val="C0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cxnSp>
        <p:nvCxnSpPr>
          <p:cNvPr id="19" name="Düz Bağlayıcı 18">
            <a:extLst>
              <a:ext uri="{FF2B5EF4-FFF2-40B4-BE49-F238E27FC236}">
                <a16:creationId xmlns:a16="http://schemas.microsoft.com/office/drawing/2014/main" id="{4B2DCB05-7DDF-4DE4-9B45-6B7040705899}"/>
              </a:ext>
            </a:extLst>
          </p:cNvPr>
          <p:cNvCxnSpPr/>
          <p:nvPr/>
        </p:nvCxnSpPr>
        <p:spPr>
          <a:xfrm flipH="1">
            <a:off x="1347019" y="3279058"/>
            <a:ext cx="1406013" cy="894736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Düz Bağlayıcı 20">
            <a:extLst>
              <a:ext uri="{FF2B5EF4-FFF2-40B4-BE49-F238E27FC236}">
                <a16:creationId xmlns:a16="http://schemas.microsoft.com/office/drawing/2014/main" id="{63D7DDBD-037F-4139-AC55-4DC073D66F0D}"/>
              </a:ext>
            </a:extLst>
          </p:cNvPr>
          <p:cNvCxnSpPr/>
          <p:nvPr/>
        </p:nvCxnSpPr>
        <p:spPr>
          <a:xfrm>
            <a:off x="2831690" y="3279058"/>
            <a:ext cx="250723" cy="72267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Düz Bağlayıcı 22">
            <a:extLst>
              <a:ext uri="{FF2B5EF4-FFF2-40B4-BE49-F238E27FC236}">
                <a16:creationId xmlns:a16="http://schemas.microsoft.com/office/drawing/2014/main" id="{00B26BFF-C3B3-45D8-9C93-2D52F93C2C1A}"/>
              </a:ext>
            </a:extLst>
          </p:cNvPr>
          <p:cNvCxnSpPr/>
          <p:nvPr/>
        </p:nvCxnSpPr>
        <p:spPr>
          <a:xfrm>
            <a:off x="2934929" y="3279058"/>
            <a:ext cx="1838632" cy="69317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Düz Bağlayıcı 24">
            <a:extLst>
              <a:ext uri="{FF2B5EF4-FFF2-40B4-BE49-F238E27FC236}">
                <a16:creationId xmlns:a16="http://schemas.microsoft.com/office/drawing/2014/main" id="{05E99AEA-E9E9-4DCF-8CA6-FF3353B3C047}"/>
              </a:ext>
            </a:extLst>
          </p:cNvPr>
          <p:cNvCxnSpPr/>
          <p:nvPr/>
        </p:nvCxnSpPr>
        <p:spPr>
          <a:xfrm flipH="1">
            <a:off x="7231626" y="3239729"/>
            <a:ext cx="1307690" cy="862022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Düz Bağlayıcı 26">
            <a:extLst>
              <a:ext uri="{FF2B5EF4-FFF2-40B4-BE49-F238E27FC236}">
                <a16:creationId xmlns:a16="http://schemas.microsoft.com/office/drawing/2014/main" id="{ABEF6DC8-8B4A-4BF1-B997-3A366964876A}"/>
              </a:ext>
            </a:extLst>
          </p:cNvPr>
          <p:cNvCxnSpPr/>
          <p:nvPr/>
        </p:nvCxnSpPr>
        <p:spPr>
          <a:xfrm>
            <a:off x="8608142" y="3224981"/>
            <a:ext cx="235974" cy="776748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Düz Bağlayıcı 28">
            <a:extLst>
              <a:ext uri="{FF2B5EF4-FFF2-40B4-BE49-F238E27FC236}">
                <a16:creationId xmlns:a16="http://schemas.microsoft.com/office/drawing/2014/main" id="{8001FDDD-F21F-411F-AEC6-91CF01EDA191}"/>
              </a:ext>
            </a:extLst>
          </p:cNvPr>
          <p:cNvCxnSpPr/>
          <p:nvPr/>
        </p:nvCxnSpPr>
        <p:spPr>
          <a:xfrm>
            <a:off x="8696632" y="3239729"/>
            <a:ext cx="1794387" cy="762000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Dikdörtgen 29">
            <a:extLst>
              <a:ext uri="{FF2B5EF4-FFF2-40B4-BE49-F238E27FC236}">
                <a16:creationId xmlns:a16="http://schemas.microsoft.com/office/drawing/2014/main" id="{1BD5D0F7-237E-4F47-9CD7-DB8B6257BA4F}"/>
              </a:ext>
            </a:extLst>
          </p:cNvPr>
          <p:cNvSpPr/>
          <p:nvPr/>
        </p:nvSpPr>
        <p:spPr>
          <a:xfrm>
            <a:off x="7919819" y="1952204"/>
            <a:ext cx="550151" cy="61927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rtl="1" fontAlgn="t">
              <a:lnSpc>
                <a:spcPct val="107000"/>
              </a:lnSpc>
              <a:defRPr/>
            </a:pPr>
            <a:r>
              <a:rPr lang="tr-TR" sz="3200" dirty="0">
                <a:solidFill>
                  <a:srgbClr val="00B05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Arial" panose="020B0604020202020204" pitchFamily="34" charset="0"/>
                <a:sym typeface="Wingdings 2" panose="05020102010507070707" pitchFamily="18" charset="2"/>
              </a:rPr>
              <a:t></a:t>
            </a:r>
            <a:endParaRPr lang="tr-TR" sz="7200" dirty="0">
              <a:latin typeface="Arial" panose="020B0604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71091257"/>
      </p:ext>
    </p:extLst>
  </p:cSld>
  <p:clrMapOvr>
    <a:masterClrMapping/>
  </p:clrMapOvr>
  <p:transition spd="slow">
    <p:push dir="u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5" fill="hold">
                          <p:stCondLst>
                            <p:cond delay="indefinite"/>
                          </p:stCondLst>
                          <p:childTnLst>
                            <p:par>
                              <p:cTn id="2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1" presetID="42" presetClass="path" presetSubtype="0" accel="50000" fill="hold" grpId="1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7.40741E-7 L 0.00026 0.08056 " pathEditMode="relative" rAng="0" ptsTypes="AA" p14:bounceEnd="40000">
                                          <p:cBhvr>
                                            <p:cTn id="32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402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42" presetClass="path" presetSubtype="0" accel="50000" fill="hold" grpId="2" nodeType="click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27 0.08055 L -0.00144 0.15509 " pathEditMode="relative" rAng="0" ptsTypes="AA" p14:bounceEnd="40000">
                                          <p:cBhvr>
                                            <p:cTn id="36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12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8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3" fill="hold">
                          <p:stCondLst>
                            <p:cond delay="indefinite"/>
                          </p:stCondLst>
                          <p:childTnLst>
                            <p:par>
                              <p:cTn id="4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5" presetID="14" presetClass="entr" presetSubtype="10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47" dur="12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4" grpId="2" animBg="1"/>
          <p:bldP spid="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5" fill="hold">
                          <p:stCondLst>
                            <p:cond delay="indefinite"/>
                          </p:stCondLst>
                          <p:childTnLst>
                            <p:par>
                              <p:cTn id="2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1" presetID="47" presetClass="entr" presetSubtype="0" fill="hold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1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4" presetClass="entr" presetSubtype="10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40" dur="12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4" presetClass="exit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44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47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7.40741E-7 L 0.00026 0.08056 " pathEditMode="relative" rAng="0" ptsTypes="AA">
                                          <p:cBhvr>
                                            <p:cTn id="4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402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50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4" presetClass="entr" presetSubtype="1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59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4" presetClass="entr" presetSubtype="10" fill="hold" grpId="1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64" dur="12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5" fill="hold">
                          <p:stCondLst>
                            <p:cond delay="indefinite"/>
                          </p:stCondLst>
                          <p:childTnLst>
                            <p:par>
                              <p:cTn id="6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7" presetID="42" presetClass="path" presetSubtype="0" accel="50000" fill="hold" grpId="2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27 0.08055 L -0.00144 0.15509 " pathEditMode="relative" rAng="0" ptsTypes="AA">
                                          <p:cBhvr>
                                            <p:cTn id="68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70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2" presetID="14" presetClass="exit" presetSubtype="1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randombar(horizontal)">
                                          <p:cBhvr>
                                            <p:cTn id="73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5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76" presetID="47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1" fill="hold">
                          <p:stCondLst>
                            <p:cond delay="indefinite"/>
                          </p:stCondLst>
                          <p:childTnLst>
                            <p:par>
                              <p:cTn id="8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3" presetID="14" presetClass="entr" presetSubtype="10" fill="hold" grpId="1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randombar(horizontal)">
                                          <p:cBhvr>
                                            <p:cTn id="85" dur="12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4" grpId="2" animBg="1"/>
          <p:bldP spid="30" grpId="1"/>
          <p:bldP spid="31" grpId="1"/>
          <p:bldP spid="32" grpId="0"/>
        </p:bldLst>
      </p:timing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B60C11EA-B617-48C6-B453-3A974BB914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1985288"/>
              </p:ext>
            </p:extLst>
          </p:nvPr>
        </p:nvGraphicFramePr>
        <p:xfrm>
          <a:off x="339256" y="1037474"/>
          <a:ext cx="11513488" cy="4783052"/>
        </p:xfrm>
        <a:graphic>
          <a:graphicData uri="http://schemas.openxmlformats.org/drawingml/2006/table">
            <a:tbl>
              <a:tblPr firstRow="1" firstCol="1" bandRow="1"/>
              <a:tblGrid>
                <a:gridCol w="1663621">
                  <a:extLst>
                    <a:ext uri="{9D8B030D-6E8A-4147-A177-3AD203B41FA5}">
                      <a16:colId xmlns:a16="http://schemas.microsoft.com/office/drawing/2014/main" val="959368969"/>
                    </a:ext>
                  </a:extLst>
                </a:gridCol>
                <a:gridCol w="1270410">
                  <a:extLst>
                    <a:ext uri="{9D8B030D-6E8A-4147-A177-3AD203B41FA5}">
                      <a16:colId xmlns:a16="http://schemas.microsoft.com/office/drawing/2014/main" val="3767250561"/>
                    </a:ext>
                  </a:extLst>
                </a:gridCol>
                <a:gridCol w="2869805">
                  <a:extLst>
                    <a:ext uri="{9D8B030D-6E8A-4147-A177-3AD203B41FA5}">
                      <a16:colId xmlns:a16="http://schemas.microsoft.com/office/drawing/2014/main" val="805113361"/>
                    </a:ext>
                  </a:extLst>
                </a:gridCol>
                <a:gridCol w="1663621">
                  <a:extLst>
                    <a:ext uri="{9D8B030D-6E8A-4147-A177-3AD203B41FA5}">
                      <a16:colId xmlns:a16="http://schemas.microsoft.com/office/drawing/2014/main" val="1091659999"/>
                    </a:ext>
                  </a:extLst>
                </a:gridCol>
                <a:gridCol w="1207416">
                  <a:extLst>
                    <a:ext uri="{9D8B030D-6E8A-4147-A177-3AD203B41FA5}">
                      <a16:colId xmlns:a16="http://schemas.microsoft.com/office/drawing/2014/main" val="297777276"/>
                    </a:ext>
                  </a:extLst>
                </a:gridCol>
                <a:gridCol w="2838615">
                  <a:extLst>
                    <a:ext uri="{9D8B030D-6E8A-4147-A177-3AD203B41FA5}">
                      <a16:colId xmlns:a16="http://schemas.microsoft.com/office/drawing/2014/main" val="357784850"/>
                    </a:ext>
                  </a:extLst>
                </a:gridCol>
              </a:tblGrid>
              <a:tr h="555051">
                <a:tc gridSpan="6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</a:t>
                      </a: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77642727"/>
                  </a:ext>
                </a:extLst>
              </a:tr>
              <a:tr h="504304">
                <a:tc gridSpan="6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Kelime sonundaki eklerde</a:t>
                      </a:r>
                      <a:r>
                        <a:rPr lang="tr-TR" sz="2800" b="1" i="1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1" i="1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harfler</a:t>
                      </a:r>
                      <a:r>
                        <a:rPr lang="tr-TR" sz="28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8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değişir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83073758"/>
                  </a:ext>
                </a:extLst>
              </a:tr>
              <a:tr h="351866">
                <a:tc gridSpan="6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9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44938024"/>
                  </a:ext>
                </a:extLst>
              </a:tr>
              <a:tr h="504304">
                <a:tc gridSpan="3"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r>
                        <a:rPr lang="tr-TR" sz="28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 </a:t>
                      </a:r>
                      <a:r>
                        <a:rPr lang="tr-TR" sz="28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Düzenli Eril Çoğul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Symbol" panose="05050102010706020507" pitchFamily="18" charset="2"/>
                        <a:buNone/>
                      </a:pPr>
                      <a:r>
                        <a:rPr lang="tr-TR" sz="2800" b="1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8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SimHei" panose="02010609060101010101" pitchFamily="49" charset="-122"/>
                          <a:ea typeface="SimHei" panose="02010609060101010101" pitchFamily="49" charset="-122"/>
                          <a:cs typeface="Symbol" panose="05050102010706020507" pitchFamily="18" charset="2"/>
                          <a:sym typeface="Symbol" panose="05050102010706020507" pitchFamily="18" charset="2"/>
                        </a:rPr>
                        <a:t> </a:t>
                      </a:r>
                      <a:r>
                        <a:rPr lang="tr-TR" sz="2800" b="1" i="0" u="none" strike="noStrike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Symbol" panose="05050102010706020507" pitchFamily="18" charset="2"/>
                        </a:rPr>
                        <a:t>İkil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5482675"/>
                  </a:ext>
                </a:extLst>
              </a:tr>
              <a:tr h="351866">
                <a:tc gridSpan="6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900" b="1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36120603"/>
                  </a:ext>
                </a:extLst>
              </a:tr>
              <a:tr h="656643">
                <a:tc gridSpan="2"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4000" b="1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    ـ ـ ـ ــِـ</a:t>
                      </a:r>
                      <a:r>
                        <a:rPr lang="ar-EG" sz="40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4000" b="1" dirty="0">
                          <a:gradFill flip="none" rotWithShape="1">
                            <a:gsLst>
                              <a:gs pos="26000">
                                <a:srgbClr val="0070C0"/>
                              </a:gs>
                              <a:gs pos="14000">
                                <a:srgbClr val="FF0066"/>
                              </a:gs>
                            </a:gsLst>
                            <a:path path="circle">
                              <a:fillToRect t="100000" r="100000"/>
                            </a:path>
                            <a:tileRect l="-100000" b="-100000"/>
                          </a:gradFill>
                          <a:latin typeface="Calibri" panose="020F0502020204030204" pitchFamily="34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4000" b="1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ــُـ</a:t>
                      </a:r>
                      <a:r>
                        <a:rPr lang="ar-EG" sz="40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4000" b="0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4000" b="1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    ـ ـ ـ ـــَــ</a:t>
                      </a:r>
                      <a:r>
                        <a:rPr lang="ar-EG" sz="4000" b="1" dirty="0">
                          <a:gradFill flip="none" rotWithShape="1">
                            <a:gsLst>
                              <a:gs pos="26000">
                                <a:srgbClr val="0070C0"/>
                              </a:gs>
                              <a:gs pos="14000">
                                <a:srgbClr val="FF0066"/>
                              </a:gs>
                            </a:gsLst>
                            <a:path path="circle">
                              <a:fillToRect t="100000" r="100000"/>
                            </a:path>
                            <a:tileRect l="-100000" b="-100000"/>
                          </a:gradFill>
                          <a:latin typeface="Calibri" panose="020F0502020204030204" pitchFamily="34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4000" b="1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ـَــ</a:t>
                      </a:r>
                      <a:r>
                        <a:rPr lang="ar-EG" sz="40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ar-EG" sz="4000" b="0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1350606"/>
                  </a:ext>
                </a:extLst>
              </a:tr>
              <a:tr h="275003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endParaRPr lang="tr-TR" sz="4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4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4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endParaRPr lang="tr-TR" sz="4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4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4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2341143"/>
                  </a:ext>
                </a:extLst>
              </a:tr>
              <a:tr h="351866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9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9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9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9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5240546"/>
                  </a:ext>
                </a:extLst>
              </a:tr>
              <a:tr h="555051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36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1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EG" sz="3600" b="1" dirty="0">
                          <a:gradFill flip="none" rotWithShape="1">
                            <a:gsLst>
                              <a:gs pos="26000">
                                <a:srgbClr val="0070C0"/>
                              </a:gs>
                              <a:gs pos="14000">
                                <a:srgbClr val="FF0066"/>
                              </a:gs>
                            </a:gsLst>
                            <a:path path="circle">
                              <a:fillToRect t="100000" r="100000"/>
                            </a:path>
                            <a:tileRect l="-100000" b="-100000"/>
                          </a:gradFill>
                          <a:latin typeface="Calibri" panose="020F0502020204030204" pitchFamily="34" charset="0"/>
                          <a:cs typeface="Calibri Light" panose="020F0302020204030204" pitchFamily="34" charset="0"/>
                        </a:rPr>
                        <a:t>ـيـنَ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36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1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EG" sz="36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</a:t>
                      </a:r>
                      <a:r>
                        <a:rPr lang="ar-SA" sz="36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نِ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36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1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مُعَلِمَ</a:t>
                      </a:r>
                      <a:r>
                        <a:rPr lang="ar-EG" sz="3600" b="1" dirty="0">
                          <a:gradFill flip="none" rotWithShape="1">
                            <a:gsLst>
                              <a:gs pos="26000">
                                <a:srgbClr val="0070C0"/>
                              </a:gs>
                              <a:gs pos="14000">
                                <a:srgbClr val="FF0066"/>
                              </a:gs>
                            </a:gsLst>
                            <a:path path="circle">
                              <a:fillToRect t="100000" r="100000"/>
                            </a:path>
                            <a:tileRect l="-100000" b="-100000"/>
                          </a:gradFill>
                          <a:latin typeface="Calibri" panose="020F0502020204030204" pitchFamily="34" charset="0"/>
                          <a:cs typeface="Calibri Light" panose="020F0302020204030204" pitchFamily="34" charset="0"/>
                        </a:rPr>
                        <a:t>ـيْـنِ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447" marR="142447" marT="71224" marB="71224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ar-EG" sz="3600" b="1" i="0" u="none" strike="noStrike" dirty="0"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600" b="1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6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ar-EG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835" marR="106835" marT="14838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0785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0038954"/>
      </p:ext>
    </p:extLst>
  </p:cSld>
  <p:clrMapOvr>
    <a:masterClrMapping/>
  </p:clrMapOvr>
  <p:transition spd="slow">
    <p:push dir="u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374216258"/>
                  </p:ext>
                </p:extLst>
              </p:nvPr>
            </p:nvGraphicFramePr>
            <p:xfrm>
              <a:off x="1432305" y="112077"/>
              <a:ext cx="9373347" cy="5272508"/>
            </p:xfrm>
            <a:graphic>
              <a:graphicData uri="http://schemas.microsoft.com/office/powerpoint/2016/slidezoom">
                <pslz:sldZm>
                  <pslz:sldZmObj sldId="378" cId="3393903588">
                    <pslz:zmPr id="{EA35F8ED-2815-4338-B6D3-0E46FC4FF48E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9373347" cy="5272508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32305" y="112077"/>
                <a:ext cx="9373347" cy="5272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" name="Slayt Önizlemesi 7"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087368603"/>
                  </p:ext>
                </p:extLst>
              </p:nvPr>
            </p:nvGraphicFramePr>
            <p:xfrm>
              <a:off x="1550287" y="3682728"/>
              <a:ext cx="5039650" cy="2834803"/>
            </p:xfrm>
            <a:graphic>
              <a:graphicData uri="http://schemas.microsoft.com/office/powerpoint/2016/slidezoom">
                <pslz:sldZm>
                  <pslz:sldZmObj sldId="376" cId="1094563523">
                    <pslz:zmPr id="{31411FB1-251C-45F2-8CFB-9F8F110FF23A}" returnToParent="0" transitionDur="1000" showBg="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50" cy="2834803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" name="Slayt Önizlemesi 7">
                <a:hlinkClick r:id="rId9" action="ppaction://hlinksldjump"/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550287" y="3682728"/>
                <a:ext cx="5039650" cy="28348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" name="Slayt Önizlemesi 9"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83256735"/>
                  </p:ext>
                </p:extLst>
              </p:nvPr>
            </p:nvGraphicFramePr>
            <p:xfrm>
              <a:off x="6600663" y="3682729"/>
              <a:ext cx="5039649" cy="2834802"/>
            </p:xfrm>
            <a:graphic>
              <a:graphicData uri="http://schemas.microsoft.com/office/powerpoint/2016/slidezoom">
                <pslz:sldZm>
                  <pslz:sldZmObj sldId="379" cId="3019416904">
                    <pslz:zmPr id="{3EBBB7E9-92AE-47EA-899F-81A0779A66A5}" returnToParent="0" transitionDur="1000" showBg="0">
                      <p166:blipFill xmlns:p166="http://schemas.microsoft.com/office/powerpoint/2016/6/main">
                        <a:blip r:embed="rId11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49" cy="2834802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" name="Slayt Önizlemesi 9">
                <a:hlinkClick r:id="rId12" action="ppaction://hlinksldjump"/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00663" y="3682729"/>
                <a:ext cx="5039649" cy="2834802"/>
              </a:xfrm>
              <a:prstGeom prst="rect">
                <a:avLst/>
              </a:prstGeom>
            </p:spPr>
          </p:pic>
        </mc:Fallback>
      </mc:AlternateContent>
    </p:spTree>
    <p:custDataLst>
      <p:tags r:id="rId1"/>
    </p:custDataLst>
    <p:extLst>
      <p:ext uri="{BB962C8B-B14F-4D97-AF65-F5344CB8AC3E}">
        <p14:creationId xmlns:p14="http://schemas.microsoft.com/office/powerpoint/2010/main" val="181145748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432305" y="112077"/>
              <a:ext cx="9373347" cy="5272508"/>
            </p:xfrm>
            <a:graphic>
              <a:graphicData uri="http://schemas.microsoft.com/office/powerpoint/2016/slidezoom">
                <pslz:sldZm>
                  <pslz:sldZmObj sldId="378" cId="3393903588">
                    <pslz:zmPr id="{EA35F8ED-2815-4338-B6D3-0E46FC4FF48E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9373347" cy="5272508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32305" y="112077"/>
                <a:ext cx="9373347" cy="5272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" name="Slayt Önizlemesi 7"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550287" y="3682728"/>
              <a:ext cx="5039650" cy="2834803"/>
            </p:xfrm>
            <a:graphic>
              <a:graphicData uri="http://schemas.microsoft.com/office/powerpoint/2016/slidezoom">
                <pslz:sldZm>
                  <pslz:sldZmObj sldId="376" cId="1094563523">
                    <pslz:zmPr id="{31411FB1-251C-45F2-8CFB-9F8F110FF23A}" returnToParent="0" transitionDur="1000" showBg="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50" cy="2834803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" name="Slayt Önizlemesi 7">
                <a:hlinkClick r:id="rId9" action="ppaction://hlinksldjump"/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550287" y="3682728"/>
                <a:ext cx="5039650" cy="28348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" name="Slayt Önizlemesi 9"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6600663" y="3682729"/>
              <a:ext cx="5039649" cy="2834802"/>
            </p:xfrm>
            <a:graphic>
              <a:graphicData uri="http://schemas.microsoft.com/office/powerpoint/2016/slidezoom">
                <pslz:sldZm>
                  <pslz:sldZmObj sldId="379" cId="3019416904">
                    <pslz:zmPr id="{3EBBB7E9-92AE-47EA-899F-81A0779A66A5}" returnToParent="0" transitionDur="1000" showBg="0">
                      <p166:blipFill xmlns:p166="http://schemas.microsoft.com/office/powerpoint/2016/6/main">
                        <a:blip r:embed="rId11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49" cy="2834802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" name="Slayt Önizlemesi 9">
                <a:hlinkClick r:id="rId12" action="ppaction://hlinksldjump"/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00663" y="3682729"/>
                <a:ext cx="5039649" cy="2834802"/>
              </a:xfrm>
              <a:prstGeom prst="rect">
                <a:avLst/>
              </a:prstGeom>
            </p:spPr>
          </p:pic>
        </mc:Fallback>
      </mc:AlternateContent>
      <p:sp>
        <p:nvSpPr>
          <p:cNvPr id="14" name="Dikdörtgen: Köşeleri Yuvarlatılmış 13">
            <a:extLst>
              <a:ext uri="{FF2B5EF4-FFF2-40B4-BE49-F238E27FC236}">
                <a16:creationId xmlns:a16="http://schemas.microsoft.com/office/drawing/2014/main" id="{8B063EF8-0795-4412-B9E5-29E21C55A98B}"/>
              </a:ext>
            </a:extLst>
          </p:cNvPr>
          <p:cNvSpPr/>
          <p:nvPr/>
        </p:nvSpPr>
        <p:spPr>
          <a:xfrm>
            <a:off x="4079840" y="4708187"/>
            <a:ext cx="1648688" cy="357483"/>
          </a:xfrm>
          <a:prstGeom prst="roundRect">
            <a:avLst/>
          </a:prstGeom>
          <a:noFill/>
          <a:ln w="9525">
            <a:solidFill>
              <a:srgbClr val="00B050"/>
            </a:solidFill>
          </a:ln>
          <a:effectLst>
            <a:glow rad="76200">
              <a:srgbClr val="00B05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8127149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4" grpId="1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432305" y="112077"/>
              <a:ext cx="9373347" cy="5272508"/>
            </p:xfrm>
            <a:graphic>
              <a:graphicData uri="http://schemas.microsoft.com/office/powerpoint/2016/slidezoom">
                <pslz:sldZm>
                  <pslz:sldZmObj sldId="378" cId="3393903588">
                    <pslz:zmPr id="{EA35F8ED-2815-4338-B6D3-0E46FC4FF48E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9373347" cy="5272508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32305" y="112077"/>
                <a:ext cx="9373347" cy="5272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" name="Slayt Önizlemesi 7"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550287" y="3682728"/>
              <a:ext cx="5039650" cy="2834803"/>
            </p:xfrm>
            <a:graphic>
              <a:graphicData uri="http://schemas.microsoft.com/office/powerpoint/2016/slidezoom">
                <pslz:sldZm>
                  <pslz:sldZmObj sldId="376" cId="1094563523">
                    <pslz:zmPr id="{31411FB1-251C-45F2-8CFB-9F8F110FF23A}" returnToParent="0" transitionDur="1000" showBg="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50" cy="2834803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" name="Slayt Önizlemesi 7">
                <a:hlinkClick r:id="rId9" action="ppaction://hlinksldjump"/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550287" y="3682728"/>
                <a:ext cx="5039650" cy="28348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" name="Slayt Önizlemesi 9"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6600663" y="3682729"/>
              <a:ext cx="5039649" cy="2834802"/>
            </p:xfrm>
            <a:graphic>
              <a:graphicData uri="http://schemas.microsoft.com/office/powerpoint/2016/slidezoom">
                <pslz:sldZm>
                  <pslz:sldZmObj sldId="379" cId="3019416904">
                    <pslz:zmPr id="{3EBBB7E9-92AE-47EA-899F-81A0779A66A5}" returnToParent="0" transitionDur="1000" showBg="0">
                      <p166:blipFill xmlns:p166="http://schemas.microsoft.com/office/powerpoint/2016/6/main">
                        <a:blip r:embed="rId11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49" cy="2834802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" name="Slayt Önizlemesi 9">
                <a:hlinkClick r:id="rId12" action="ppaction://hlinksldjump"/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00663" y="3682729"/>
                <a:ext cx="5039649" cy="2834802"/>
              </a:xfrm>
              <a:prstGeom prst="rect">
                <a:avLst/>
              </a:prstGeom>
            </p:spPr>
          </p:pic>
        </mc:Fallback>
      </mc:AlternateContent>
      <p:sp>
        <p:nvSpPr>
          <p:cNvPr id="14" name="Dikdörtgen: Köşeleri Yuvarlatılmış 13">
            <a:extLst>
              <a:ext uri="{FF2B5EF4-FFF2-40B4-BE49-F238E27FC236}">
                <a16:creationId xmlns:a16="http://schemas.microsoft.com/office/drawing/2014/main" id="{8B063EF8-0795-4412-B9E5-29E21C55A98B}"/>
              </a:ext>
            </a:extLst>
          </p:cNvPr>
          <p:cNvSpPr/>
          <p:nvPr/>
        </p:nvSpPr>
        <p:spPr>
          <a:xfrm>
            <a:off x="4079840" y="4708187"/>
            <a:ext cx="1648688" cy="357483"/>
          </a:xfrm>
          <a:prstGeom prst="roundRect">
            <a:avLst/>
          </a:prstGeom>
          <a:noFill/>
          <a:ln w="9525">
            <a:solidFill>
              <a:srgbClr val="00B050"/>
            </a:solidFill>
          </a:ln>
          <a:effectLst>
            <a:glow rad="76200">
              <a:srgbClr val="00B05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5" name="Dikdörtgen: Köşeleri Yuvarlatılmış 14">
            <a:extLst>
              <a:ext uri="{FF2B5EF4-FFF2-40B4-BE49-F238E27FC236}">
                <a16:creationId xmlns:a16="http://schemas.microsoft.com/office/drawing/2014/main" id="{765EFE96-D8EF-425D-B798-2CE5100811D2}"/>
              </a:ext>
            </a:extLst>
          </p:cNvPr>
          <p:cNvSpPr/>
          <p:nvPr/>
        </p:nvSpPr>
        <p:spPr>
          <a:xfrm>
            <a:off x="9119489" y="4805464"/>
            <a:ext cx="1522223" cy="338945"/>
          </a:xfrm>
          <a:prstGeom prst="roundRect">
            <a:avLst/>
          </a:prstGeom>
          <a:noFill/>
          <a:ln w="9525">
            <a:solidFill>
              <a:srgbClr val="C00000"/>
            </a:solidFill>
          </a:ln>
          <a:effectLst>
            <a:glow rad="76200">
              <a:srgbClr val="C0000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6082823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4" grpId="1" animBg="1"/>
      <p:bldP spid="15" grpId="0" animBg="1"/>
      <p:bldP spid="15" grpId="1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432305" y="112077"/>
              <a:ext cx="9373347" cy="5272508"/>
            </p:xfrm>
            <a:graphic>
              <a:graphicData uri="http://schemas.microsoft.com/office/powerpoint/2016/slidezoom">
                <pslz:sldZm>
                  <pslz:sldZmObj sldId="378" cId="3393903588">
                    <pslz:zmPr id="{EA35F8ED-2815-4338-B6D3-0E46FC4FF48E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9373347" cy="5272508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32305" y="112077"/>
                <a:ext cx="9373347" cy="5272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" name="Slayt Önizlemesi 7"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550287" y="3682728"/>
              <a:ext cx="5039650" cy="2834803"/>
            </p:xfrm>
            <a:graphic>
              <a:graphicData uri="http://schemas.microsoft.com/office/powerpoint/2016/slidezoom">
                <pslz:sldZm>
                  <pslz:sldZmObj sldId="376" cId="1094563523">
                    <pslz:zmPr id="{31411FB1-251C-45F2-8CFB-9F8F110FF23A}" returnToParent="0" transitionDur="1000" showBg="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50" cy="2834803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" name="Slayt Önizlemesi 7">
                <a:hlinkClick r:id="rId9" action="ppaction://hlinksldjump"/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550287" y="3682728"/>
                <a:ext cx="5039650" cy="28348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" name="Slayt Önizlemesi 9"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6600663" y="3682729"/>
              <a:ext cx="5039649" cy="2834802"/>
            </p:xfrm>
            <a:graphic>
              <a:graphicData uri="http://schemas.microsoft.com/office/powerpoint/2016/slidezoom">
                <pslz:sldZm>
                  <pslz:sldZmObj sldId="379" cId="3019416904">
                    <pslz:zmPr id="{3EBBB7E9-92AE-47EA-899F-81A0779A66A5}" returnToParent="0" transitionDur="1000" showBg="0">
                      <p166:blipFill xmlns:p166="http://schemas.microsoft.com/office/powerpoint/2016/6/main">
                        <a:blip r:embed="rId11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49" cy="2834802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" name="Slayt Önizlemesi 9">
                <a:hlinkClick r:id="rId12" action="ppaction://hlinksldjump"/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00663" y="3682729"/>
                <a:ext cx="5039649" cy="2834802"/>
              </a:xfrm>
              <a:prstGeom prst="rect">
                <a:avLst/>
              </a:prstGeom>
            </p:spPr>
          </p:pic>
        </mc:Fallback>
      </mc:AlternateContent>
      <p:sp>
        <p:nvSpPr>
          <p:cNvPr id="13" name="Dikdörtgen: Köşeleri Yuvarlatılmış 12">
            <a:extLst>
              <a:ext uri="{FF2B5EF4-FFF2-40B4-BE49-F238E27FC236}">
                <a16:creationId xmlns:a16="http://schemas.microsoft.com/office/drawing/2014/main" id="{77B8F3CB-56E1-4B2A-9D6D-6C1157989A5A}"/>
              </a:ext>
            </a:extLst>
          </p:cNvPr>
          <p:cNvSpPr/>
          <p:nvPr/>
        </p:nvSpPr>
        <p:spPr>
          <a:xfrm>
            <a:off x="1621423" y="1881796"/>
            <a:ext cx="8937489" cy="1488030"/>
          </a:xfrm>
          <a:prstGeom prst="roundRect">
            <a:avLst/>
          </a:prstGeom>
          <a:noFill/>
          <a:ln w="9525">
            <a:solidFill>
              <a:srgbClr val="00B050"/>
            </a:solidFill>
          </a:ln>
          <a:effectLst>
            <a:glow rad="38100">
              <a:srgbClr val="00B05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4" name="Dikdörtgen: Köşeleri Yuvarlatılmış 13">
            <a:extLst>
              <a:ext uri="{FF2B5EF4-FFF2-40B4-BE49-F238E27FC236}">
                <a16:creationId xmlns:a16="http://schemas.microsoft.com/office/drawing/2014/main" id="{8B063EF8-0795-4412-B9E5-29E21C55A98B}"/>
              </a:ext>
            </a:extLst>
          </p:cNvPr>
          <p:cNvSpPr/>
          <p:nvPr/>
        </p:nvSpPr>
        <p:spPr>
          <a:xfrm>
            <a:off x="4079840" y="4708187"/>
            <a:ext cx="1648688" cy="357483"/>
          </a:xfrm>
          <a:prstGeom prst="roundRect">
            <a:avLst/>
          </a:prstGeom>
          <a:noFill/>
          <a:ln w="9525">
            <a:solidFill>
              <a:srgbClr val="00B050"/>
            </a:solidFill>
          </a:ln>
          <a:effectLst>
            <a:glow rad="76200">
              <a:srgbClr val="00B05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5" name="Dikdörtgen: Köşeleri Yuvarlatılmış 14">
            <a:extLst>
              <a:ext uri="{FF2B5EF4-FFF2-40B4-BE49-F238E27FC236}">
                <a16:creationId xmlns:a16="http://schemas.microsoft.com/office/drawing/2014/main" id="{765EFE96-D8EF-425D-B798-2CE5100811D2}"/>
              </a:ext>
            </a:extLst>
          </p:cNvPr>
          <p:cNvSpPr/>
          <p:nvPr/>
        </p:nvSpPr>
        <p:spPr>
          <a:xfrm>
            <a:off x="9119489" y="4805464"/>
            <a:ext cx="1522223" cy="338945"/>
          </a:xfrm>
          <a:prstGeom prst="roundRect">
            <a:avLst/>
          </a:prstGeom>
          <a:noFill/>
          <a:ln w="9525">
            <a:solidFill>
              <a:srgbClr val="C00000"/>
            </a:solidFill>
          </a:ln>
          <a:effectLst>
            <a:glow rad="76200">
              <a:srgbClr val="C0000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3424198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432305" y="112077"/>
              <a:ext cx="9373347" cy="5272508"/>
            </p:xfrm>
            <a:graphic>
              <a:graphicData uri="http://schemas.microsoft.com/office/powerpoint/2016/slidezoom">
                <pslz:sldZm>
                  <pslz:sldZmObj sldId="378" cId="3393903588">
                    <pslz:zmPr id="{EA35F8ED-2815-4338-B6D3-0E46FC4FF48E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9373347" cy="5272508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CED146A5-CC50-4709-8C74-E1D094ABFDE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32305" y="112077"/>
                <a:ext cx="9373347" cy="5272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" name="Slayt Önizlemesi 7"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550287" y="3682728"/>
              <a:ext cx="5039650" cy="2834803"/>
            </p:xfrm>
            <a:graphic>
              <a:graphicData uri="http://schemas.microsoft.com/office/powerpoint/2016/slidezoom">
                <pslz:sldZm>
                  <pslz:sldZmObj sldId="376" cId="1094563523">
                    <pslz:zmPr id="{31411FB1-251C-45F2-8CFB-9F8F110FF23A}" returnToParent="0" transitionDur="1000" showBg="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50" cy="2834803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" name="Slayt Önizlemesi 7">
                <a:hlinkClick r:id="rId9" action="ppaction://hlinksldjump"/>
                <a:extLst>
                  <a:ext uri="{FF2B5EF4-FFF2-40B4-BE49-F238E27FC236}">
                    <a16:creationId xmlns:a16="http://schemas.microsoft.com/office/drawing/2014/main" id="{0D4D0521-DE0C-4A5C-9D1E-BC0BBFD32CE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550287" y="3682728"/>
                <a:ext cx="5039650" cy="28348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" name="Slayt Önizlemesi 9"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6600663" y="3682729"/>
              <a:ext cx="5039649" cy="2834802"/>
            </p:xfrm>
            <a:graphic>
              <a:graphicData uri="http://schemas.microsoft.com/office/powerpoint/2016/slidezoom">
                <pslz:sldZm>
                  <pslz:sldZmObj sldId="379" cId="3019416904">
                    <pslz:zmPr id="{3EBBB7E9-92AE-47EA-899F-81A0779A66A5}" returnToParent="0" transitionDur="1000" showBg="0">
                      <p166:blipFill xmlns:p166="http://schemas.microsoft.com/office/powerpoint/2016/6/main">
                        <a:blip r:embed="rId11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5039649" cy="2834802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" name="Slayt Önizlemesi 9">
                <a:hlinkClick r:id="rId12" action="ppaction://hlinksldjump"/>
                <a:extLst>
                  <a:ext uri="{FF2B5EF4-FFF2-40B4-BE49-F238E27FC236}">
                    <a16:creationId xmlns:a16="http://schemas.microsoft.com/office/drawing/2014/main" id="{DBD06BB7-9F3A-4557-8CF6-B1B5AC819E56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600663" y="3682729"/>
                <a:ext cx="5039649" cy="2834802"/>
              </a:xfrm>
              <a:prstGeom prst="rect">
                <a:avLst/>
              </a:prstGeom>
            </p:spPr>
          </p:pic>
        </mc:Fallback>
      </mc:AlternateContent>
      <p:sp>
        <p:nvSpPr>
          <p:cNvPr id="12" name="Dikdörtgen: Köşeleri Yuvarlatılmış 11">
            <a:extLst>
              <a:ext uri="{FF2B5EF4-FFF2-40B4-BE49-F238E27FC236}">
                <a16:creationId xmlns:a16="http://schemas.microsoft.com/office/drawing/2014/main" id="{4A95AAC5-FDF7-4552-A6C5-737365F509D3}"/>
              </a:ext>
            </a:extLst>
          </p:cNvPr>
          <p:cNvSpPr/>
          <p:nvPr/>
        </p:nvSpPr>
        <p:spPr>
          <a:xfrm>
            <a:off x="1631050" y="1098709"/>
            <a:ext cx="8937489" cy="746005"/>
          </a:xfrm>
          <a:prstGeom prst="roundRect">
            <a:avLst/>
          </a:prstGeom>
          <a:noFill/>
          <a:ln w="9525">
            <a:solidFill>
              <a:srgbClr val="C00000"/>
            </a:solidFill>
          </a:ln>
          <a:effectLst>
            <a:glow rad="38100">
              <a:srgbClr val="C0000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3" name="Dikdörtgen: Köşeleri Yuvarlatılmış 12">
            <a:extLst>
              <a:ext uri="{FF2B5EF4-FFF2-40B4-BE49-F238E27FC236}">
                <a16:creationId xmlns:a16="http://schemas.microsoft.com/office/drawing/2014/main" id="{77B8F3CB-56E1-4B2A-9D6D-6C1157989A5A}"/>
              </a:ext>
            </a:extLst>
          </p:cNvPr>
          <p:cNvSpPr/>
          <p:nvPr/>
        </p:nvSpPr>
        <p:spPr>
          <a:xfrm>
            <a:off x="1621423" y="1881796"/>
            <a:ext cx="8937489" cy="1488030"/>
          </a:xfrm>
          <a:prstGeom prst="roundRect">
            <a:avLst/>
          </a:prstGeom>
          <a:noFill/>
          <a:ln w="9525">
            <a:solidFill>
              <a:srgbClr val="00B050"/>
            </a:solidFill>
          </a:ln>
          <a:effectLst>
            <a:glow rad="38100">
              <a:srgbClr val="00B05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4" name="Dikdörtgen: Köşeleri Yuvarlatılmış 13">
            <a:extLst>
              <a:ext uri="{FF2B5EF4-FFF2-40B4-BE49-F238E27FC236}">
                <a16:creationId xmlns:a16="http://schemas.microsoft.com/office/drawing/2014/main" id="{8B063EF8-0795-4412-B9E5-29E21C55A98B}"/>
              </a:ext>
            </a:extLst>
          </p:cNvPr>
          <p:cNvSpPr/>
          <p:nvPr/>
        </p:nvSpPr>
        <p:spPr>
          <a:xfrm>
            <a:off x="4079840" y="4708187"/>
            <a:ext cx="1648688" cy="357483"/>
          </a:xfrm>
          <a:prstGeom prst="roundRect">
            <a:avLst/>
          </a:prstGeom>
          <a:noFill/>
          <a:ln w="9525">
            <a:solidFill>
              <a:srgbClr val="00B050"/>
            </a:solidFill>
          </a:ln>
          <a:effectLst>
            <a:glow rad="76200">
              <a:srgbClr val="00B05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5" name="Dikdörtgen: Köşeleri Yuvarlatılmış 14">
            <a:extLst>
              <a:ext uri="{FF2B5EF4-FFF2-40B4-BE49-F238E27FC236}">
                <a16:creationId xmlns:a16="http://schemas.microsoft.com/office/drawing/2014/main" id="{765EFE96-D8EF-425D-B798-2CE5100811D2}"/>
              </a:ext>
            </a:extLst>
          </p:cNvPr>
          <p:cNvSpPr/>
          <p:nvPr/>
        </p:nvSpPr>
        <p:spPr>
          <a:xfrm>
            <a:off x="9119489" y="4805464"/>
            <a:ext cx="1522223" cy="338945"/>
          </a:xfrm>
          <a:prstGeom prst="roundRect">
            <a:avLst/>
          </a:prstGeom>
          <a:noFill/>
          <a:ln w="9525">
            <a:solidFill>
              <a:srgbClr val="C00000"/>
            </a:solidFill>
          </a:ln>
          <a:effectLst>
            <a:glow rad="76200">
              <a:srgbClr val="C00000">
                <a:alpha val="48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8808455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29644F75-1EBE-4E94-BF7D-3842C5292BB5}"/>
              </a:ext>
            </a:extLst>
          </p:cNvPr>
          <p:cNvGraphicFramePr>
            <a:graphicFrameLocks noGrp="1"/>
          </p:cNvGraphicFramePr>
          <p:nvPr/>
        </p:nvGraphicFramePr>
        <p:xfrm>
          <a:off x="339601" y="76048"/>
          <a:ext cx="11512798" cy="4147611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832816">
                  <a:extLst>
                    <a:ext uri="{9D8B030D-6E8A-4147-A177-3AD203B41FA5}">
                      <a16:colId xmlns:a16="http://schemas.microsoft.com/office/drawing/2014/main" val="930809841"/>
                    </a:ext>
                  </a:extLst>
                </a:gridCol>
                <a:gridCol w="310374">
                  <a:extLst>
                    <a:ext uri="{9D8B030D-6E8A-4147-A177-3AD203B41FA5}">
                      <a16:colId xmlns:a16="http://schemas.microsoft.com/office/drawing/2014/main" val="305243429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2406578163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186654047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82981261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1368221131"/>
                    </a:ext>
                  </a:extLst>
                </a:gridCol>
                <a:gridCol w="1399302">
                  <a:extLst>
                    <a:ext uri="{9D8B030D-6E8A-4147-A177-3AD203B41FA5}">
                      <a16:colId xmlns:a16="http://schemas.microsoft.com/office/drawing/2014/main" val="4176360504"/>
                    </a:ext>
                  </a:extLst>
                </a:gridCol>
                <a:gridCol w="1399302">
                  <a:extLst>
                    <a:ext uri="{9D8B030D-6E8A-4147-A177-3AD203B41FA5}">
                      <a16:colId xmlns:a16="http://schemas.microsoft.com/office/drawing/2014/main" val="29803267"/>
                    </a:ext>
                  </a:extLst>
                </a:gridCol>
              </a:tblGrid>
              <a:tr h="195929">
                <a:tc gridSpan="8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İsmin sonundaki bazı </a:t>
                      </a:r>
                      <a:r>
                        <a:rPr lang="tr-TR" sz="2800" b="0" u="sng" dirty="0">
                          <a:solidFill>
                            <a:sysClr val="windowText" lastClr="000000"/>
                          </a:solidFill>
                          <a:effectLst/>
                          <a:uFill>
                            <a:solidFill>
                              <a:srgbClr val="FF0000"/>
                            </a:solidFill>
                          </a:uFill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 veya harf</a:t>
                      </a: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değişimleridir.</a:t>
                      </a:r>
                      <a:endParaRPr lang="tr-TR" sz="2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4661201"/>
                  </a:ext>
                </a:extLst>
              </a:tr>
              <a:tr h="110869">
                <a:tc gridSpan="8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tr-TR" sz="16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8474605"/>
                  </a:ext>
                </a:extLst>
              </a:tr>
              <a:tr h="261107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1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11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8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8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8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4508728"/>
                  </a:ext>
                </a:extLst>
              </a:tr>
              <a:tr h="51809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5607365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7555561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 Eril Çoğul</a:t>
                      </a:r>
                    </a:p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r>
                        <a:rPr lang="ar-SA" sz="2800" b="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| </a:t>
                      </a: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28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r>
                        <a:rPr lang="ar-SA" sz="3200" b="0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2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32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32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364943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6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الْمُعَلِّمِيـنَ</a:t>
                      </a:r>
                      <a:endParaRPr lang="tr-TR" sz="26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sz="26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02256911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1917730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 Dişil Çoğul</a:t>
                      </a:r>
                    </a:p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</a:t>
                      </a:r>
                      <a:r>
                        <a:rPr lang="ar-EG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</a:t>
                      </a:r>
                      <a:r>
                        <a:rPr lang="ar-SA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ات</a:t>
                      </a:r>
                      <a:r>
                        <a:rPr lang="tr-TR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 | </a:t>
                      </a:r>
                      <a:endParaRPr lang="tr-TR" sz="2800" b="0" dirty="0">
                        <a:solidFill>
                          <a:srgbClr val="FF00FF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200" b="0" dirty="0">
                          <a:gradFill flip="none" rotWithShape="1"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3200" b="0" dirty="0">
                        <a:gradFill flip="none" rotWithShape="1"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SA" sz="32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2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ــــَـــا</a:t>
                      </a:r>
                      <a:r>
                        <a:rPr lang="ar-SA" sz="3200" b="0" dirty="0">
                          <a:gradFill flip="none" rotWithShape="1"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3200" b="0" dirty="0">
                        <a:gradFill flip="none" rotWithShape="1">
                          <a:gsLst>
                            <a:gs pos="23000">
                              <a:srgbClr val="0070C0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ــــَـــا</a:t>
                      </a:r>
                      <a:r>
                        <a:rPr lang="ar-SA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32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SA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2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0027896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6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6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600" b="0" dirty="0">
                        <a:gradFill>
                          <a:gsLst>
                            <a:gs pos="23000">
                              <a:srgbClr val="0070C0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6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6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6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439257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5175693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 Çoğul</a:t>
                      </a:r>
                    </a:p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</a:t>
                      </a:r>
                      <a:endParaRPr lang="tr-TR" sz="2800" b="0" i="0" u="none" strike="noStrike" kern="1200" dirty="0">
                        <a:gradFill>
                          <a:gsLst>
                            <a:gs pos="38000">
                              <a:srgbClr val="FF00FF"/>
                            </a:gs>
                            <a:gs pos="92000">
                              <a:srgbClr val="FF00FF"/>
                            </a:gs>
                            <a:gs pos="23000">
                              <a:srgbClr val="0070C0"/>
                            </a:gs>
                            <a:gs pos="63000">
                              <a:srgbClr val="0070C0"/>
                            </a:gs>
                          </a:gsLst>
                          <a:lin ang="0" scaled="0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>
                            <a:gsLst>
                              <a:gs pos="51000">
                                <a:srgbClr val="00B050"/>
                              </a:gs>
                              <a:gs pos="5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ـــٌـ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>
                            <a:gsLst>
                              <a:gs pos="51000">
                                <a:srgbClr val="00B050"/>
                              </a:gs>
                              <a:gs pos="5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ــُ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2000">
                                <a:srgbClr val="0070C0"/>
                              </a:gs>
                              <a:gs pos="57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ــً</a:t>
                      </a:r>
                      <a:r>
                        <a:rPr lang="ar-EG" sz="3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32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FF0066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0070C0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ــَ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FF0066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 </a:t>
                      </a:r>
                      <a:endParaRPr lang="tr-TR" sz="3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ـــٍـ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ــِ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  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6267206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40000">
                                <a:srgbClr val="00B050"/>
                              </a:gs>
                              <a:gs pos="40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بٌ</a:t>
                      </a:r>
                      <a:endParaRPr lang="tr-TR" sz="2600" b="0" dirty="0">
                        <a:gradFill>
                          <a:gsLst>
                            <a:gs pos="40000">
                              <a:srgbClr val="00B050"/>
                            </a:gs>
                            <a:gs pos="40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2600" b="0" dirty="0">
                          <a:gradFill>
                            <a:gsLst>
                              <a:gs pos="40000">
                                <a:srgbClr val="00B050"/>
                              </a:gs>
                              <a:gs pos="40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2600" b="0" dirty="0">
                        <a:gradFill>
                          <a:gsLst>
                            <a:gs pos="40000">
                              <a:srgbClr val="00B050"/>
                            </a:gs>
                            <a:gs pos="40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44000">
                                <a:srgbClr val="0070C0"/>
                              </a:gs>
                              <a:gs pos="47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بً</a:t>
                      </a:r>
                      <a:r>
                        <a:rPr lang="ar-EG" sz="26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26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الطُّلَّـا</a:t>
                      </a:r>
                      <a:r>
                        <a:rPr lang="ar-EG" sz="2600" b="0" dirty="0">
                          <a:gradFill>
                            <a:gsLst>
                              <a:gs pos="39000">
                                <a:srgbClr val="0070C0"/>
                              </a:gs>
                              <a:gs pos="51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2600" b="0" dirty="0">
                        <a:gradFill>
                          <a:gsLst>
                            <a:gs pos="39000">
                              <a:srgbClr val="0070C0"/>
                            </a:gs>
                            <a:gs pos="51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7000">
                                <a:srgbClr val="FF0066"/>
                              </a:gs>
                              <a:gs pos="10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بٍ</a:t>
                      </a:r>
                      <a:endParaRPr lang="tr-TR" sz="2600" b="0" dirty="0">
                        <a:gradFill>
                          <a:gsLst>
                            <a:gs pos="7000">
                              <a:srgbClr val="FF0066"/>
                            </a:gs>
                            <a:gs pos="10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2600" b="0" dirty="0">
                          <a:gradFill>
                            <a:gsLst>
                              <a:gs pos="7000">
                                <a:srgbClr val="FF0066"/>
                              </a:gs>
                              <a:gs pos="10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بِ</a:t>
                      </a:r>
                      <a:endParaRPr lang="tr-TR" sz="2600" b="0" dirty="0">
                        <a:gradFill>
                          <a:gsLst>
                            <a:gs pos="7000">
                              <a:srgbClr val="FF0066"/>
                            </a:gs>
                            <a:gs pos="10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8958305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3393903588"/>
      </p:ext>
    </p:extLst>
  </p:cSld>
  <p:clrMapOvr>
    <a:masterClrMapping/>
  </p:clrMapOvr>
  <p:transition spd="slow"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8214112"/>
              </p:ext>
            </p:extLst>
          </p:nvPr>
        </p:nvGraphicFramePr>
        <p:xfrm>
          <a:off x="367864" y="2392792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bg1">
                            <a:lumMod val="75000"/>
                          </a:schemeClr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مُعَلِّمُونَ</a:t>
                      </a:r>
                      <a:endParaRPr lang="ar-EG" sz="30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bg1">
                            <a:lumMod val="75000"/>
                          </a:schemeClr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مُعَلِّمِيـنَ </a:t>
                      </a:r>
                      <a:endParaRPr lang="ar-EG" sz="30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2" name="Serbest Form: Şekil 24">
            <a:extLst>
              <a:ext uri="{FF2B5EF4-FFF2-40B4-BE49-F238E27FC236}">
                <a16:creationId xmlns:a16="http://schemas.microsoft.com/office/drawing/2014/main" id="{BB62E860-E43F-FC28-6EBF-25E3B90AF7D5}"/>
              </a:ext>
            </a:extLst>
          </p:cNvPr>
          <p:cNvSpPr/>
          <p:nvPr/>
        </p:nvSpPr>
        <p:spPr>
          <a:xfrm rot="10800000" flipH="1">
            <a:off x="2422424" y="355700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2521128"/>
          <a:ext cx="4229740" cy="1902391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1902391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2F04FB1B-6044-449F-951F-1C825C5373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703924"/>
              </p:ext>
            </p:extLst>
          </p:nvPr>
        </p:nvGraphicFramePr>
        <p:xfrm>
          <a:off x="8797550" y="2359453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فُعُل</a:t>
                      </a:r>
                      <a:endParaRPr lang="ar-EG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2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كُتُب</a:t>
                      </a: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كِتَاب</a:t>
                      </a:r>
                      <a:endParaRPr lang="ar-AE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Kitaplar</a:t>
                      </a:r>
                      <a:endParaRPr lang="tr-TR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>
                        <a:solidFill>
                          <a:schemeClr val="bg1">
                            <a:lumMod val="85000"/>
                          </a:schemeClr>
                        </a:solidFill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417950"/>
          <a:ext cx="11477296" cy="1854816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39" name="Tablo 38">
            <a:extLst>
              <a:ext uri="{FF2B5EF4-FFF2-40B4-BE49-F238E27FC236}">
                <a16:creationId xmlns:a16="http://schemas.microsoft.com/office/drawing/2014/main" id="{652E0039-52A0-49F6-8313-9AE420FB2F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9355857"/>
              </p:ext>
            </p:extLst>
          </p:nvPr>
        </p:nvGraphicFramePr>
        <p:xfrm>
          <a:off x="338400" y="4545743"/>
          <a:ext cx="11515200" cy="2065921"/>
        </p:xfrm>
        <a:graphic>
          <a:graphicData uri="http://schemas.openxmlformats.org/drawingml/2006/table">
            <a:tbl>
              <a:tblPr firstRow="1" firstCol="1" bandRow="1"/>
              <a:tblGrid>
                <a:gridCol w="1077656">
                  <a:extLst>
                    <a:ext uri="{9D8B030D-6E8A-4147-A177-3AD203B41FA5}">
                      <a16:colId xmlns:a16="http://schemas.microsoft.com/office/drawing/2014/main" val="1027596851"/>
                    </a:ext>
                  </a:extLst>
                </a:gridCol>
                <a:gridCol w="1387031">
                  <a:extLst>
                    <a:ext uri="{9D8B030D-6E8A-4147-A177-3AD203B41FA5}">
                      <a16:colId xmlns:a16="http://schemas.microsoft.com/office/drawing/2014/main" val="1397446146"/>
                    </a:ext>
                  </a:extLst>
                </a:gridCol>
                <a:gridCol w="1387031">
                  <a:extLst>
                    <a:ext uri="{9D8B030D-6E8A-4147-A177-3AD203B41FA5}">
                      <a16:colId xmlns:a16="http://schemas.microsoft.com/office/drawing/2014/main" val="1621755574"/>
                    </a:ext>
                  </a:extLst>
                </a:gridCol>
                <a:gridCol w="1534352">
                  <a:extLst>
                    <a:ext uri="{9D8B030D-6E8A-4147-A177-3AD203B41FA5}">
                      <a16:colId xmlns:a16="http://schemas.microsoft.com/office/drawing/2014/main" val="4269438335"/>
                    </a:ext>
                  </a:extLst>
                </a:gridCol>
                <a:gridCol w="1534352">
                  <a:extLst>
                    <a:ext uri="{9D8B030D-6E8A-4147-A177-3AD203B41FA5}">
                      <a16:colId xmlns:a16="http://schemas.microsoft.com/office/drawing/2014/main" val="845718901"/>
                    </a:ext>
                  </a:extLst>
                </a:gridCol>
                <a:gridCol w="1391277">
                  <a:extLst>
                    <a:ext uri="{9D8B030D-6E8A-4147-A177-3AD203B41FA5}">
                      <a16:colId xmlns:a16="http://schemas.microsoft.com/office/drawing/2014/main" val="4046796697"/>
                    </a:ext>
                  </a:extLst>
                </a:gridCol>
                <a:gridCol w="1592542">
                  <a:extLst>
                    <a:ext uri="{9D8B030D-6E8A-4147-A177-3AD203B41FA5}">
                      <a16:colId xmlns:a16="http://schemas.microsoft.com/office/drawing/2014/main" val="1560399678"/>
                    </a:ext>
                  </a:extLst>
                </a:gridCol>
                <a:gridCol w="1610959">
                  <a:extLst>
                    <a:ext uri="{9D8B030D-6E8A-4147-A177-3AD203B41FA5}">
                      <a16:colId xmlns:a16="http://schemas.microsoft.com/office/drawing/2014/main" val="51944180"/>
                    </a:ext>
                  </a:extLst>
                </a:gridCol>
              </a:tblGrid>
              <a:tr h="788074">
                <a:tc gridSpan="6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Hareke</a:t>
                      </a:r>
                      <a:endParaRPr lang="tr-TR" sz="4400" b="0" i="0" u="none" strike="noStrike" dirty="0"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Harf</a:t>
                      </a:r>
                      <a:endParaRPr lang="tr-TR" sz="4400" b="0" i="0" u="none" strike="noStrike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7380024"/>
                  </a:ext>
                </a:extLst>
              </a:tr>
              <a:tr h="613688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gradFill>
                            <a:gsLst>
                              <a:gs pos="82000">
                                <a:srgbClr val="00B050"/>
                              </a:gs>
                              <a:gs pos="77000">
                                <a:srgbClr val="000000"/>
                              </a:gs>
                            </a:gsLst>
                            <a:lin ang="54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gradFill>
                            <a:gsLst>
                              <a:gs pos="64000">
                                <a:srgbClr val="00B050"/>
                              </a:gs>
                              <a:gs pos="62000">
                                <a:srgbClr val="000000"/>
                              </a:gs>
                            </a:gsLst>
                            <a:lin ang="162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 err="1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</a:t>
                      </a:r>
                      <a:r>
                        <a:rPr lang="ar-EG" sz="3000" dirty="0" err="1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gradFill>
                            <a:gsLst>
                              <a:gs pos="82000">
                                <a:srgbClr val="00B050"/>
                              </a:gs>
                              <a:gs pos="77000">
                                <a:srgbClr val="000000"/>
                              </a:gs>
                            </a:gsLst>
                            <a:lin ang="54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</a:t>
                      </a:r>
                      <a:r>
                        <a:rPr lang="ar-EG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3000" dirty="0">
                          <a:gradFill>
                            <a:gsLst>
                              <a:gs pos="64000">
                                <a:srgbClr val="00B050"/>
                              </a:gs>
                              <a:gs pos="62000">
                                <a:srgbClr val="000000"/>
                              </a:gs>
                            </a:gsLst>
                            <a:lin ang="162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اَلْمُعَلِّمِيـنَ</a:t>
                      </a:r>
                      <a:endParaRPr lang="ar-SA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اَلْمُعَلِّمُونَ</a:t>
                      </a:r>
                      <a:endParaRPr lang="ar-SA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8136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EG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1666506"/>
                  </a:ext>
                </a:extLst>
              </a:tr>
              <a:tr h="613688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SA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SA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EG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SA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SA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58979499"/>
                  </a:ext>
                </a:extLst>
              </a:tr>
            </a:tbl>
          </a:graphicData>
        </a:graphic>
      </p:graphicFrame>
      <p:sp>
        <p:nvSpPr>
          <p:cNvPr id="21" name="Serbest Form: Şekil 23">
            <a:extLst>
              <a:ext uri="{FF2B5EF4-FFF2-40B4-BE49-F238E27FC236}">
                <a16:creationId xmlns:a16="http://schemas.microsoft.com/office/drawing/2014/main" id="{4B1E9F34-C338-F265-70EA-E52DEECB6F86}"/>
              </a:ext>
            </a:extLst>
          </p:cNvPr>
          <p:cNvSpPr/>
          <p:nvPr/>
        </p:nvSpPr>
        <p:spPr>
          <a:xfrm>
            <a:off x="2422424" y="3045603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Serbest Form: Şekil 25">
            <a:extLst>
              <a:ext uri="{FF2B5EF4-FFF2-40B4-BE49-F238E27FC236}">
                <a16:creationId xmlns:a16="http://schemas.microsoft.com/office/drawing/2014/main" id="{50A9EB9B-817C-4698-B024-0F5D59BDA0F3}"/>
              </a:ext>
            </a:extLst>
          </p:cNvPr>
          <p:cNvSpPr/>
          <p:nvPr/>
        </p:nvSpPr>
        <p:spPr>
          <a:xfrm>
            <a:off x="2426099" y="3486943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0D86BC13-6C7D-7624-01B1-556F61AF5BE1}"/>
              </a:ext>
            </a:extLst>
          </p:cNvPr>
          <p:cNvSpPr/>
          <p:nvPr/>
        </p:nvSpPr>
        <p:spPr>
          <a:xfrm>
            <a:off x="10156632" y="3287657"/>
            <a:ext cx="3898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Arial" panose="020B0604020202020204" pitchFamily="34" charset="0"/>
                <a:sym typeface="Wingdings 3" panose="05040102010807070707" pitchFamily="18" charset="2"/>
              </a:rPr>
              <a:t></a:t>
            </a:r>
            <a:endParaRPr lang="tr-TR" dirty="0">
              <a:solidFill>
                <a:schemeClr val="bg1">
                  <a:lumMod val="75000"/>
                </a:schemeClr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42177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1" grpId="0" animBg="1"/>
      <p:bldP spid="24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734AC8-77E6-8B38-7A13-AAFD967F51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7B27A647-4705-BB2B-BAB2-C1E9907EF566}"/>
              </a:ext>
            </a:extLst>
          </p:cNvPr>
          <p:cNvGraphicFramePr>
            <a:graphicFrameLocks noGrp="1"/>
          </p:cNvGraphicFramePr>
          <p:nvPr/>
        </p:nvGraphicFramePr>
        <p:xfrm>
          <a:off x="367864" y="2392792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bg1">
                            <a:lumMod val="75000"/>
                          </a:schemeClr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مُعَلِّمُونَ</a:t>
                      </a:r>
                      <a:endParaRPr lang="ar-EG" sz="30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bg1">
                            <a:lumMod val="75000"/>
                          </a:schemeClr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مُعَلِّمِيـنَ </a:t>
                      </a:r>
                      <a:endParaRPr lang="ar-EG" sz="30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30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22" name="Serbest Form: Şekil 24">
            <a:extLst>
              <a:ext uri="{FF2B5EF4-FFF2-40B4-BE49-F238E27FC236}">
                <a16:creationId xmlns:a16="http://schemas.microsoft.com/office/drawing/2014/main" id="{62877002-CCA2-8D79-D844-BD7F03A6D9EE}"/>
              </a:ext>
            </a:extLst>
          </p:cNvPr>
          <p:cNvSpPr/>
          <p:nvPr/>
        </p:nvSpPr>
        <p:spPr>
          <a:xfrm rot="10800000" flipH="1">
            <a:off x="2422424" y="355700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37748538-B4B4-6965-7AE9-B136978E03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2521128"/>
          <a:ext cx="4229740" cy="1902391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1902391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A2AC418D-3291-96DB-B6CA-0CB39A544A3D}"/>
              </a:ext>
            </a:extLst>
          </p:cNvPr>
          <p:cNvGraphicFramePr>
            <a:graphicFrameLocks noGrp="1"/>
          </p:cNvGraphicFramePr>
          <p:nvPr/>
        </p:nvGraphicFramePr>
        <p:xfrm>
          <a:off x="8797550" y="2359453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فُعُل</a:t>
                      </a:r>
                      <a:endParaRPr lang="ar-EG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2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كُتُب</a:t>
                      </a: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كِتَاب</a:t>
                      </a:r>
                      <a:endParaRPr lang="ar-AE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Kitaplar</a:t>
                      </a:r>
                      <a:endParaRPr lang="tr-TR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>
                        <a:solidFill>
                          <a:schemeClr val="bg1">
                            <a:lumMod val="85000"/>
                          </a:schemeClr>
                        </a:solidFill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EF455B7E-BFA2-99B1-0025-5B2AD62D83E9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417950"/>
          <a:ext cx="11477296" cy="1854816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39" name="Tablo 38">
            <a:extLst>
              <a:ext uri="{FF2B5EF4-FFF2-40B4-BE49-F238E27FC236}">
                <a16:creationId xmlns:a16="http://schemas.microsoft.com/office/drawing/2014/main" id="{80E31ACE-63B3-8809-836F-BB0576C028F6}"/>
              </a:ext>
            </a:extLst>
          </p:cNvPr>
          <p:cNvGraphicFramePr>
            <a:graphicFrameLocks noGrp="1"/>
          </p:cNvGraphicFramePr>
          <p:nvPr/>
        </p:nvGraphicFramePr>
        <p:xfrm>
          <a:off x="338400" y="4545743"/>
          <a:ext cx="11515200" cy="2065921"/>
        </p:xfrm>
        <a:graphic>
          <a:graphicData uri="http://schemas.openxmlformats.org/drawingml/2006/table">
            <a:tbl>
              <a:tblPr firstRow="1" firstCol="1" bandRow="1"/>
              <a:tblGrid>
                <a:gridCol w="1077656">
                  <a:extLst>
                    <a:ext uri="{9D8B030D-6E8A-4147-A177-3AD203B41FA5}">
                      <a16:colId xmlns:a16="http://schemas.microsoft.com/office/drawing/2014/main" val="1027596851"/>
                    </a:ext>
                  </a:extLst>
                </a:gridCol>
                <a:gridCol w="1387031">
                  <a:extLst>
                    <a:ext uri="{9D8B030D-6E8A-4147-A177-3AD203B41FA5}">
                      <a16:colId xmlns:a16="http://schemas.microsoft.com/office/drawing/2014/main" val="1397446146"/>
                    </a:ext>
                  </a:extLst>
                </a:gridCol>
                <a:gridCol w="1387031">
                  <a:extLst>
                    <a:ext uri="{9D8B030D-6E8A-4147-A177-3AD203B41FA5}">
                      <a16:colId xmlns:a16="http://schemas.microsoft.com/office/drawing/2014/main" val="1621755574"/>
                    </a:ext>
                  </a:extLst>
                </a:gridCol>
                <a:gridCol w="1534352">
                  <a:extLst>
                    <a:ext uri="{9D8B030D-6E8A-4147-A177-3AD203B41FA5}">
                      <a16:colId xmlns:a16="http://schemas.microsoft.com/office/drawing/2014/main" val="4269438335"/>
                    </a:ext>
                  </a:extLst>
                </a:gridCol>
                <a:gridCol w="1534352">
                  <a:extLst>
                    <a:ext uri="{9D8B030D-6E8A-4147-A177-3AD203B41FA5}">
                      <a16:colId xmlns:a16="http://schemas.microsoft.com/office/drawing/2014/main" val="845718901"/>
                    </a:ext>
                  </a:extLst>
                </a:gridCol>
                <a:gridCol w="1391277">
                  <a:extLst>
                    <a:ext uri="{9D8B030D-6E8A-4147-A177-3AD203B41FA5}">
                      <a16:colId xmlns:a16="http://schemas.microsoft.com/office/drawing/2014/main" val="4046796697"/>
                    </a:ext>
                  </a:extLst>
                </a:gridCol>
                <a:gridCol w="1592542">
                  <a:extLst>
                    <a:ext uri="{9D8B030D-6E8A-4147-A177-3AD203B41FA5}">
                      <a16:colId xmlns:a16="http://schemas.microsoft.com/office/drawing/2014/main" val="1560399678"/>
                    </a:ext>
                  </a:extLst>
                </a:gridCol>
                <a:gridCol w="1610959">
                  <a:extLst>
                    <a:ext uri="{9D8B030D-6E8A-4147-A177-3AD203B41FA5}">
                      <a16:colId xmlns:a16="http://schemas.microsoft.com/office/drawing/2014/main" val="51944180"/>
                    </a:ext>
                  </a:extLst>
                </a:gridCol>
              </a:tblGrid>
              <a:tr h="788074">
                <a:tc gridSpan="6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Hareke</a:t>
                      </a:r>
                      <a:endParaRPr lang="tr-TR" sz="4400" b="0" i="0" u="none" strike="noStrike" dirty="0"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Harf</a:t>
                      </a:r>
                      <a:endParaRPr lang="tr-TR" sz="4400" b="0" i="0" u="none" strike="noStrike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7380024"/>
                  </a:ext>
                </a:extLst>
              </a:tr>
              <a:tr h="613688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gradFill>
                            <a:gsLst>
                              <a:gs pos="82000">
                                <a:srgbClr val="00B050"/>
                              </a:gs>
                              <a:gs pos="77000">
                                <a:srgbClr val="000000"/>
                              </a:gs>
                            </a:gsLst>
                            <a:lin ang="54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gradFill>
                            <a:gsLst>
                              <a:gs pos="64000">
                                <a:srgbClr val="00B050"/>
                              </a:gs>
                              <a:gs pos="62000">
                                <a:srgbClr val="000000"/>
                              </a:gs>
                            </a:gsLst>
                            <a:lin ang="162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 err="1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</a:t>
                      </a:r>
                      <a:r>
                        <a:rPr lang="ar-EG" sz="3000" dirty="0" err="1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gradFill>
                            <a:gsLst>
                              <a:gs pos="82000">
                                <a:srgbClr val="00B050"/>
                              </a:gs>
                              <a:gs pos="77000">
                                <a:srgbClr val="000000"/>
                              </a:gs>
                            </a:gsLst>
                            <a:lin ang="54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</a:t>
                      </a:r>
                      <a:r>
                        <a:rPr lang="ar-EG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3000" dirty="0">
                          <a:gradFill>
                            <a:gsLst>
                              <a:gs pos="64000">
                                <a:srgbClr val="00B050"/>
                              </a:gs>
                              <a:gs pos="62000">
                                <a:srgbClr val="000000"/>
                              </a:gs>
                            </a:gsLst>
                            <a:lin ang="162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اَلْمُعَلِّمِيـنَ</a:t>
                      </a:r>
                      <a:endParaRPr lang="ar-SA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اَلْمُعَلِّمُونَ</a:t>
                      </a:r>
                      <a:endParaRPr lang="ar-SA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8136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EG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1666506"/>
                  </a:ext>
                </a:extLst>
              </a:tr>
              <a:tr h="613688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SA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SA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EG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SA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</a:pPr>
                      <a:endParaRPr lang="ar-SA" sz="3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58979499"/>
                  </a:ext>
                </a:extLst>
              </a:tr>
            </a:tbl>
          </a:graphicData>
        </a:graphic>
      </p:graphicFrame>
      <p:cxnSp>
        <p:nvCxnSpPr>
          <p:cNvPr id="2" name="Düz Ok Bağlayıcısı 1">
            <a:extLst>
              <a:ext uri="{FF2B5EF4-FFF2-40B4-BE49-F238E27FC236}">
                <a16:creationId xmlns:a16="http://schemas.microsoft.com/office/drawing/2014/main" id="{7F34C2AC-500C-EF2F-CCC1-1C4A3C8A0066}"/>
              </a:ext>
            </a:extLst>
          </p:cNvPr>
          <p:cNvCxnSpPr>
            <a:cxnSpLocks/>
          </p:cNvCxnSpPr>
          <p:nvPr/>
        </p:nvCxnSpPr>
        <p:spPr>
          <a:xfrm>
            <a:off x="4825497" y="4453867"/>
            <a:ext cx="1077362" cy="860517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Düz Ok Bağlayıcısı 5">
            <a:extLst>
              <a:ext uri="{FF2B5EF4-FFF2-40B4-BE49-F238E27FC236}">
                <a16:creationId xmlns:a16="http://schemas.microsoft.com/office/drawing/2014/main" id="{CEA5E310-46FE-5416-057E-7094AB66CBE2}"/>
              </a:ext>
            </a:extLst>
          </p:cNvPr>
          <p:cNvCxnSpPr>
            <a:cxnSpLocks/>
          </p:cNvCxnSpPr>
          <p:nvPr/>
        </p:nvCxnSpPr>
        <p:spPr>
          <a:xfrm>
            <a:off x="4561438" y="4488970"/>
            <a:ext cx="372701" cy="825414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Düz Ok Bağlayıcısı 13">
            <a:extLst>
              <a:ext uri="{FF2B5EF4-FFF2-40B4-BE49-F238E27FC236}">
                <a16:creationId xmlns:a16="http://schemas.microsoft.com/office/drawing/2014/main" id="{34839441-FC5D-8A3A-B739-DFC79B16BB1C}"/>
              </a:ext>
            </a:extLst>
          </p:cNvPr>
          <p:cNvCxnSpPr>
            <a:cxnSpLocks/>
          </p:cNvCxnSpPr>
          <p:nvPr/>
        </p:nvCxnSpPr>
        <p:spPr>
          <a:xfrm flipH="1">
            <a:off x="3592718" y="4510640"/>
            <a:ext cx="232372" cy="803744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Düz Ok Bağlayıcısı 15">
            <a:extLst>
              <a:ext uri="{FF2B5EF4-FFF2-40B4-BE49-F238E27FC236}">
                <a16:creationId xmlns:a16="http://schemas.microsoft.com/office/drawing/2014/main" id="{DAE9BD30-4FCF-420B-E6E7-F536D6E11477}"/>
              </a:ext>
            </a:extLst>
          </p:cNvPr>
          <p:cNvCxnSpPr>
            <a:cxnSpLocks/>
          </p:cNvCxnSpPr>
          <p:nvPr/>
        </p:nvCxnSpPr>
        <p:spPr>
          <a:xfrm flipH="1">
            <a:off x="2408222" y="4519693"/>
            <a:ext cx="1052467" cy="794691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Serbest Form: Şekil 23">
            <a:extLst>
              <a:ext uri="{FF2B5EF4-FFF2-40B4-BE49-F238E27FC236}">
                <a16:creationId xmlns:a16="http://schemas.microsoft.com/office/drawing/2014/main" id="{F9E9BAD7-D7D1-E8A8-015C-79F28FFEE1D6}"/>
              </a:ext>
            </a:extLst>
          </p:cNvPr>
          <p:cNvSpPr/>
          <p:nvPr/>
        </p:nvSpPr>
        <p:spPr>
          <a:xfrm>
            <a:off x="2422424" y="3045603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Serbest Form: Şekil 25">
            <a:extLst>
              <a:ext uri="{FF2B5EF4-FFF2-40B4-BE49-F238E27FC236}">
                <a16:creationId xmlns:a16="http://schemas.microsoft.com/office/drawing/2014/main" id="{2FED71FA-BEE6-ACBF-9F01-7811F0FC5C56}"/>
              </a:ext>
            </a:extLst>
          </p:cNvPr>
          <p:cNvSpPr/>
          <p:nvPr/>
        </p:nvSpPr>
        <p:spPr>
          <a:xfrm>
            <a:off x="2426099" y="3486943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pSp>
        <p:nvGrpSpPr>
          <p:cNvPr id="12" name="Grup 11">
            <a:extLst>
              <a:ext uri="{FF2B5EF4-FFF2-40B4-BE49-F238E27FC236}">
                <a16:creationId xmlns:a16="http://schemas.microsoft.com/office/drawing/2014/main" id="{67D1F047-D293-80CA-93F8-6D119D920020}"/>
              </a:ext>
            </a:extLst>
          </p:cNvPr>
          <p:cNvGrpSpPr/>
          <p:nvPr/>
        </p:nvGrpSpPr>
        <p:grpSpPr>
          <a:xfrm>
            <a:off x="2651195" y="3825177"/>
            <a:ext cx="2658240" cy="602640"/>
            <a:chOff x="2651195" y="3825177"/>
            <a:chExt cx="2658240" cy="60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7" name="Mürekkep 6">
                  <a:extLst>
                    <a:ext uri="{FF2B5EF4-FFF2-40B4-BE49-F238E27FC236}">
                      <a16:creationId xmlns:a16="http://schemas.microsoft.com/office/drawing/2014/main" id="{7B6FAA4E-61CF-7180-38D2-B1D6B127755B}"/>
                    </a:ext>
                  </a:extLst>
                </p14:cNvPr>
                <p14:cNvContentPartPr/>
                <p14:nvPr/>
              </p14:nvContentPartPr>
              <p14:xfrm>
                <a:off x="3862955" y="3861177"/>
                <a:ext cx="93600" cy="11880"/>
              </p14:xfrm>
            </p:contentPart>
          </mc:Choice>
          <mc:Fallback xmlns="">
            <p:pic>
              <p:nvPicPr>
                <p:cNvPr id="7" name="Mürekkep 6">
                  <a:extLst>
                    <a:ext uri="{FF2B5EF4-FFF2-40B4-BE49-F238E27FC236}">
                      <a16:creationId xmlns:a16="http://schemas.microsoft.com/office/drawing/2014/main" id="{6AEC4534-2F46-4A8A-A70D-05862ADD96A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53955" y="3852537"/>
                  <a:ext cx="1112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" name="Mürekkep 2">
                  <a:extLst>
                    <a:ext uri="{FF2B5EF4-FFF2-40B4-BE49-F238E27FC236}">
                      <a16:creationId xmlns:a16="http://schemas.microsoft.com/office/drawing/2014/main" id="{6DB6D68F-DB52-97F4-5017-05C2FFE99A4D}"/>
                    </a:ext>
                  </a:extLst>
                </p14:cNvPr>
                <p14:cNvContentPartPr/>
                <p14:nvPr/>
              </p14:nvContentPartPr>
              <p14:xfrm>
                <a:off x="2651195" y="3825177"/>
                <a:ext cx="2658240" cy="602640"/>
              </p14:xfrm>
            </p:contentPart>
          </mc:Choice>
          <mc:Fallback xmlns="">
            <p:pic>
              <p:nvPicPr>
                <p:cNvPr id="3" name="Mürekkep 2">
                  <a:extLst>
                    <a:ext uri="{FF2B5EF4-FFF2-40B4-BE49-F238E27FC236}">
                      <a16:creationId xmlns:a16="http://schemas.microsoft.com/office/drawing/2014/main" id="{391AF56E-47C2-497B-8537-B492C3EDC70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642196" y="3816182"/>
                  <a:ext cx="2675878" cy="620269"/>
                </a:xfrm>
                <a:prstGeom prst="rect">
                  <a:avLst/>
                </a:prstGeom>
              </p:spPr>
            </p:pic>
          </mc:Fallback>
        </mc:AlternateContent>
      </p:grpSp>
      <p:sp>
        <p:nvSpPr>
          <p:cNvPr id="25" name="Dikdörtgen 24">
            <a:extLst>
              <a:ext uri="{FF2B5EF4-FFF2-40B4-BE49-F238E27FC236}">
                <a16:creationId xmlns:a16="http://schemas.microsoft.com/office/drawing/2014/main" id="{3DBD7B41-36B1-6388-6B61-9BC5A59F4AEA}"/>
              </a:ext>
            </a:extLst>
          </p:cNvPr>
          <p:cNvSpPr/>
          <p:nvPr/>
        </p:nvSpPr>
        <p:spPr>
          <a:xfrm>
            <a:off x="10156632" y="3287657"/>
            <a:ext cx="3898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Arial" panose="020B0604020202020204" pitchFamily="34" charset="0"/>
                <a:sym typeface="Wingdings 3" panose="05040102010807070707" pitchFamily="18" charset="2"/>
              </a:rPr>
              <a:t></a:t>
            </a:r>
            <a:endParaRPr lang="tr-TR" dirty="0">
              <a:solidFill>
                <a:schemeClr val="bg1">
                  <a:lumMod val="75000"/>
                </a:schemeClr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78998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1" grpId="0" animBg="1"/>
      <p:bldP spid="24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2521128"/>
          <a:ext cx="4229740" cy="1902391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1902391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2F04FB1B-6044-449F-951F-1C825C5373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3465276"/>
              </p:ext>
            </p:extLst>
          </p:nvPr>
        </p:nvGraphicFramePr>
        <p:xfrm>
          <a:off x="8797550" y="2359453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38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</a:t>
                      </a:r>
                      <a:endParaRPr lang="ar-EG" sz="42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200" b="0" i="0" u="none" strike="noStrike" dirty="0">
                          <a:gradFill flip="none" rotWithShape="1">
                            <a:gsLst>
                              <a:gs pos="39000">
                                <a:srgbClr val="FF0000"/>
                              </a:gs>
                              <a:gs pos="40000">
                                <a:schemeClr val="tx1"/>
                              </a:gs>
                            </a:gsLst>
                            <a:lin ang="4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كُ</a:t>
                      </a:r>
                      <a:r>
                        <a:rPr lang="ar-EG" sz="3200" b="0" i="0" u="none" strike="noStrike" dirty="0">
                          <a:gradFill>
                            <a:gsLst>
                              <a:gs pos="39000">
                                <a:srgbClr val="FF0000"/>
                              </a:gs>
                              <a:gs pos="40000">
                                <a:schemeClr val="tx1"/>
                              </a:gs>
                            </a:gsLst>
                            <a:lin ang="420000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r>
                        <a:rPr lang="ar-EG" sz="3200" b="0" i="0" u="none" strike="noStrike" dirty="0">
                          <a:gradFill flip="none" rotWithShape="1">
                            <a:gsLst>
                              <a:gs pos="44000">
                                <a:srgbClr val="FF0000"/>
                              </a:gs>
                              <a:gs pos="47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</a:t>
                      </a: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33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ar-AE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24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4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417950"/>
          <a:ext cx="11477296" cy="1854816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2852832"/>
              </p:ext>
            </p:extLst>
          </p:nvPr>
        </p:nvGraphicFramePr>
        <p:xfrm>
          <a:off x="367864" y="2392792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bg1">
                            <a:lumMod val="75000"/>
                          </a:schemeClr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مُعَلِّمُونَ</a:t>
                      </a:r>
                      <a:endParaRPr lang="ar-EG" sz="30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bg1">
                            <a:lumMod val="75000"/>
                          </a:schemeClr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مُعَلِّمِيـنَ </a:t>
                      </a:r>
                      <a:endParaRPr lang="ar-EG" sz="30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bg1">
                            <a:lumMod val="75000"/>
                          </a:schemeClr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مُعَلِّمَة › مُعَلِّمَات</a:t>
                      </a:r>
                      <a:endParaRPr lang="ar-EG" sz="30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C3C844CF-1308-448F-BA59-6D641832399A}"/>
              </a:ext>
            </a:extLst>
          </p:cNvPr>
          <p:cNvSpPr/>
          <p:nvPr/>
        </p:nvSpPr>
        <p:spPr>
          <a:xfrm>
            <a:off x="10156632" y="3287657"/>
            <a:ext cx="3898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>
                <a:solidFill>
                  <a:srgbClr val="C00000"/>
                </a:solidFill>
                <a:latin typeface="Calibri Light" panose="020F0302020204030204" pitchFamily="34" charset="0"/>
                <a:cs typeface="Arial" panose="020B0604020202020204" pitchFamily="34" charset="0"/>
                <a:sym typeface="Wingdings 3" panose="05040102010807070707" pitchFamily="18" charset="2"/>
              </a:rPr>
              <a:t></a:t>
            </a:r>
            <a:endParaRPr lang="tr-TR" dirty="0">
              <a:solidFill>
                <a:srgbClr val="C00000"/>
              </a:solidFill>
            </a:endParaRPr>
          </a:p>
        </p:txBody>
      </p:sp>
      <p:graphicFrame>
        <p:nvGraphicFramePr>
          <p:cNvPr id="39" name="Tablo 38">
            <a:extLst>
              <a:ext uri="{FF2B5EF4-FFF2-40B4-BE49-F238E27FC236}">
                <a16:creationId xmlns:a16="http://schemas.microsoft.com/office/drawing/2014/main" id="{652E0039-52A0-49F6-8313-9AE420FB2F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3300773"/>
              </p:ext>
            </p:extLst>
          </p:nvPr>
        </p:nvGraphicFramePr>
        <p:xfrm>
          <a:off x="338400" y="4545743"/>
          <a:ext cx="11515200" cy="2065921"/>
        </p:xfrm>
        <a:graphic>
          <a:graphicData uri="http://schemas.openxmlformats.org/drawingml/2006/table">
            <a:tbl>
              <a:tblPr firstRow="1" firstCol="1" bandRow="1"/>
              <a:tblGrid>
                <a:gridCol w="1077656">
                  <a:extLst>
                    <a:ext uri="{9D8B030D-6E8A-4147-A177-3AD203B41FA5}">
                      <a16:colId xmlns:a16="http://schemas.microsoft.com/office/drawing/2014/main" val="1027596851"/>
                    </a:ext>
                  </a:extLst>
                </a:gridCol>
                <a:gridCol w="1387031">
                  <a:extLst>
                    <a:ext uri="{9D8B030D-6E8A-4147-A177-3AD203B41FA5}">
                      <a16:colId xmlns:a16="http://schemas.microsoft.com/office/drawing/2014/main" val="1397446146"/>
                    </a:ext>
                  </a:extLst>
                </a:gridCol>
                <a:gridCol w="1387031">
                  <a:extLst>
                    <a:ext uri="{9D8B030D-6E8A-4147-A177-3AD203B41FA5}">
                      <a16:colId xmlns:a16="http://schemas.microsoft.com/office/drawing/2014/main" val="1621755574"/>
                    </a:ext>
                  </a:extLst>
                </a:gridCol>
                <a:gridCol w="1534352">
                  <a:extLst>
                    <a:ext uri="{9D8B030D-6E8A-4147-A177-3AD203B41FA5}">
                      <a16:colId xmlns:a16="http://schemas.microsoft.com/office/drawing/2014/main" val="4269438335"/>
                    </a:ext>
                  </a:extLst>
                </a:gridCol>
                <a:gridCol w="1534352">
                  <a:extLst>
                    <a:ext uri="{9D8B030D-6E8A-4147-A177-3AD203B41FA5}">
                      <a16:colId xmlns:a16="http://schemas.microsoft.com/office/drawing/2014/main" val="845718901"/>
                    </a:ext>
                  </a:extLst>
                </a:gridCol>
                <a:gridCol w="1391277">
                  <a:extLst>
                    <a:ext uri="{9D8B030D-6E8A-4147-A177-3AD203B41FA5}">
                      <a16:colId xmlns:a16="http://schemas.microsoft.com/office/drawing/2014/main" val="4046796697"/>
                    </a:ext>
                  </a:extLst>
                </a:gridCol>
                <a:gridCol w="1592542">
                  <a:extLst>
                    <a:ext uri="{9D8B030D-6E8A-4147-A177-3AD203B41FA5}">
                      <a16:colId xmlns:a16="http://schemas.microsoft.com/office/drawing/2014/main" val="1560399678"/>
                    </a:ext>
                  </a:extLst>
                </a:gridCol>
                <a:gridCol w="1610959">
                  <a:extLst>
                    <a:ext uri="{9D8B030D-6E8A-4147-A177-3AD203B41FA5}">
                      <a16:colId xmlns:a16="http://schemas.microsoft.com/office/drawing/2014/main" val="51944180"/>
                    </a:ext>
                  </a:extLst>
                </a:gridCol>
              </a:tblGrid>
              <a:tr h="788074">
                <a:tc gridSpan="6"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200" b="1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                    </a:t>
                      </a:r>
                      <a:r>
                        <a:rPr lang="tr-TR" sz="3200" b="1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Hareke</a:t>
                      </a:r>
                      <a:endParaRPr lang="tr-TR" sz="4400" b="0" i="0" u="none" strike="noStrike" dirty="0"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Harf</a:t>
                      </a:r>
                      <a:endParaRPr lang="tr-TR" sz="4400" b="0" i="0" u="none" strike="noStrike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7380024"/>
                  </a:ext>
                </a:extLst>
              </a:tr>
              <a:tr h="613688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 err="1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الْمُعَلِّمَا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الْمُعَلِّمَاتُ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اَلْمُعَلِّمِيـنَ</a:t>
                      </a:r>
                      <a:endParaRPr lang="ar-SA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اَلْمُعَلِّمُونَ</a:t>
                      </a:r>
                      <a:endParaRPr lang="ar-SA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8136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EG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1666506"/>
                  </a:ext>
                </a:extLst>
              </a:tr>
              <a:tr h="613688"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 err="1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</a:t>
                      </a:r>
                      <a:r>
                        <a:rPr lang="ar-SA" sz="3000" dirty="0">
                          <a:gradFill>
                            <a:gsLst>
                              <a:gs pos="93000">
                                <a:srgbClr val="00B050"/>
                              </a:gs>
                              <a:gs pos="79000">
                                <a:srgbClr val="000000"/>
                              </a:gs>
                            </a:gsLst>
                            <a:lin ang="54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بٍ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 err="1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</a:t>
                      </a:r>
                      <a:r>
                        <a:rPr lang="ar-SA" sz="3000" dirty="0" err="1">
                          <a:gradFill>
                            <a:gsLst>
                              <a:gs pos="57000">
                                <a:srgbClr val="00B050"/>
                              </a:gs>
                              <a:gs pos="49000">
                                <a:srgbClr val="000000"/>
                              </a:gs>
                            </a:gsLst>
                            <a:lin ang="162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بً</a:t>
                      </a:r>
                      <a:r>
                        <a:rPr lang="ar-SA" sz="3000" dirty="0" err="1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</a:t>
                      </a:r>
                      <a:r>
                        <a:rPr lang="ar-EG" sz="3000" dirty="0">
                          <a:gradFill>
                            <a:gsLst>
                              <a:gs pos="57000">
                                <a:srgbClr val="00B050"/>
                              </a:gs>
                              <a:gs pos="49000">
                                <a:srgbClr val="000000"/>
                              </a:gs>
                            </a:gsLst>
                            <a:lin ang="162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</a:t>
                      </a:r>
                      <a:r>
                        <a:rPr lang="ar-SA" sz="3000" dirty="0">
                          <a:gradFill>
                            <a:gsLst>
                              <a:gs pos="93000">
                                <a:srgbClr val="00B050"/>
                              </a:gs>
                              <a:gs pos="79000">
                                <a:srgbClr val="000000"/>
                              </a:gs>
                            </a:gsLst>
                            <a:lin ang="54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بِ</a:t>
                      </a:r>
                      <a:endParaRPr lang="ar-EG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َلْ</a:t>
                      </a:r>
                      <a:r>
                        <a:rPr lang="ar-SA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</a:t>
                      </a:r>
                      <a:r>
                        <a:rPr lang="ar-SA" sz="3000" dirty="0">
                          <a:gradFill>
                            <a:gsLst>
                              <a:gs pos="57000">
                                <a:srgbClr val="00B050"/>
                              </a:gs>
                              <a:gs pos="49000">
                                <a:srgbClr val="000000"/>
                              </a:gs>
                            </a:gsLst>
                            <a:lin ang="162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ar-SA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َلْ</a:t>
                      </a:r>
                      <a:r>
                        <a:rPr lang="ar-SA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</a:t>
                      </a:r>
                      <a:r>
                        <a:rPr lang="ar-SA" sz="3000" dirty="0">
                          <a:gradFill>
                            <a:gsLst>
                              <a:gs pos="57000">
                                <a:srgbClr val="00B050"/>
                              </a:gs>
                              <a:gs pos="49000">
                                <a:srgbClr val="000000"/>
                              </a:gs>
                            </a:gsLst>
                            <a:lin ang="16200000" scaled="0"/>
                          </a:gra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ar-SA" sz="3000" dirty="0"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5897949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2" name="Mürekkep 91">
                <a:extLst>
                  <a:ext uri="{FF2B5EF4-FFF2-40B4-BE49-F238E27FC236}">
                    <a16:creationId xmlns:a16="http://schemas.microsoft.com/office/drawing/2014/main" id="{FC87B17C-B985-41AD-84F5-7B7E6F957E22}"/>
                  </a:ext>
                </a:extLst>
              </p14:cNvPr>
              <p14:cNvContentPartPr/>
              <p14:nvPr/>
            </p14:nvContentPartPr>
            <p14:xfrm>
              <a:off x="9083736" y="3047256"/>
              <a:ext cx="1121112" cy="821904"/>
            </p14:xfrm>
          </p:contentPart>
        </mc:Choice>
        <mc:Fallback xmlns="">
          <p:pic>
            <p:nvPicPr>
              <p:cNvPr id="92" name="Mürekkep 91">
                <a:extLst>
                  <a:ext uri="{FF2B5EF4-FFF2-40B4-BE49-F238E27FC236}">
                    <a16:creationId xmlns:a16="http://schemas.microsoft.com/office/drawing/2014/main" id="{FC87B17C-B985-41AD-84F5-7B7E6F957E22}"/>
                  </a:ext>
                </a:extLst>
              </p:cNvPr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9075095" y="3038256"/>
                <a:ext cx="1138753" cy="839545"/>
              </a:xfrm>
              <a:prstGeom prst="rect">
                <a:avLst/>
              </a:prstGeom>
            </p:spPr>
          </p:pic>
        </mc:Fallback>
      </mc:AlternateContent>
      <p:cxnSp>
        <p:nvCxnSpPr>
          <p:cNvPr id="2" name="Düz Ok Bağlayıcısı 1">
            <a:extLst>
              <a:ext uri="{FF2B5EF4-FFF2-40B4-BE49-F238E27FC236}">
                <a16:creationId xmlns:a16="http://schemas.microsoft.com/office/drawing/2014/main" id="{0F5327AB-0E13-761F-0364-0C0A3DF067F4}"/>
              </a:ext>
            </a:extLst>
          </p:cNvPr>
          <p:cNvCxnSpPr>
            <a:cxnSpLocks/>
          </p:cNvCxnSpPr>
          <p:nvPr/>
        </p:nvCxnSpPr>
        <p:spPr>
          <a:xfrm flipH="1">
            <a:off x="8057982" y="3656989"/>
            <a:ext cx="1167298" cy="2410352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Düz Ok Bağlayıcısı 11">
            <a:extLst>
              <a:ext uri="{FF2B5EF4-FFF2-40B4-BE49-F238E27FC236}">
                <a16:creationId xmlns:a16="http://schemas.microsoft.com/office/drawing/2014/main" id="{F98F1C69-1C93-3D6B-D2AF-93D493AC096C}"/>
              </a:ext>
            </a:extLst>
          </p:cNvPr>
          <p:cNvCxnSpPr>
            <a:cxnSpLocks/>
          </p:cNvCxnSpPr>
          <p:nvPr/>
        </p:nvCxnSpPr>
        <p:spPr>
          <a:xfrm flipH="1">
            <a:off x="6941127" y="3640362"/>
            <a:ext cx="2233711" cy="2459280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Düz Ok Bağlayıcısı 14">
            <a:extLst>
              <a:ext uri="{FF2B5EF4-FFF2-40B4-BE49-F238E27FC236}">
                <a16:creationId xmlns:a16="http://schemas.microsoft.com/office/drawing/2014/main" id="{CF4EB1F9-93DA-7FB7-5144-A57343525B50}"/>
              </a:ext>
            </a:extLst>
          </p:cNvPr>
          <p:cNvCxnSpPr>
            <a:cxnSpLocks/>
          </p:cNvCxnSpPr>
          <p:nvPr/>
        </p:nvCxnSpPr>
        <p:spPr>
          <a:xfrm flipH="1">
            <a:off x="5394930" y="3615423"/>
            <a:ext cx="3737378" cy="2468545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Düz Ok Bağlayıcısı 16">
            <a:extLst>
              <a:ext uri="{FF2B5EF4-FFF2-40B4-BE49-F238E27FC236}">
                <a16:creationId xmlns:a16="http://schemas.microsoft.com/office/drawing/2014/main" id="{B0648B02-0E1E-AB13-D9DC-1A50B7557A72}"/>
              </a:ext>
            </a:extLst>
          </p:cNvPr>
          <p:cNvCxnSpPr>
            <a:cxnSpLocks/>
          </p:cNvCxnSpPr>
          <p:nvPr/>
        </p:nvCxnSpPr>
        <p:spPr>
          <a:xfrm flipH="1">
            <a:off x="3911844" y="3583122"/>
            <a:ext cx="5179641" cy="2484219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Düz Ok Bağlayıcısı 18">
            <a:extLst>
              <a:ext uri="{FF2B5EF4-FFF2-40B4-BE49-F238E27FC236}">
                <a16:creationId xmlns:a16="http://schemas.microsoft.com/office/drawing/2014/main" id="{C6647009-FB11-D9A5-AFD4-C5EAF0A1530B}"/>
              </a:ext>
            </a:extLst>
          </p:cNvPr>
          <p:cNvCxnSpPr>
            <a:cxnSpLocks/>
          </p:cNvCxnSpPr>
          <p:nvPr/>
        </p:nvCxnSpPr>
        <p:spPr>
          <a:xfrm flipH="1">
            <a:off x="2379303" y="3537909"/>
            <a:ext cx="6661332" cy="2529431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Düz Ok Bağlayıcısı 24">
            <a:extLst>
              <a:ext uri="{FF2B5EF4-FFF2-40B4-BE49-F238E27FC236}">
                <a16:creationId xmlns:a16="http://schemas.microsoft.com/office/drawing/2014/main" id="{E5F3C46E-593B-A683-2440-4F94D4B01D13}"/>
              </a:ext>
            </a:extLst>
          </p:cNvPr>
          <p:cNvCxnSpPr>
            <a:cxnSpLocks/>
          </p:cNvCxnSpPr>
          <p:nvPr/>
        </p:nvCxnSpPr>
        <p:spPr>
          <a:xfrm flipH="1">
            <a:off x="1233082" y="3482491"/>
            <a:ext cx="7777074" cy="2601476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Serbest Form: Şekil 24">
            <a:extLst>
              <a:ext uri="{FF2B5EF4-FFF2-40B4-BE49-F238E27FC236}">
                <a16:creationId xmlns:a16="http://schemas.microsoft.com/office/drawing/2014/main" id="{014A4A72-65C5-0D09-5C49-9208F8AC1380}"/>
              </a:ext>
            </a:extLst>
          </p:cNvPr>
          <p:cNvSpPr/>
          <p:nvPr/>
        </p:nvSpPr>
        <p:spPr>
          <a:xfrm rot="10800000" flipH="1">
            <a:off x="2422424" y="355700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Serbest Form: Şekil 23">
            <a:extLst>
              <a:ext uri="{FF2B5EF4-FFF2-40B4-BE49-F238E27FC236}">
                <a16:creationId xmlns:a16="http://schemas.microsoft.com/office/drawing/2014/main" id="{A31F9B9D-8EE4-D2BB-308D-C07BDD16239D}"/>
              </a:ext>
            </a:extLst>
          </p:cNvPr>
          <p:cNvSpPr/>
          <p:nvPr/>
        </p:nvSpPr>
        <p:spPr>
          <a:xfrm>
            <a:off x="2422424" y="3045603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Serbest Form: Şekil 25">
            <a:extLst>
              <a:ext uri="{FF2B5EF4-FFF2-40B4-BE49-F238E27FC236}">
                <a16:creationId xmlns:a16="http://schemas.microsoft.com/office/drawing/2014/main" id="{FA3E873C-E7ED-224A-5E6C-6BB725ADB609}"/>
              </a:ext>
            </a:extLst>
          </p:cNvPr>
          <p:cNvSpPr/>
          <p:nvPr/>
        </p:nvSpPr>
        <p:spPr>
          <a:xfrm>
            <a:off x="2426099" y="3486943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699419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29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Serbest Form: Şekil 24">
            <a:extLst>
              <a:ext uri="{FF2B5EF4-FFF2-40B4-BE49-F238E27FC236}">
                <a16:creationId xmlns:a16="http://schemas.microsoft.com/office/drawing/2014/main" id="{EBCD8FDA-0618-5F5F-0E83-A02742E835C7}"/>
              </a:ext>
            </a:extLst>
          </p:cNvPr>
          <p:cNvSpPr/>
          <p:nvPr/>
        </p:nvSpPr>
        <p:spPr>
          <a:xfrm rot="10800000" flipH="1">
            <a:off x="2422424" y="3557001"/>
            <a:ext cx="825908" cy="752863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5" name="Serbest Form: Şekil 23">
            <a:extLst>
              <a:ext uri="{FF2B5EF4-FFF2-40B4-BE49-F238E27FC236}">
                <a16:creationId xmlns:a16="http://schemas.microsoft.com/office/drawing/2014/main" id="{9FCB6FC5-3E44-DCA9-2F26-C3708E7E8FAD}"/>
              </a:ext>
            </a:extLst>
          </p:cNvPr>
          <p:cNvSpPr/>
          <p:nvPr/>
        </p:nvSpPr>
        <p:spPr>
          <a:xfrm>
            <a:off x="2422424" y="3045603"/>
            <a:ext cx="926111" cy="382890"/>
          </a:xfrm>
          <a:custGeom>
            <a:avLst/>
            <a:gdLst>
              <a:gd name="connsiteX0" fmla="*/ 658368 w 658368"/>
              <a:gd name="connsiteY0" fmla="*/ 1524 h 83820"/>
              <a:gd name="connsiteX1" fmla="*/ 213360 w 658368"/>
              <a:gd name="connsiteY1" fmla="*/ 0 h 83820"/>
              <a:gd name="connsiteX2" fmla="*/ 213360 w 658368"/>
              <a:gd name="connsiteY2" fmla="*/ 0 h 83820"/>
              <a:gd name="connsiteX3" fmla="*/ 0 w 658368"/>
              <a:gd name="connsiteY3" fmla="*/ 83820 h 83820"/>
              <a:gd name="connsiteX4" fmla="*/ 0 w 658368"/>
              <a:gd name="connsiteY4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368" h="83820">
                <a:moveTo>
                  <a:pt x="658368" y="1524"/>
                </a:moveTo>
                <a:lnTo>
                  <a:pt x="213360" y="0"/>
                </a:lnTo>
                <a:lnTo>
                  <a:pt x="213360" y="0"/>
                </a:lnTo>
                <a:lnTo>
                  <a:pt x="0" y="83820"/>
                </a:lnTo>
                <a:lnTo>
                  <a:pt x="0" y="8382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Serbest Form: Şekil 25">
            <a:extLst>
              <a:ext uri="{FF2B5EF4-FFF2-40B4-BE49-F238E27FC236}">
                <a16:creationId xmlns:a16="http://schemas.microsoft.com/office/drawing/2014/main" id="{C82930D4-5FCE-9D27-5E1A-F88BAF8BBCCF}"/>
              </a:ext>
            </a:extLst>
          </p:cNvPr>
          <p:cNvSpPr/>
          <p:nvPr/>
        </p:nvSpPr>
        <p:spPr>
          <a:xfrm>
            <a:off x="2426099" y="3486943"/>
            <a:ext cx="926111" cy="258097"/>
          </a:xfrm>
          <a:custGeom>
            <a:avLst/>
            <a:gdLst>
              <a:gd name="connsiteX0" fmla="*/ 659892 w 659892"/>
              <a:gd name="connsiteY0" fmla="*/ 32004 h 32004"/>
              <a:gd name="connsiteX1" fmla="*/ 216408 w 659892"/>
              <a:gd name="connsiteY1" fmla="*/ 30480 h 32004"/>
              <a:gd name="connsiteX2" fmla="*/ 216408 w 659892"/>
              <a:gd name="connsiteY2" fmla="*/ 30480 h 32004"/>
              <a:gd name="connsiteX3" fmla="*/ 0 w 659892"/>
              <a:gd name="connsiteY3" fmla="*/ 0 h 32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892" h="32004">
                <a:moveTo>
                  <a:pt x="659892" y="32004"/>
                </a:moveTo>
                <a:lnTo>
                  <a:pt x="216408" y="30480"/>
                </a:lnTo>
                <a:lnTo>
                  <a:pt x="216408" y="3048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>
              <a:solidFill>
                <a:schemeClr val="tx1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F82F1842-4A39-44A2-829B-8878ADB3D8B2}"/>
              </a:ext>
            </a:extLst>
          </p:cNvPr>
          <p:cNvGraphicFramePr>
            <a:graphicFrameLocks noGrp="1"/>
          </p:cNvGraphicFramePr>
          <p:nvPr/>
        </p:nvGraphicFramePr>
        <p:xfrm>
          <a:off x="5391245" y="2521128"/>
          <a:ext cx="4229740" cy="1902391"/>
        </p:xfrm>
        <a:graphic>
          <a:graphicData uri="http://schemas.openxmlformats.org/drawingml/2006/table">
            <a:tbl>
              <a:tblPr firstRow="1" firstCol="1" bandRow="1"/>
              <a:tblGrid>
                <a:gridCol w="3721627">
                  <a:extLst>
                    <a:ext uri="{9D8B030D-6E8A-4147-A177-3AD203B41FA5}">
                      <a16:colId xmlns:a16="http://schemas.microsoft.com/office/drawing/2014/main" val="709708805"/>
                    </a:ext>
                  </a:extLst>
                </a:gridCol>
                <a:gridCol w="508113">
                  <a:extLst>
                    <a:ext uri="{9D8B030D-6E8A-4147-A177-3AD203B41FA5}">
                      <a16:colId xmlns:a16="http://schemas.microsoft.com/office/drawing/2014/main" val="4264538956"/>
                    </a:ext>
                  </a:extLst>
                </a:gridCol>
              </a:tblGrid>
              <a:tr h="1902391">
                <a:tc>
                  <a:txBody>
                    <a:bodyPr/>
                    <a:lstStyle/>
                    <a:p>
                      <a:pPr algn="l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Düzensiz olan çoğul kelimeleri ezberlememiz gerekir.</a:t>
                      </a:r>
                      <a:endParaRPr lang="tr-TR" sz="28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abic Typesetting" panose="03020402040406030203" pitchFamily="66" charset="-78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05740" marR="205740" marT="285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124214"/>
                  </a:ext>
                </a:extLst>
              </a:tr>
            </a:tbl>
          </a:graphicData>
        </a:graphic>
      </p:graphicFrame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2F04FB1B-6044-449F-951F-1C825C5373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2568833"/>
              </p:ext>
            </p:extLst>
          </p:nvPr>
        </p:nvGraphicFramePr>
        <p:xfrm>
          <a:off x="8797550" y="2359453"/>
          <a:ext cx="2862470" cy="2079174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721457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800" b="1" i="0" u="none" strike="noStrike" dirty="0">
                          <a:ln>
                            <a:noFill/>
                          </a:ln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فُعُل</a:t>
                      </a:r>
                      <a:endParaRPr lang="ar-EG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3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63867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2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كُتُب</a:t>
                      </a: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ln>
                            <a:noFill/>
                          </a:ln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كِتَاب</a:t>
                      </a:r>
                      <a:endParaRPr lang="ar-AE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471438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Kitaplar</a:t>
                      </a:r>
                      <a:endParaRPr lang="tr-TR" sz="42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24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dirty="0">
                        <a:solidFill>
                          <a:schemeClr val="bg1">
                            <a:lumMod val="85000"/>
                          </a:schemeClr>
                        </a:solidFill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DA12FDA5-78C5-4A2D-9ABD-68FB5886BE6B}"/>
              </a:ext>
            </a:extLst>
          </p:cNvPr>
          <p:cNvGraphicFramePr>
            <a:graphicFrameLocks noGrp="1"/>
          </p:cNvGraphicFramePr>
          <p:nvPr/>
        </p:nvGraphicFramePr>
        <p:xfrm>
          <a:off x="367863" y="417950"/>
          <a:ext cx="11477296" cy="1854816"/>
        </p:xfrm>
        <a:graphic>
          <a:graphicData uri="http://schemas.openxmlformats.org/drawingml/2006/table">
            <a:tbl>
              <a:tblPr firstRow="1" firstCol="1" bandRow="1"/>
              <a:tblGrid>
                <a:gridCol w="5021260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6456036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459871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0" b="0" i="0" u="none" strike="noStrike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604682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2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 : bazı eklerle oluşturulur.</a:t>
                      </a:r>
                      <a:endParaRPr lang="tr-TR" sz="2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2800" b="1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2800" b="1" i="0" u="sng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2800" b="1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2800" b="1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A8DD4118-727C-4AA9-B267-094DF65D77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595473"/>
              </p:ext>
            </p:extLst>
          </p:nvPr>
        </p:nvGraphicFramePr>
        <p:xfrm>
          <a:off x="367864" y="2392792"/>
          <a:ext cx="4982349" cy="2061075"/>
        </p:xfrm>
        <a:graphic>
          <a:graphicData uri="http://schemas.openxmlformats.org/drawingml/2006/table">
            <a:tbl>
              <a:tblPr firstRow="1" firstCol="1" bandRow="1"/>
              <a:tblGrid>
                <a:gridCol w="2244815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2737534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687025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7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27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2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3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68702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bg1">
                            <a:lumMod val="75000"/>
                          </a:schemeClr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3000" b="0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مُعَلِّمَة › مُعَلِّمَات</a:t>
                      </a:r>
                      <a:endParaRPr lang="ar-EG" sz="30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C3C844CF-1308-448F-BA59-6D641832399A}"/>
              </a:ext>
            </a:extLst>
          </p:cNvPr>
          <p:cNvSpPr/>
          <p:nvPr/>
        </p:nvSpPr>
        <p:spPr>
          <a:xfrm>
            <a:off x="10156632" y="3287657"/>
            <a:ext cx="3898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Arial" panose="020B0604020202020204" pitchFamily="34" charset="0"/>
                <a:sym typeface="Wingdings 3" panose="05040102010807070707" pitchFamily="18" charset="2"/>
              </a:rPr>
              <a:t></a:t>
            </a:r>
            <a:endParaRPr lang="tr-TR" dirty="0">
              <a:solidFill>
                <a:schemeClr val="bg1">
                  <a:lumMod val="75000"/>
                </a:schemeClr>
              </a:solidFill>
            </a:endParaRPr>
          </a:p>
        </p:txBody>
      </p:sp>
      <p:graphicFrame>
        <p:nvGraphicFramePr>
          <p:cNvPr id="39" name="Tablo 38">
            <a:extLst>
              <a:ext uri="{FF2B5EF4-FFF2-40B4-BE49-F238E27FC236}">
                <a16:creationId xmlns:a16="http://schemas.microsoft.com/office/drawing/2014/main" id="{652E0039-52A0-49F6-8313-9AE420FB2F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4817165"/>
              </p:ext>
            </p:extLst>
          </p:nvPr>
        </p:nvGraphicFramePr>
        <p:xfrm>
          <a:off x="338400" y="4545743"/>
          <a:ext cx="11515200" cy="2065921"/>
        </p:xfrm>
        <a:graphic>
          <a:graphicData uri="http://schemas.openxmlformats.org/drawingml/2006/table">
            <a:tbl>
              <a:tblPr firstRow="1" firstCol="1" bandRow="1"/>
              <a:tblGrid>
                <a:gridCol w="1077656">
                  <a:extLst>
                    <a:ext uri="{9D8B030D-6E8A-4147-A177-3AD203B41FA5}">
                      <a16:colId xmlns:a16="http://schemas.microsoft.com/office/drawing/2014/main" val="1027596851"/>
                    </a:ext>
                  </a:extLst>
                </a:gridCol>
                <a:gridCol w="1387031">
                  <a:extLst>
                    <a:ext uri="{9D8B030D-6E8A-4147-A177-3AD203B41FA5}">
                      <a16:colId xmlns:a16="http://schemas.microsoft.com/office/drawing/2014/main" val="1397446146"/>
                    </a:ext>
                  </a:extLst>
                </a:gridCol>
                <a:gridCol w="1387031">
                  <a:extLst>
                    <a:ext uri="{9D8B030D-6E8A-4147-A177-3AD203B41FA5}">
                      <a16:colId xmlns:a16="http://schemas.microsoft.com/office/drawing/2014/main" val="1621755574"/>
                    </a:ext>
                  </a:extLst>
                </a:gridCol>
                <a:gridCol w="1534352">
                  <a:extLst>
                    <a:ext uri="{9D8B030D-6E8A-4147-A177-3AD203B41FA5}">
                      <a16:colId xmlns:a16="http://schemas.microsoft.com/office/drawing/2014/main" val="4269438335"/>
                    </a:ext>
                  </a:extLst>
                </a:gridCol>
                <a:gridCol w="1534352">
                  <a:extLst>
                    <a:ext uri="{9D8B030D-6E8A-4147-A177-3AD203B41FA5}">
                      <a16:colId xmlns:a16="http://schemas.microsoft.com/office/drawing/2014/main" val="845718901"/>
                    </a:ext>
                  </a:extLst>
                </a:gridCol>
                <a:gridCol w="1391277">
                  <a:extLst>
                    <a:ext uri="{9D8B030D-6E8A-4147-A177-3AD203B41FA5}">
                      <a16:colId xmlns:a16="http://schemas.microsoft.com/office/drawing/2014/main" val="4046796697"/>
                    </a:ext>
                  </a:extLst>
                </a:gridCol>
                <a:gridCol w="1592542">
                  <a:extLst>
                    <a:ext uri="{9D8B030D-6E8A-4147-A177-3AD203B41FA5}">
                      <a16:colId xmlns:a16="http://schemas.microsoft.com/office/drawing/2014/main" val="1560399678"/>
                    </a:ext>
                  </a:extLst>
                </a:gridCol>
                <a:gridCol w="1610959">
                  <a:extLst>
                    <a:ext uri="{9D8B030D-6E8A-4147-A177-3AD203B41FA5}">
                      <a16:colId xmlns:a16="http://schemas.microsoft.com/office/drawing/2014/main" val="51944180"/>
                    </a:ext>
                  </a:extLst>
                </a:gridCol>
              </a:tblGrid>
              <a:tr h="788074">
                <a:tc gridSpan="6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Hareke</a:t>
                      </a:r>
                      <a:endParaRPr lang="tr-TR" sz="4400" b="0" i="0" u="none" strike="noStrike" dirty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2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Harf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7380024"/>
                  </a:ext>
                </a:extLst>
              </a:tr>
              <a:tr h="613688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 err="1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الْمُعَلِّمَا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الْمُعَلِّمَاتُ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tr-TR" sz="32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3000" dirty="0">
                          <a:solidFill>
                            <a:srgbClr val="BFBFBF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SA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SA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ar-SA" sz="3000" dirty="0"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3000" dirty="0">
                          <a:solidFill>
                            <a:srgbClr val="BFBFBF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SA" sz="3000" dirty="0"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SA" sz="3000" dirty="0">
                          <a:solidFill>
                            <a:srgbClr val="00B050"/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SA" sz="3000" dirty="0">
                        <a:latin typeface="Arial" panose="020B0604020202020204" pitchFamily="34" charset="0"/>
                      </a:endParaRPr>
                    </a:p>
                  </a:txBody>
                  <a:tcPr marL="171185" marR="171185" marT="85593" marB="85593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58136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SA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ar-EG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lang="tr-TR" sz="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1666506"/>
                  </a:ext>
                </a:extLst>
              </a:tr>
              <a:tr h="613688"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 err="1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بٍ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 err="1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</a:t>
                      </a:r>
                      <a:r>
                        <a:rPr lang="ar-SA" sz="3000" dirty="0" err="1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بًا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كُتُبٌ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اَلْكُتُ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بِ</a:t>
                      </a:r>
                      <a:endParaRPr lang="ar-EG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َلْكُتُبَ</a:t>
                      </a:r>
                      <a:endParaRPr lang="ar-SA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ctr" latinLnBrk="0" hangingPunct="1">
                        <a:lnSpc>
                          <a:spcPct val="107000"/>
                        </a:lnSpc>
                        <a:spcBef>
                          <a:spcPts val="200"/>
                        </a:spcBef>
                        <a:spcAft>
                          <a:spcPts val="1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00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َلْكُتُبُ</a:t>
                      </a:r>
                      <a:endParaRPr lang="ar-SA" sz="3000" dirty="0">
                        <a:solidFill>
                          <a:schemeClr val="bg1">
                            <a:lumMod val="85000"/>
                          </a:schemeClr>
                        </a:solidFill>
                        <a:latin typeface="Arial" panose="020B0604020202020204" pitchFamily="34" charset="0"/>
                      </a:endParaRPr>
                    </a:p>
                  </a:txBody>
                  <a:tcPr marL="128389" marR="128389" marT="17832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58979499"/>
                  </a:ext>
                </a:extLst>
              </a:tr>
            </a:tbl>
          </a:graphicData>
        </a:graphic>
      </p:graphicFrame>
      <p:grpSp>
        <p:nvGrpSpPr>
          <p:cNvPr id="29" name="Grup 28">
            <a:extLst>
              <a:ext uri="{FF2B5EF4-FFF2-40B4-BE49-F238E27FC236}">
                <a16:creationId xmlns:a16="http://schemas.microsoft.com/office/drawing/2014/main" id="{F8B7D187-D7B4-4A12-B3CA-3C888001235B}"/>
              </a:ext>
            </a:extLst>
          </p:cNvPr>
          <p:cNvGrpSpPr/>
          <p:nvPr/>
        </p:nvGrpSpPr>
        <p:grpSpPr>
          <a:xfrm>
            <a:off x="2800793" y="2432813"/>
            <a:ext cx="2610720" cy="1340640"/>
            <a:chOff x="2800793" y="2432813"/>
            <a:chExt cx="2610720" cy="134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5" name="Mürekkep 24">
                  <a:extLst>
                    <a:ext uri="{FF2B5EF4-FFF2-40B4-BE49-F238E27FC236}">
                      <a16:creationId xmlns:a16="http://schemas.microsoft.com/office/drawing/2014/main" id="{28D9286D-301B-4E79-9BF9-93F172776FDA}"/>
                    </a:ext>
                  </a:extLst>
                </p14:cNvPr>
                <p14:cNvContentPartPr/>
                <p14:nvPr/>
              </p14:nvContentPartPr>
              <p14:xfrm>
                <a:off x="2823113" y="2432813"/>
                <a:ext cx="2490120" cy="702720"/>
              </p14:xfrm>
            </p:contentPart>
          </mc:Choice>
          <mc:Fallback xmlns="">
            <p:pic>
              <p:nvPicPr>
                <p:cNvPr id="25" name="Mürekkep 24">
                  <a:extLst>
                    <a:ext uri="{FF2B5EF4-FFF2-40B4-BE49-F238E27FC236}">
                      <a16:creationId xmlns:a16="http://schemas.microsoft.com/office/drawing/2014/main" id="{28D9286D-301B-4E79-9BF9-93F172776FD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814113" y="2424173"/>
                  <a:ext cx="2507760" cy="72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6" name="Mürekkep 25">
                  <a:extLst>
                    <a:ext uri="{FF2B5EF4-FFF2-40B4-BE49-F238E27FC236}">
                      <a16:creationId xmlns:a16="http://schemas.microsoft.com/office/drawing/2014/main" id="{7A0FB0E3-CC7B-4573-BE87-4D944BE17C2E}"/>
                    </a:ext>
                  </a:extLst>
                </p14:cNvPr>
                <p14:cNvContentPartPr/>
                <p14:nvPr/>
              </p14:nvContentPartPr>
              <p14:xfrm>
                <a:off x="5219633" y="2841773"/>
                <a:ext cx="82440" cy="70560"/>
              </p14:xfrm>
            </p:contentPart>
          </mc:Choice>
          <mc:Fallback xmlns="">
            <p:pic>
              <p:nvPicPr>
                <p:cNvPr id="26" name="Mürekkep 25">
                  <a:extLst>
                    <a:ext uri="{FF2B5EF4-FFF2-40B4-BE49-F238E27FC236}">
                      <a16:creationId xmlns:a16="http://schemas.microsoft.com/office/drawing/2014/main" id="{7A0FB0E3-CC7B-4573-BE87-4D944BE17C2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210633" y="2832773"/>
                  <a:ext cx="10008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28" name="Mürekkep 27">
                  <a:extLst>
                    <a:ext uri="{FF2B5EF4-FFF2-40B4-BE49-F238E27FC236}">
                      <a16:creationId xmlns:a16="http://schemas.microsoft.com/office/drawing/2014/main" id="{28730D84-8198-4F40-B479-56CDE5D1341F}"/>
                    </a:ext>
                  </a:extLst>
                </p14:cNvPr>
                <p14:cNvContentPartPr/>
                <p14:nvPr/>
              </p14:nvContentPartPr>
              <p14:xfrm>
                <a:off x="2800793" y="3131933"/>
                <a:ext cx="2610720" cy="641520"/>
              </p14:xfrm>
            </p:contentPart>
          </mc:Choice>
          <mc:Fallback xmlns="">
            <p:pic>
              <p:nvPicPr>
                <p:cNvPr id="28" name="Mürekkep 27">
                  <a:extLst>
                    <a:ext uri="{FF2B5EF4-FFF2-40B4-BE49-F238E27FC236}">
                      <a16:creationId xmlns:a16="http://schemas.microsoft.com/office/drawing/2014/main" id="{28730D84-8198-4F40-B479-56CDE5D1341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92153" y="3122933"/>
                  <a:ext cx="2628360" cy="659160"/>
                </a:xfrm>
                <a:prstGeom prst="rect">
                  <a:avLst/>
                </a:prstGeom>
              </p:spPr>
            </p:pic>
          </mc:Fallback>
        </mc:AlternateContent>
      </p:grpSp>
      <p:cxnSp>
        <p:nvCxnSpPr>
          <p:cNvPr id="6" name="Düz Ok Bağlayıcısı 5">
            <a:extLst>
              <a:ext uri="{FF2B5EF4-FFF2-40B4-BE49-F238E27FC236}">
                <a16:creationId xmlns:a16="http://schemas.microsoft.com/office/drawing/2014/main" id="{32D3BE68-B620-AC76-2784-C2C3B1FAC235}"/>
              </a:ext>
            </a:extLst>
          </p:cNvPr>
          <p:cNvCxnSpPr/>
          <p:nvPr/>
        </p:nvCxnSpPr>
        <p:spPr>
          <a:xfrm>
            <a:off x="5350213" y="2912333"/>
            <a:ext cx="5196269" cy="2740322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Düz Ok Bağlayıcısı 11">
            <a:extLst>
              <a:ext uri="{FF2B5EF4-FFF2-40B4-BE49-F238E27FC236}">
                <a16:creationId xmlns:a16="http://schemas.microsoft.com/office/drawing/2014/main" id="{1EDDE334-D6C6-B726-A3EF-E7CC7F083929}"/>
              </a:ext>
            </a:extLst>
          </p:cNvPr>
          <p:cNvCxnSpPr>
            <a:cxnSpLocks/>
          </p:cNvCxnSpPr>
          <p:nvPr/>
        </p:nvCxnSpPr>
        <p:spPr>
          <a:xfrm>
            <a:off x="5387193" y="3551900"/>
            <a:ext cx="3687981" cy="2222979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bevel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11729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ablo 14">
            <a:extLst>
              <a:ext uri="{FF2B5EF4-FFF2-40B4-BE49-F238E27FC236}">
                <a16:creationId xmlns:a16="http://schemas.microsoft.com/office/drawing/2014/main" id="{B56D5EB1-8EC0-4066-958A-C356564FE51F}"/>
              </a:ext>
            </a:extLst>
          </p:cNvPr>
          <p:cNvGraphicFramePr>
            <a:graphicFrameLocks noGrp="1"/>
          </p:cNvGraphicFramePr>
          <p:nvPr/>
        </p:nvGraphicFramePr>
        <p:xfrm>
          <a:off x="6328093" y="4598538"/>
          <a:ext cx="4847590" cy="1971390"/>
        </p:xfrm>
        <a:graphic>
          <a:graphicData uri="http://schemas.openxmlformats.org/drawingml/2006/table">
            <a:tbl>
              <a:tblPr firstRow="1" firstCol="1" bandRow="1"/>
              <a:tblGrid>
                <a:gridCol w="4847590">
                  <a:extLst>
                    <a:ext uri="{9D8B030D-6E8A-4147-A177-3AD203B41FA5}">
                      <a16:colId xmlns:a16="http://schemas.microsoft.com/office/drawing/2014/main" val="2437630744"/>
                    </a:ext>
                  </a:extLst>
                </a:gridCol>
              </a:tblGrid>
              <a:tr h="433684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ذَهَبَ الْمُعَلِّمُ</a:t>
                      </a:r>
                      <a:r>
                        <a:rPr lang="ar-AE" sz="3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AE" sz="5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506889080"/>
                  </a:ext>
                </a:extLst>
              </a:tr>
              <a:tr h="433684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ذَهَبَتْ اَلْمُعَلِّمَا</a:t>
                      </a:r>
                      <a:r>
                        <a:rPr lang="ar-AE" sz="3600" b="0" i="0" u="none" strike="noStrike" dirty="0">
                          <a:gradFill>
                            <a:gsLst>
                              <a:gs pos="36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ar-AE" sz="5400" b="0" i="0" u="none" strike="noStrike" dirty="0">
                        <a:gradFill>
                          <a:gsLst>
                            <a:gs pos="36000">
                              <a:srgbClr val="00B050"/>
                            </a:gs>
                            <a:gs pos="42000">
                              <a:srgbClr val="000000"/>
                            </a:gs>
                          </a:gsLst>
                          <a:lin ang="5400000" scaled="0"/>
                        </a:gra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526034997"/>
                  </a:ext>
                </a:extLst>
              </a:tr>
              <a:tr h="433684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ذَهَبَ الطُّلَّـا</a:t>
                      </a:r>
                      <a:r>
                        <a:rPr lang="ar-AE" sz="3600" b="0" i="0" u="none" strike="noStrike" dirty="0">
                          <a:gradFill>
                            <a:gsLst>
                              <a:gs pos="41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ar-AE" sz="5400" b="0" i="0" u="none" strike="noStrike" dirty="0">
                        <a:gradFill>
                          <a:gsLst>
                            <a:gs pos="41000">
                              <a:srgbClr val="00B050"/>
                            </a:gs>
                            <a:gs pos="42000">
                              <a:srgbClr val="000000"/>
                            </a:gs>
                          </a:gsLst>
                          <a:lin ang="5400000" scaled="0"/>
                        </a:gra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138747597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29644F75-1EBE-4E94-BF7D-3842C5292BB5}"/>
              </a:ext>
            </a:extLst>
          </p:cNvPr>
          <p:cNvGraphicFramePr>
            <a:graphicFrameLocks noGrp="1"/>
          </p:cNvGraphicFramePr>
          <p:nvPr/>
        </p:nvGraphicFramePr>
        <p:xfrm>
          <a:off x="339601" y="76048"/>
          <a:ext cx="11512798" cy="4147611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832816">
                  <a:extLst>
                    <a:ext uri="{9D8B030D-6E8A-4147-A177-3AD203B41FA5}">
                      <a16:colId xmlns:a16="http://schemas.microsoft.com/office/drawing/2014/main" val="930809841"/>
                    </a:ext>
                  </a:extLst>
                </a:gridCol>
                <a:gridCol w="310374">
                  <a:extLst>
                    <a:ext uri="{9D8B030D-6E8A-4147-A177-3AD203B41FA5}">
                      <a16:colId xmlns:a16="http://schemas.microsoft.com/office/drawing/2014/main" val="305243429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2406578163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186654047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82981261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1368221131"/>
                    </a:ext>
                  </a:extLst>
                </a:gridCol>
                <a:gridCol w="1399302">
                  <a:extLst>
                    <a:ext uri="{9D8B030D-6E8A-4147-A177-3AD203B41FA5}">
                      <a16:colId xmlns:a16="http://schemas.microsoft.com/office/drawing/2014/main" val="4176360504"/>
                    </a:ext>
                  </a:extLst>
                </a:gridCol>
                <a:gridCol w="1399302">
                  <a:extLst>
                    <a:ext uri="{9D8B030D-6E8A-4147-A177-3AD203B41FA5}">
                      <a16:colId xmlns:a16="http://schemas.microsoft.com/office/drawing/2014/main" val="29803267"/>
                    </a:ext>
                  </a:extLst>
                </a:gridCol>
              </a:tblGrid>
              <a:tr h="195929">
                <a:tc gridSpan="8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İsmin sonundaki bazı </a:t>
                      </a:r>
                      <a:r>
                        <a:rPr lang="tr-TR" sz="2800" b="0" u="sng" dirty="0">
                          <a:solidFill>
                            <a:sysClr val="windowText" lastClr="000000"/>
                          </a:solidFill>
                          <a:effectLst/>
                          <a:uFill>
                            <a:solidFill>
                              <a:srgbClr val="FF0000"/>
                            </a:solidFill>
                          </a:uFill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 veya harf</a:t>
                      </a: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değişimleridir.</a:t>
                      </a:r>
                      <a:endParaRPr lang="tr-TR" sz="2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4661201"/>
                  </a:ext>
                </a:extLst>
              </a:tr>
              <a:tr h="110869">
                <a:tc gridSpan="8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tr-TR" sz="16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8474605"/>
                  </a:ext>
                </a:extLst>
              </a:tr>
              <a:tr h="261107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1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11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8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8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8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4508728"/>
                  </a:ext>
                </a:extLst>
              </a:tr>
              <a:tr h="51809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5607365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7555561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 Eril Çoğul</a:t>
                      </a:r>
                    </a:p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r>
                        <a:rPr lang="ar-SA" sz="2800" b="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| </a:t>
                      </a: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28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r>
                        <a:rPr lang="ar-SA" sz="3200" b="0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2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32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32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364943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6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الْمُعَلِّمِيـنَ</a:t>
                      </a:r>
                      <a:endParaRPr lang="tr-TR" sz="26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sz="26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02256911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1917730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 Dişil Çoğul</a:t>
                      </a:r>
                    </a:p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</a:t>
                      </a:r>
                      <a:r>
                        <a:rPr lang="ar-EG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</a:t>
                      </a:r>
                      <a:r>
                        <a:rPr lang="ar-SA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ات</a:t>
                      </a:r>
                      <a:r>
                        <a:rPr lang="tr-TR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 | </a:t>
                      </a:r>
                      <a:endParaRPr lang="tr-TR" sz="2800" b="0" dirty="0">
                        <a:solidFill>
                          <a:srgbClr val="FF00FF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200" b="0" dirty="0">
                          <a:gradFill flip="none" rotWithShape="1"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3200" b="0" dirty="0">
                        <a:gradFill flip="none" rotWithShape="1"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SA" sz="32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2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ــــَـــا</a:t>
                      </a:r>
                      <a:r>
                        <a:rPr lang="ar-SA" sz="3200" b="0" dirty="0">
                          <a:gradFill flip="none" rotWithShape="1"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3200" b="0" dirty="0">
                        <a:gradFill flip="none" rotWithShape="1">
                          <a:gsLst>
                            <a:gs pos="23000">
                              <a:srgbClr val="0070C0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ــــَـــا</a:t>
                      </a:r>
                      <a:r>
                        <a:rPr lang="ar-SA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32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SA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2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0027896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6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6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600" b="0" dirty="0">
                        <a:gradFill>
                          <a:gsLst>
                            <a:gs pos="23000">
                              <a:srgbClr val="0070C0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6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6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6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439257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5175693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 Çoğul</a:t>
                      </a:r>
                    </a:p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</a:t>
                      </a:r>
                      <a:endParaRPr lang="tr-TR" sz="2800" b="0" i="0" u="none" strike="noStrike" kern="1200" dirty="0">
                        <a:gradFill>
                          <a:gsLst>
                            <a:gs pos="38000">
                              <a:srgbClr val="FF00FF"/>
                            </a:gs>
                            <a:gs pos="92000">
                              <a:srgbClr val="FF00FF"/>
                            </a:gs>
                            <a:gs pos="23000">
                              <a:srgbClr val="0070C0"/>
                            </a:gs>
                            <a:gs pos="63000">
                              <a:srgbClr val="0070C0"/>
                            </a:gs>
                          </a:gsLst>
                          <a:lin ang="0" scaled="0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>
                            <a:gsLst>
                              <a:gs pos="51000">
                                <a:srgbClr val="00B050"/>
                              </a:gs>
                              <a:gs pos="5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ـــٌـ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>
                            <a:gsLst>
                              <a:gs pos="51000">
                                <a:srgbClr val="00B050"/>
                              </a:gs>
                              <a:gs pos="5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ــُ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2000">
                                <a:srgbClr val="0070C0"/>
                              </a:gs>
                              <a:gs pos="57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ــً</a:t>
                      </a:r>
                      <a:r>
                        <a:rPr lang="ar-EG" sz="3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32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FF0066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0070C0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ــَ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FF0066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 </a:t>
                      </a:r>
                      <a:endParaRPr lang="tr-TR" sz="3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ـــٍـ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ــِ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  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6267206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40000">
                                <a:srgbClr val="00B050"/>
                              </a:gs>
                              <a:gs pos="40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بٌ</a:t>
                      </a:r>
                      <a:endParaRPr lang="tr-TR" sz="2600" b="0" dirty="0">
                        <a:gradFill>
                          <a:gsLst>
                            <a:gs pos="40000">
                              <a:srgbClr val="00B050"/>
                            </a:gs>
                            <a:gs pos="40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2600" b="0" dirty="0">
                          <a:gradFill>
                            <a:gsLst>
                              <a:gs pos="40000">
                                <a:srgbClr val="00B050"/>
                              </a:gs>
                              <a:gs pos="40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2600" b="0" dirty="0">
                        <a:gradFill>
                          <a:gsLst>
                            <a:gs pos="40000">
                              <a:srgbClr val="00B050"/>
                            </a:gs>
                            <a:gs pos="40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44000">
                                <a:srgbClr val="0070C0"/>
                              </a:gs>
                              <a:gs pos="47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بً</a:t>
                      </a:r>
                      <a:r>
                        <a:rPr lang="ar-EG" sz="26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26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الطُّلَّـا</a:t>
                      </a:r>
                      <a:r>
                        <a:rPr lang="ar-EG" sz="2600" b="0" dirty="0">
                          <a:gradFill>
                            <a:gsLst>
                              <a:gs pos="39000">
                                <a:srgbClr val="0070C0"/>
                              </a:gs>
                              <a:gs pos="51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2600" b="0" dirty="0">
                        <a:gradFill>
                          <a:gsLst>
                            <a:gs pos="39000">
                              <a:srgbClr val="0070C0"/>
                            </a:gs>
                            <a:gs pos="51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7000">
                                <a:srgbClr val="FF0066"/>
                              </a:gs>
                              <a:gs pos="10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بٍ</a:t>
                      </a:r>
                      <a:endParaRPr lang="tr-TR" sz="2600" b="0" dirty="0">
                        <a:gradFill>
                          <a:gsLst>
                            <a:gs pos="7000">
                              <a:srgbClr val="FF0066"/>
                            </a:gs>
                            <a:gs pos="10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2600" b="0" dirty="0">
                          <a:gradFill>
                            <a:gsLst>
                              <a:gs pos="7000">
                                <a:srgbClr val="FF0066"/>
                              </a:gs>
                              <a:gs pos="10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بِ</a:t>
                      </a:r>
                      <a:endParaRPr lang="tr-TR" sz="2600" b="0" dirty="0">
                        <a:gradFill>
                          <a:gsLst>
                            <a:gs pos="7000">
                              <a:srgbClr val="FF0066"/>
                            </a:gs>
                            <a:gs pos="10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8958305"/>
                  </a:ext>
                </a:extLst>
              </a:tr>
            </a:tbl>
          </a:graphicData>
        </a:graphic>
      </p:graphicFrame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91CEE9B0-62D6-459D-851C-20049AA9CEBE}"/>
              </a:ext>
            </a:extLst>
          </p:cNvPr>
          <p:cNvGraphicFramePr>
            <a:graphicFrameLocks noGrp="1"/>
          </p:cNvGraphicFramePr>
          <p:nvPr/>
        </p:nvGraphicFramePr>
        <p:xfrm>
          <a:off x="1257626" y="4995501"/>
          <a:ext cx="4847590" cy="1063372"/>
        </p:xfrm>
        <a:graphic>
          <a:graphicData uri="http://schemas.openxmlformats.org/drawingml/2006/table">
            <a:tbl>
              <a:tblPr firstRow="1" firstCol="1" bandRow="1"/>
              <a:tblGrid>
                <a:gridCol w="4847590">
                  <a:extLst>
                    <a:ext uri="{9D8B030D-6E8A-4147-A177-3AD203B41FA5}">
                      <a16:colId xmlns:a16="http://schemas.microsoft.com/office/drawing/2014/main" val="536569669"/>
                    </a:ext>
                  </a:extLst>
                </a:gridCol>
              </a:tblGrid>
              <a:tr h="673837">
                <a:tc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Hangi ögeler Merfu olur?</a:t>
                      </a:r>
                      <a:endParaRPr lang="tr-TR" sz="2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</a:t>
                      </a:r>
                      <a:r>
                        <a:rPr lang="tr-TR" sz="2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Özneler (Fail veya </a:t>
                      </a:r>
                      <a:r>
                        <a:rPr lang="tr-TR" sz="2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Mübteda</a:t>
                      </a:r>
                      <a:r>
                        <a:rPr lang="tr-TR" sz="2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)</a:t>
                      </a:r>
                      <a:endParaRPr lang="tr-TR" sz="2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02919351"/>
                  </a:ext>
                </a:extLst>
              </a:tr>
              <a:tr h="88988">
                <a:tc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6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5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68133361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08797623"/>
      </p:ext>
    </p:extLst>
  </p:cSld>
  <p:clrMapOvr>
    <a:masterClrMapping/>
  </p:clrMapOvr>
  <p:transition spd="slow">
    <p:push dir="u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Tablo 16">
            <a:extLst>
              <a:ext uri="{FF2B5EF4-FFF2-40B4-BE49-F238E27FC236}">
                <a16:creationId xmlns:a16="http://schemas.microsoft.com/office/drawing/2014/main" id="{1C213535-ABB0-4F33-8E6B-CBB7C081A245}"/>
              </a:ext>
            </a:extLst>
          </p:cNvPr>
          <p:cNvGraphicFramePr>
            <a:graphicFrameLocks noGrp="1"/>
          </p:cNvGraphicFramePr>
          <p:nvPr/>
        </p:nvGraphicFramePr>
        <p:xfrm>
          <a:off x="6351708" y="4557394"/>
          <a:ext cx="5149692" cy="2100042"/>
        </p:xfrm>
        <a:graphic>
          <a:graphicData uri="http://schemas.openxmlformats.org/drawingml/2006/table">
            <a:tbl>
              <a:tblPr firstRow="1" firstCol="1" bandRow="1"/>
              <a:tblGrid>
                <a:gridCol w="5149692">
                  <a:extLst>
                    <a:ext uri="{9D8B030D-6E8A-4147-A177-3AD203B41FA5}">
                      <a16:colId xmlns:a16="http://schemas.microsoft.com/office/drawing/2014/main" val="3555047215"/>
                    </a:ext>
                  </a:extLst>
                </a:gridCol>
              </a:tblGrid>
              <a:tr h="700014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رَأَيْتُ الْمُعَلِّمِ</a:t>
                      </a:r>
                      <a:r>
                        <a:rPr lang="ar-AE" sz="33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ar-AE" sz="5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7523881"/>
                  </a:ext>
                </a:extLst>
              </a:tr>
              <a:tr h="700014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رَأْيْتُ الْمُعَلِّمَا</a:t>
                      </a:r>
                      <a:r>
                        <a:rPr lang="ar-AE" sz="3300" b="0" i="0" u="none" strike="noStrike" dirty="0">
                          <a:gradFill>
                            <a:gsLst>
                              <a:gs pos="22000">
                                <a:srgbClr val="FF0000"/>
                              </a:gs>
                              <a:gs pos="25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ar-AE" sz="5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28345629"/>
                  </a:ext>
                </a:extLst>
              </a:tr>
              <a:tr h="700014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رَأَيْتُ الطُّلَّا</a:t>
                      </a:r>
                      <a:r>
                        <a:rPr lang="ar-AE" sz="3300" b="0" i="0" u="none" strike="noStrike" dirty="0">
                          <a:gradFill>
                            <a:gsLst>
                              <a:gs pos="41000">
                                <a:srgbClr val="FF0000"/>
                              </a:gs>
                              <a:gs pos="42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ar-AE" sz="5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17755724"/>
                  </a:ext>
                </a:extLst>
              </a:tr>
            </a:tbl>
          </a:graphicData>
        </a:graphic>
      </p:graphicFrame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29644F75-1EBE-4E94-BF7D-3842C5292BB5}"/>
              </a:ext>
            </a:extLst>
          </p:cNvPr>
          <p:cNvGraphicFramePr>
            <a:graphicFrameLocks noGrp="1"/>
          </p:cNvGraphicFramePr>
          <p:nvPr/>
        </p:nvGraphicFramePr>
        <p:xfrm>
          <a:off x="339601" y="76048"/>
          <a:ext cx="11512798" cy="4147611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832816">
                  <a:extLst>
                    <a:ext uri="{9D8B030D-6E8A-4147-A177-3AD203B41FA5}">
                      <a16:colId xmlns:a16="http://schemas.microsoft.com/office/drawing/2014/main" val="930809841"/>
                    </a:ext>
                  </a:extLst>
                </a:gridCol>
                <a:gridCol w="310374">
                  <a:extLst>
                    <a:ext uri="{9D8B030D-6E8A-4147-A177-3AD203B41FA5}">
                      <a16:colId xmlns:a16="http://schemas.microsoft.com/office/drawing/2014/main" val="305243429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2406578163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186654047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82981261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1368221131"/>
                    </a:ext>
                  </a:extLst>
                </a:gridCol>
                <a:gridCol w="1399302">
                  <a:extLst>
                    <a:ext uri="{9D8B030D-6E8A-4147-A177-3AD203B41FA5}">
                      <a16:colId xmlns:a16="http://schemas.microsoft.com/office/drawing/2014/main" val="4176360504"/>
                    </a:ext>
                  </a:extLst>
                </a:gridCol>
                <a:gridCol w="1399302">
                  <a:extLst>
                    <a:ext uri="{9D8B030D-6E8A-4147-A177-3AD203B41FA5}">
                      <a16:colId xmlns:a16="http://schemas.microsoft.com/office/drawing/2014/main" val="29803267"/>
                    </a:ext>
                  </a:extLst>
                </a:gridCol>
              </a:tblGrid>
              <a:tr h="195929">
                <a:tc gridSpan="8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İsmin sonundaki bazı </a:t>
                      </a:r>
                      <a:r>
                        <a:rPr lang="tr-TR" sz="2800" b="0" u="sng" dirty="0">
                          <a:solidFill>
                            <a:sysClr val="windowText" lastClr="000000"/>
                          </a:solidFill>
                          <a:effectLst/>
                          <a:uFill>
                            <a:solidFill>
                              <a:srgbClr val="FF0000"/>
                            </a:solidFill>
                          </a:uFill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 veya harf</a:t>
                      </a: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değişimleridir.</a:t>
                      </a:r>
                      <a:endParaRPr lang="tr-TR" sz="2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4661201"/>
                  </a:ext>
                </a:extLst>
              </a:tr>
              <a:tr h="110869">
                <a:tc gridSpan="8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tr-TR" sz="16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8474605"/>
                  </a:ext>
                </a:extLst>
              </a:tr>
              <a:tr h="261107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1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11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8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8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8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4508728"/>
                  </a:ext>
                </a:extLst>
              </a:tr>
              <a:tr h="51809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5607365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7555561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 Eril Çoğul</a:t>
                      </a:r>
                    </a:p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r>
                        <a:rPr lang="ar-SA" sz="2800" b="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| </a:t>
                      </a: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28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r>
                        <a:rPr lang="ar-SA" sz="3200" b="0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2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32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32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364943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6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الْمُعَلِّمِيـنَ</a:t>
                      </a:r>
                      <a:endParaRPr lang="tr-TR" sz="26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sz="26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02256911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1917730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 Dişil Çoğul</a:t>
                      </a:r>
                    </a:p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</a:t>
                      </a:r>
                      <a:r>
                        <a:rPr lang="ar-EG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</a:t>
                      </a:r>
                      <a:r>
                        <a:rPr lang="ar-SA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ات</a:t>
                      </a:r>
                      <a:r>
                        <a:rPr lang="tr-TR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 | </a:t>
                      </a:r>
                      <a:endParaRPr lang="tr-TR" sz="2800" b="0" dirty="0">
                        <a:solidFill>
                          <a:srgbClr val="FF00FF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200" b="0" dirty="0">
                          <a:gradFill flip="none" rotWithShape="1"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3200" b="0" dirty="0">
                        <a:gradFill flip="none" rotWithShape="1"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SA" sz="32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2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ــــَـــا</a:t>
                      </a:r>
                      <a:r>
                        <a:rPr lang="ar-SA" sz="3200" b="0" dirty="0">
                          <a:gradFill flip="none" rotWithShape="1"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3200" b="0" dirty="0">
                        <a:gradFill flip="none" rotWithShape="1">
                          <a:gsLst>
                            <a:gs pos="23000">
                              <a:srgbClr val="0070C0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ــــَـــا</a:t>
                      </a:r>
                      <a:r>
                        <a:rPr lang="ar-SA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32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SA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2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0027896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6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6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600" b="0" dirty="0">
                        <a:gradFill>
                          <a:gsLst>
                            <a:gs pos="23000">
                              <a:srgbClr val="0070C0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6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6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6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439257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5175693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 Çoğul</a:t>
                      </a:r>
                    </a:p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</a:t>
                      </a:r>
                      <a:endParaRPr lang="tr-TR" sz="2800" b="0" i="0" u="none" strike="noStrike" kern="1200" dirty="0">
                        <a:gradFill>
                          <a:gsLst>
                            <a:gs pos="38000">
                              <a:srgbClr val="FF00FF"/>
                            </a:gs>
                            <a:gs pos="92000">
                              <a:srgbClr val="FF00FF"/>
                            </a:gs>
                            <a:gs pos="23000">
                              <a:srgbClr val="0070C0"/>
                            </a:gs>
                            <a:gs pos="63000">
                              <a:srgbClr val="0070C0"/>
                            </a:gs>
                          </a:gsLst>
                          <a:lin ang="0" scaled="0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>
                            <a:gsLst>
                              <a:gs pos="51000">
                                <a:srgbClr val="00B050"/>
                              </a:gs>
                              <a:gs pos="5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ـــٌـ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>
                            <a:gsLst>
                              <a:gs pos="51000">
                                <a:srgbClr val="00B050"/>
                              </a:gs>
                              <a:gs pos="5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ــُ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2000">
                                <a:srgbClr val="0070C0"/>
                              </a:gs>
                              <a:gs pos="57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ــً</a:t>
                      </a:r>
                      <a:r>
                        <a:rPr lang="ar-EG" sz="3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32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FF0066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0070C0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ــَ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FF0066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 </a:t>
                      </a:r>
                      <a:endParaRPr lang="tr-TR" sz="3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ـــٍـ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ــِ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  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6267206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40000">
                                <a:srgbClr val="00B050"/>
                              </a:gs>
                              <a:gs pos="40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بٌ</a:t>
                      </a:r>
                      <a:endParaRPr lang="tr-TR" sz="2600" b="0" dirty="0">
                        <a:gradFill>
                          <a:gsLst>
                            <a:gs pos="40000">
                              <a:srgbClr val="00B050"/>
                            </a:gs>
                            <a:gs pos="40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2600" b="0" dirty="0">
                          <a:gradFill>
                            <a:gsLst>
                              <a:gs pos="40000">
                                <a:srgbClr val="00B050"/>
                              </a:gs>
                              <a:gs pos="40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2600" b="0" dirty="0">
                        <a:gradFill>
                          <a:gsLst>
                            <a:gs pos="40000">
                              <a:srgbClr val="00B050"/>
                            </a:gs>
                            <a:gs pos="40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44000">
                                <a:srgbClr val="0070C0"/>
                              </a:gs>
                              <a:gs pos="47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بً</a:t>
                      </a:r>
                      <a:r>
                        <a:rPr lang="ar-EG" sz="26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26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الطُّلَّـا</a:t>
                      </a:r>
                      <a:r>
                        <a:rPr lang="ar-EG" sz="2600" b="0" dirty="0">
                          <a:gradFill>
                            <a:gsLst>
                              <a:gs pos="39000">
                                <a:srgbClr val="0070C0"/>
                              </a:gs>
                              <a:gs pos="51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2600" b="0" dirty="0">
                        <a:gradFill>
                          <a:gsLst>
                            <a:gs pos="39000">
                              <a:srgbClr val="0070C0"/>
                            </a:gs>
                            <a:gs pos="51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7000">
                                <a:srgbClr val="FF0066"/>
                              </a:gs>
                              <a:gs pos="10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بٍ</a:t>
                      </a:r>
                      <a:endParaRPr lang="tr-TR" sz="2600" b="0" dirty="0">
                        <a:gradFill>
                          <a:gsLst>
                            <a:gs pos="7000">
                              <a:srgbClr val="FF0066"/>
                            </a:gs>
                            <a:gs pos="10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2600" b="0" dirty="0">
                          <a:gradFill>
                            <a:gsLst>
                              <a:gs pos="7000">
                                <a:srgbClr val="FF0066"/>
                              </a:gs>
                              <a:gs pos="10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بِ</a:t>
                      </a:r>
                      <a:endParaRPr lang="tr-TR" sz="2600" b="0" dirty="0">
                        <a:gradFill>
                          <a:gsLst>
                            <a:gs pos="7000">
                              <a:srgbClr val="FF0066"/>
                            </a:gs>
                            <a:gs pos="10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8958305"/>
                  </a:ext>
                </a:extLst>
              </a:tr>
            </a:tbl>
          </a:graphicData>
        </a:graphic>
      </p:graphicFrame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2A76B799-D31D-495C-A880-DCB6197EAA48}"/>
              </a:ext>
            </a:extLst>
          </p:cNvPr>
          <p:cNvGraphicFramePr>
            <a:graphicFrameLocks noGrp="1"/>
          </p:cNvGraphicFramePr>
          <p:nvPr/>
        </p:nvGraphicFramePr>
        <p:xfrm>
          <a:off x="1238309" y="4557395"/>
          <a:ext cx="5149692" cy="2100041"/>
        </p:xfrm>
        <a:graphic>
          <a:graphicData uri="http://schemas.openxmlformats.org/drawingml/2006/table">
            <a:tbl>
              <a:tblPr firstRow="1" firstCol="1" bandRow="1"/>
              <a:tblGrid>
                <a:gridCol w="5149692">
                  <a:extLst>
                    <a:ext uri="{9D8B030D-6E8A-4147-A177-3AD203B41FA5}">
                      <a16:colId xmlns:a16="http://schemas.microsoft.com/office/drawing/2014/main" val="1857109567"/>
                    </a:ext>
                  </a:extLst>
                </a:gridCol>
              </a:tblGrid>
              <a:tr h="2100041">
                <a:tc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Hangi ögeler Mansub olur?</a:t>
                      </a:r>
                      <a:endParaRPr lang="tr-TR" sz="5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</a:t>
                      </a:r>
                      <a:r>
                        <a:rPr lang="tr-TR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Nesneler</a:t>
                      </a:r>
                      <a:endParaRPr lang="tr-TR" sz="5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</a:t>
                      </a:r>
                      <a:r>
                        <a:rPr lang="tr-TR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Zamanla ilgili kelimeler</a:t>
                      </a:r>
                      <a:endParaRPr lang="tr-TR" sz="5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</a:t>
                      </a:r>
                      <a:r>
                        <a:rPr lang="tr-TR" sz="30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Mekanla ilgili kelimeler</a:t>
                      </a:r>
                      <a:endParaRPr lang="tr-TR" sz="5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8595" marR="188595" marT="26194" marB="0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56399110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170687347"/>
      </p:ext>
    </p:extLst>
  </p:cSld>
  <p:clrMapOvr>
    <a:masterClrMapping/>
  </p:clrMapOvr>
  <p:transition spd="slow">
    <p:push dir="u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29644F75-1EBE-4E94-BF7D-3842C5292BB5}"/>
              </a:ext>
            </a:extLst>
          </p:cNvPr>
          <p:cNvGraphicFramePr>
            <a:graphicFrameLocks noGrp="1"/>
          </p:cNvGraphicFramePr>
          <p:nvPr/>
        </p:nvGraphicFramePr>
        <p:xfrm>
          <a:off x="339601" y="76048"/>
          <a:ext cx="11512798" cy="4147611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832816">
                  <a:extLst>
                    <a:ext uri="{9D8B030D-6E8A-4147-A177-3AD203B41FA5}">
                      <a16:colId xmlns:a16="http://schemas.microsoft.com/office/drawing/2014/main" val="930809841"/>
                    </a:ext>
                  </a:extLst>
                </a:gridCol>
                <a:gridCol w="310374">
                  <a:extLst>
                    <a:ext uri="{9D8B030D-6E8A-4147-A177-3AD203B41FA5}">
                      <a16:colId xmlns:a16="http://schemas.microsoft.com/office/drawing/2014/main" val="305243429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2406578163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186654047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829812615"/>
                    </a:ext>
                  </a:extLst>
                </a:gridCol>
                <a:gridCol w="1392751">
                  <a:extLst>
                    <a:ext uri="{9D8B030D-6E8A-4147-A177-3AD203B41FA5}">
                      <a16:colId xmlns:a16="http://schemas.microsoft.com/office/drawing/2014/main" val="1368221131"/>
                    </a:ext>
                  </a:extLst>
                </a:gridCol>
                <a:gridCol w="1399302">
                  <a:extLst>
                    <a:ext uri="{9D8B030D-6E8A-4147-A177-3AD203B41FA5}">
                      <a16:colId xmlns:a16="http://schemas.microsoft.com/office/drawing/2014/main" val="4176360504"/>
                    </a:ext>
                  </a:extLst>
                </a:gridCol>
                <a:gridCol w="1399302">
                  <a:extLst>
                    <a:ext uri="{9D8B030D-6E8A-4147-A177-3AD203B41FA5}">
                      <a16:colId xmlns:a16="http://schemas.microsoft.com/office/drawing/2014/main" val="29803267"/>
                    </a:ext>
                  </a:extLst>
                </a:gridCol>
              </a:tblGrid>
              <a:tr h="195929">
                <a:tc gridSpan="8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İsmin sonundaki bazı </a:t>
                      </a:r>
                      <a:r>
                        <a:rPr lang="tr-TR" sz="2800" b="0" u="sng" dirty="0">
                          <a:solidFill>
                            <a:sysClr val="windowText" lastClr="000000"/>
                          </a:solidFill>
                          <a:effectLst/>
                          <a:uFill>
                            <a:solidFill>
                              <a:srgbClr val="FF0000"/>
                            </a:solidFill>
                          </a:uFill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 veya harf</a:t>
                      </a: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değişimleridir.</a:t>
                      </a:r>
                      <a:endParaRPr lang="tr-TR" sz="2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4661201"/>
                  </a:ext>
                </a:extLst>
              </a:tr>
              <a:tr h="110869">
                <a:tc gridSpan="8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tr-TR" sz="16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8474605"/>
                  </a:ext>
                </a:extLst>
              </a:tr>
              <a:tr h="261107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1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11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8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8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8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4508728"/>
                  </a:ext>
                </a:extLst>
              </a:tr>
              <a:tr h="51809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3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5607365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7555561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 Eril Çoğul</a:t>
                      </a:r>
                    </a:p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r>
                        <a:rPr lang="ar-SA" sz="2800" b="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| </a:t>
                      </a:r>
                      <a:r>
                        <a:rPr lang="ar-SA" sz="28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28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r>
                        <a:rPr lang="ar-SA" sz="3200" b="0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2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32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ـــِـــيـنَ</a:t>
                      </a:r>
                      <a:endParaRPr lang="tr-TR" sz="32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364943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600" b="0" dirty="0">
                        <a:solidFill>
                          <a:srgbClr val="00B05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الْمُعَلِّمِيـنَ</a:t>
                      </a:r>
                      <a:endParaRPr lang="tr-TR" sz="26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sz="2600" b="0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02256911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1917730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 Dişil Çoğul</a:t>
                      </a:r>
                    </a:p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</a:t>
                      </a:r>
                      <a:r>
                        <a:rPr lang="ar-EG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</a:t>
                      </a:r>
                      <a:r>
                        <a:rPr lang="ar-SA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ات</a:t>
                      </a:r>
                      <a:r>
                        <a:rPr lang="tr-TR" sz="2800" b="0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 | </a:t>
                      </a:r>
                      <a:endParaRPr lang="tr-TR" sz="2800" b="0" dirty="0">
                        <a:solidFill>
                          <a:srgbClr val="FF00FF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200" b="0" dirty="0">
                          <a:gradFill flip="none" rotWithShape="1"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3200" b="0" dirty="0">
                        <a:gradFill flip="none" rotWithShape="1"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SA" sz="32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2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ــــَـــا</a:t>
                      </a:r>
                      <a:r>
                        <a:rPr lang="ar-SA" sz="3200" b="0" dirty="0">
                          <a:gradFill flip="none" rotWithShape="1"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3200" b="0" dirty="0">
                        <a:gradFill flip="none" rotWithShape="1">
                          <a:gsLst>
                            <a:gs pos="23000">
                              <a:srgbClr val="0070C0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ــــَـــا</a:t>
                      </a:r>
                      <a:r>
                        <a:rPr lang="ar-SA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32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ـــَـــا</a:t>
                      </a:r>
                      <a:r>
                        <a:rPr lang="ar-SA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2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0027896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6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31000">
                                <a:srgbClr val="00B050"/>
                              </a:gs>
                              <a:gs pos="3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600" b="0" dirty="0">
                        <a:gradFill>
                          <a:gsLst>
                            <a:gs pos="31000">
                              <a:srgbClr val="00B050"/>
                            </a:gs>
                            <a:gs pos="38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600" b="0" dirty="0">
                        <a:gradFill>
                          <a:gsLst>
                            <a:gs pos="23000">
                              <a:srgbClr val="0070C0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0070C0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6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6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مُعَلِّمَا</a:t>
                      </a:r>
                      <a:r>
                        <a:rPr lang="ar-EG" sz="26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600" b="0" dirty="0">
                        <a:gradFill>
                          <a:gsLst>
                            <a:gs pos="23000">
                              <a:srgbClr val="FF0066"/>
                            </a:gs>
                            <a:gs pos="24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439257"/>
                  </a:ext>
                </a:extLst>
              </a:tr>
              <a:tr h="34518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1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5175693"/>
                  </a:ext>
                </a:extLst>
              </a:tr>
              <a:tr h="240423"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 Çoğul</a:t>
                      </a:r>
                    </a:p>
                    <a:p>
                      <a:pPr algn="ctr" rtl="0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2800" b="0" i="0" u="none" strike="noStrike" kern="12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Hareke</a:t>
                      </a:r>
                      <a:endParaRPr lang="tr-TR" sz="2800" b="0" i="0" u="none" strike="noStrike" kern="1200" dirty="0">
                        <a:gradFill>
                          <a:gsLst>
                            <a:gs pos="38000">
                              <a:srgbClr val="FF00FF"/>
                            </a:gs>
                            <a:gs pos="92000">
                              <a:srgbClr val="FF00FF"/>
                            </a:gs>
                            <a:gs pos="23000">
                              <a:srgbClr val="0070C0"/>
                            </a:gs>
                            <a:gs pos="63000">
                              <a:srgbClr val="0070C0"/>
                            </a:gs>
                          </a:gsLst>
                          <a:lin ang="0" scaled="0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tr-TR" sz="28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</a:t>
                      </a:r>
                      <a:endParaRPr lang="tr-TR" sz="28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>
                            <a:gsLst>
                              <a:gs pos="51000">
                                <a:srgbClr val="00B050"/>
                              </a:gs>
                              <a:gs pos="5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ـــٌـ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>
                            <a:gsLst>
                              <a:gs pos="51000">
                                <a:srgbClr val="00B050"/>
                              </a:gs>
                              <a:gs pos="5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ــُ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2000">
                                <a:srgbClr val="0070C0"/>
                              </a:gs>
                              <a:gs pos="57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ــً</a:t>
                      </a:r>
                      <a:r>
                        <a:rPr lang="ar-EG" sz="32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32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FF0066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0070C0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ــَ</a:t>
                      </a:r>
                      <a:r>
                        <a:rPr lang="ar-EG" sz="3200" b="0" dirty="0">
                          <a:gradFill flip="none" rotWithShape="1">
                            <a:gsLst>
                              <a:gs pos="55000">
                                <a:srgbClr val="FF0066"/>
                              </a:gs>
                              <a:gs pos="61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 </a:t>
                      </a:r>
                      <a:endParaRPr lang="tr-TR" sz="3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ـــٍـ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 ـ ــ</a:t>
                      </a:r>
                      <a:r>
                        <a:rPr lang="ar-EG" sz="3200" b="0" dirty="0">
                          <a:gradFill>
                            <a:gsLst>
                              <a:gs pos="23000">
                                <a:srgbClr val="FF0066"/>
                              </a:gs>
                              <a:gs pos="24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ــِ</a:t>
                      </a:r>
                      <a:r>
                        <a:rPr lang="ar-EG" sz="32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ــ  </a:t>
                      </a:r>
                      <a:endParaRPr lang="tr-TR" sz="3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6267206"/>
                  </a:ext>
                </a:extLst>
              </a:tr>
              <a:tr h="20610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40000">
                                <a:srgbClr val="00B050"/>
                              </a:gs>
                              <a:gs pos="40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بٌ</a:t>
                      </a:r>
                      <a:endParaRPr lang="tr-TR" sz="2600" b="0" dirty="0">
                        <a:gradFill>
                          <a:gsLst>
                            <a:gs pos="40000">
                              <a:srgbClr val="00B050"/>
                            </a:gs>
                            <a:gs pos="40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2600" b="0" dirty="0">
                          <a:gradFill>
                            <a:gsLst>
                              <a:gs pos="40000">
                                <a:srgbClr val="00B050"/>
                              </a:gs>
                              <a:gs pos="40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2600" b="0" dirty="0">
                        <a:gradFill>
                          <a:gsLst>
                            <a:gs pos="40000">
                              <a:srgbClr val="00B050"/>
                            </a:gs>
                            <a:gs pos="40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44000">
                                <a:srgbClr val="0070C0"/>
                              </a:gs>
                              <a:gs pos="47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بً</a:t>
                      </a:r>
                      <a:r>
                        <a:rPr lang="ar-EG" sz="2600" b="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endParaRPr lang="tr-TR" sz="2600" b="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الطُّلَّـا</a:t>
                      </a:r>
                      <a:r>
                        <a:rPr lang="ar-EG" sz="2600" b="0" dirty="0">
                          <a:gradFill>
                            <a:gsLst>
                              <a:gs pos="39000">
                                <a:srgbClr val="0070C0"/>
                              </a:gs>
                              <a:gs pos="51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2600" b="0" dirty="0">
                        <a:gradFill>
                          <a:gsLst>
                            <a:gs pos="39000">
                              <a:srgbClr val="0070C0"/>
                            </a:gs>
                            <a:gs pos="51000">
                              <a:schemeClr val="tx1"/>
                            </a:gs>
                          </a:gsLst>
                          <a:lin ang="54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طُلَّـا</a:t>
                      </a:r>
                      <a:r>
                        <a:rPr lang="ar-EG" sz="2600" b="0" dirty="0">
                          <a:gradFill>
                            <a:gsLst>
                              <a:gs pos="7000">
                                <a:srgbClr val="FF0066"/>
                              </a:gs>
                              <a:gs pos="10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بٍ</a:t>
                      </a:r>
                      <a:endParaRPr lang="tr-TR" sz="2600" b="0" dirty="0">
                        <a:gradFill>
                          <a:gsLst>
                            <a:gs pos="7000">
                              <a:srgbClr val="FF0066"/>
                            </a:gs>
                            <a:gs pos="10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ar-EG" sz="2600" b="0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ال</a:t>
                      </a:r>
                      <a:r>
                        <a:rPr lang="ar-EG" sz="2600" b="0" dirty="0"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طُّلَّـا</a:t>
                      </a:r>
                      <a:r>
                        <a:rPr lang="ar-EG" sz="2600" b="0" dirty="0">
                          <a:gradFill>
                            <a:gsLst>
                              <a:gs pos="7000">
                                <a:srgbClr val="FF0066"/>
                              </a:gs>
                              <a:gs pos="10000">
                                <a:schemeClr val="tx1"/>
                              </a:gs>
                            </a:gsLst>
                            <a:lin ang="162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بِ</a:t>
                      </a:r>
                      <a:endParaRPr lang="tr-TR" sz="2600" b="0" dirty="0">
                        <a:gradFill>
                          <a:gsLst>
                            <a:gs pos="7000">
                              <a:srgbClr val="FF0066"/>
                            </a:gs>
                            <a:gs pos="10000">
                              <a:schemeClr val="tx1"/>
                            </a:gs>
                          </a:gsLst>
                          <a:lin ang="16200000" scaled="1"/>
                        </a:gra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8958305"/>
                  </a:ext>
                </a:extLst>
              </a:tr>
            </a:tbl>
          </a:graphicData>
        </a:graphic>
      </p:graphicFrame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B8CE2896-4C65-44E5-8664-46C312F08CF4}"/>
              </a:ext>
            </a:extLst>
          </p:cNvPr>
          <p:cNvGraphicFramePr>
            <a:graphicFrameLocks noGrp="1"/>
          </p:cNvGraphicFramePr>
          <p:nvPr/>
        </p:nvGraphicFramePr>
        <p:xfrm>
          <a:off x="6096000" y="4488923"/>
          <a:ext cx="4954112" cy="2115408"/>
        </p:xfrm>
        <a:graphic>
          <a:graphicData uri="http://schemas.openxmlformats.org/drawingml/2006/table">
            <a:tbl>
              <a:tblPr firstRow="1" firstCol="1" bandRow="1"/>
              <a:tblGrid>
                <a:gridCol w="4954112">
                  <a:extLst>
                    <a:ext uri="{9D8B030D-6E8A-4147-A177-3AD203B41FA5}">
                      <a16:colId xmlns:a16="http://schemas.microsoft.com/office/drawing/2014/main" val="3888700082"/>
                    </a:ext>
                  </a:extLst>
                </a:gridCol>
              </a:tblGrid>
              <a:tr h="705136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سَلَّمْتُ </a:t>
                      </a:r>
                      <a:r>
                        <a:rPr lang="ar-AE" sz="33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عَلَى</a:t>
                      </a:r>
                      <a:r>
                        <a:rPr lang="ar-AE" sz="33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الْمُعَلِّمِ</a:t>
                      </a:r>
                      <a:r>
                        <a:rPr lang="ar-AE" sz="33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ar-AE" sz="5000" b="0" i="0" u="none" strike="noStrike" dirty="0">
                        <a:solidFill>
                          <a:srgbClr val="FF0066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0087479"/>
                  </a:ext>
                </a:extLst>
              </a:tr>
              <a:tr h="705136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سَلَّمْتُ </a:t>
                      </a:r>
                      <a:r>
                        <a:rPr lang="ar-AE" sz="33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عَلَ</a:t>
                      </a:r>
                      <a:r>
                        <a:rPr lang="ar-AE" sz="33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ى 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الْمُعَلِّمَا</a:t>
                      </a:r>
                      <a:r>
                        <a:rPr lang="ar-AE" sz="3300" b="0" i="0" u="none" strike="noStrike" dirty="0">
                          <a:gradFill>
                            <a:gsLst>
                              <a:gs pos="22000">
                                <a:srgbClr val="FF0000"/>
                              </a:gs>
                              <a:gs pos="25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ar-AE" sz="5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4340671"/>
                  </a:ext>
                </a:extLst>
              </a:tr>
              <a:tr h="705136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33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</a:t>
                      </a:r>
                      <a:r>
                        <a:rPr lang="ar-AE" sz="33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سَلَّمْتُ </a:t>
                      </a:r>
                      <a:r>
                        <a:rPr lang="ar-AE" sz="33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عَلَى</a:t>
                      </a:r>
                      <a:r>
                        <a:rPr lang="ar-AE" sz="33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AE" sz="3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الطُّلَّا</a:t>
                      </a:r>
                      <a:r>
                        <a:rPr lang="ar-AE" sz="3300" b="0" i="0" u="none" strike="noStrike" dirty="0">
                          <a:gradFill>
                            <a:gsLst>
                              <a:gs pos="8000">
                                <a:srgbClr val="FF0000"/>
                              </a:gs>
                              <a:gs pos="1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بِ</a:t>
                      </a:r>
                      <a:endParaRPr lang="ar-AE" sz="5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595" marR="188595" marT="26194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8084043"/>
                  </a:ext>
                </a:extLst>
              </a:tr>
            </a:tbl>
          </a:graphicData>
        </a:graphic>
      </p:graphicFrame>
      <p:graphicFrame>
        <p:nvGraphicFramePr>
          <p:cNvPr id="3" name="Tablo 2">
            <a:extLst>
              <a:ext uri="{FF2B5EF4-FFF2-40B4-BE49-F238E27FC236}">
                <a16:creationId xmlns:a16="http://schemas.microsoft.com/office/drawing/2014/main" id="{9B2FCD58-A725-4F51-9973-1E01F984CEF8}"/>
              </a:ext>
            </a:extLst>
          </p:cNvPr>
          <p:cNvGraphicFramePr>
            <a:graphicFrameLocks noGrp="1"/>
          </p:cNvGraphicFramePr>
          <p:nvPr/>
        </p:nvGraphicFramePr>
        <p:xfrm>
          <a:off x="1218388" y="4488923"/>
          <a:ext cx="4954112" cy="2107725"/>
        </p:xfrm>
        <a:graphic>
          <a:graphicData uri="http://schemas.openxmlformats.org/drawingml/2006/table">
            <a:tbl>
              <a:tblPr firstRow="1" firstCol="1" bandRow="1"/>
              <a:tblGrid>
                <a:gridCol w="4954112">
                  <a:extLst>
                    <a:ext uri="{9D8B030D-6E8A-4147-A177-3AD203B41FA5}">
                      <a16:colId xmlns:a16="http://schemas.microsoft.com/office/drawing/2014/main" val="4017975935"/>
                    </a:ext>
                  </a:extLst>
                </a:gridCol>
              </a:tblGrid>
              <a:tr h="2107725">
                <a:tc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Hangi ögeler Mecrur olur?</a:t>
                      </a:r>
                      <a:endParaRPr lang="tr-TR" sz="50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</a:t>
                      </a:r>
                      <a:r>
                        <a:rPr lang="tr-TR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Cer harfi (ek) almış kelimeler</a:t>
                      </a:r>
                      <a:endParaRPr lang="tr-TR" sz="5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</a:t>
                      </a:r>
                      <a:r>
                        <a:rPr lang="tr-TR" sz="3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Tamlayan</a:t>
                      </a:r>
                      <a:endParaRPr lang="tr-TR" sz="5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8595" marR="188595" marT="26194" marB="0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6109413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2680515283"/>
      </p:ext>
    </p:extLst>
  </p:cSld>
  <p:clrMapOvr>
    <a:masterClrMapping/>
  </p:clrMapOvr>
  <p:transition spd="slow">
    <p:push dir="u"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132989FA-254B-4C9C-835C-3FBEAF5649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6776592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rgbClr val="0070C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graphicFrame>
        <p:nvGraphicFramePr>
          <p:cNvPr id="4" name="Tablo 3">
            <a:extLst>
              <a:ext uri="{FF2B5EF4-FFF2-40B4-BE49-F238E27FC236}">
                <a16:creationId xmlns:a16="http://schemas.microsoft.com/office/drawing/2014/main" id="{8067FEBA-E3AC-4DD2-B156-50957F617A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9773235"/>
              </p:ext>
            </p:extLst>
          </p:nvPr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5" name="Bağlayıcı: Eğri 4">
            <a:extLst>
              <a:ext uri="{FF2B5EF4-FFF2-40B4-BE49-F238E27FC236}">
                <a16:creationId xmlns:a16="http://schemas.microsoft.com/office/drawing/2014/main" id="{8E5DC742-066F-41F2-ABEF-B8C09DBB1776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Bağlayıcı: Eğri 16">
            <a:extLst>
              <a:ext uri="{FF2B5EF4-FFF2-40B4-BE49-F238E27FC236}">
                <a16:creationId xmlns:a16="http://schemas.microsoft.com/office/drawing/2014/main" id="{C0F68E44-5AE5-4725-9E12-FDEA1BBE5075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Tablo 18">
            <a:extLst>
              <a:ext uri="{FF2B5EF4-FFF2-40B4-BE49-F238E27FC236}">
                <a16:creationId xmlns:a16="http://schemas.microsoft.com/office/drawing/2014/main" id="{DB0DC89A-B6EC-484D-8DCF-03E00FFE46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6810563"/>
              </p:ext>
            </p:extLst>
          </p:nvPr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20" name="Tablo 19">
            <a:extLst>
              <a:ext uri="{FF2B5EF4-FFF2-40B4-BE49-F238E27FC236}">
                <a16:creationId xmlns:a16="http://schemas.microsoft.com/office/drawing/2014/main" id="{63F493A0-642D-4162-AD88-4ED4DA42CB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6145891"/>
              </p:ext>
            </p:extLst>
          </p:nvPr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1" name="Mürekkep 20">
                <a:extLst>
                  <a:ext uri="{FF2B5EF4-FFF2-40B4-BE49-F238E27FC236}">
                    <a16:creationId xmlns:a16="http://schemas.microsoft.com/office/drawing/2014/main" id="{62E9E174-0210-4E85-97BB-BBEF4FBEE93E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21" name="Mürekkep 20">
                <a:extLst>
                  <a:ext uri="{FF2B5EF4-FFF2-40B4-BE49-F238E27FC236}">
                    <a16:creationId xmlns:a16="http://schemas.microsoft.com/office/drawing/2014/main" id="{62E9E174-0210-4E85-97BB-BBEF4FBEE93E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22" name="Mürekkep 21">
                <a:extLst>
                  <a:ext uri="{FF2B5EF4-FFF2-40B4-BE49-F238E27FC236}">
                    <a16:creationId xmlns:a16="http://schemas.microsoft.com/office/drawing/2014/main" id="{C8D49FC0-9728-4AB8-9474-479398E2698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22" name="Mürekkep 21">
                <a:extLst>
                  <a:ext uri="{FF2B5EF4-FFF2-40B4-BE49-F238E27FC236}">
                    <a16:creationId xmlns:a16="http://schemas.microsoft.com/office/drawing/2014/main" id="{C8D49FC0-9728-4AB8-9474-479398E2698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23" name="Mürekkep 22">
                <a:extLst>
                  <a:ext uri="{FF2B5EF4-FFF2-40B4-BE49-F238E27FC236}">
                    <a16:creationId xmlns:a16="http://schemas.microsoft.com/office/drawing/2014/main" id="{18C5B705-C1D6-4B43-810E-064FAFF1690D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23" name="Mürekkep 22">
                <a:extLst>
                  <a:ext uri="{FF2B5EF4-FFF2-40B4-BE49-F238E27FC236}">
                    <a16:creationId xmlns:a16="http://schemas.microsoft.com/office/drawing/2014/main" id="{18C5B705-C1D6-4B43-810E-064FAFF1690D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24" name="Mürekkep 23">
                <a:extLst>
                  <a:ext uri="{FF2B5EF4-FFF2-40B4-BE49-F238E27FC236}">
                    <a16:creationId xmlns:a16="http://schemas.microsoft.com/office/drawing/2014/main" id="{3A2A72C6-0BF6-4E83-94CC-7AAE66E53796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24" name="Mürekkep 23">
                <a:extLst>
                  <a:ext uri="{FF2B5EF4-FFF2-40B4-BE49-F238E27FC236}">
                    <a16:creationId xmlns:a16="http://schemas.microsoft.com/office/drawing/2014/main" id="{3A2A72C6-0BF6-4E83-94CC-7AAE66E53796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25" name="Mürekkep 24">
                <a:extLst>
                  <a:ext uri="{FF2B5EF4-FFF2-40B4-BE49-F238E27FC236}">
                    <a16:creationId xmlns:a16="http://schemas.microsoft.com/office/drawing/2014/main" id="{826DF56F-9450-42D5-986A-F786BB16D2BE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25" name="Mürekkep 24">
                <a:extLst>
                  <a:ext uri="{FF2B5EF4-FFF2-40B4-BE49-F238E27FC236}">
                    <a16:creationId xmlns:a16="http://schemas.microsoft.com/office/drawing/2014/main" id="{826DF56F-9450-42D5-986A-F786BB16D2BE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26" name="Dikdörtgen 25">
            <a:extLst>
              <a:ext uri="{FF2B5EF4-FFF2-40B4-BE49-F238E27FC236}">
                <a16:creationId xmlns:a16="http://schemas.microsoft.com/office/drawing/2014/main" id="{97AEE0FF-3E00-4FDB-AF92-D49028F1949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DB14320A-8B3C-4F12-8D76-5A8C771345E6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F8195A53-6879-4BD2-A985-FA0D013BF012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5B9A840F-20BE-4303-BA77-0648D90ACF86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0" name="Tablo 39">
            <a:extLst>
              <a:ext uri="{FF2B5EF4-FFF2-40B4-BE49-F238E27FC236}">
                <a16:creationId xmlns:a16="http://schemas.microsoft.com/office/drawing/2014/main" id="{5B464025-C052-4EFC-AD18-F8D049C48B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4544841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3201796076"/>
      </p:ext>
    </p:extLst>
  </p:cSld>
  <p:clrMapOvr>
    <a:masterClrMapping/>
  </p:clrMapOvr>
  <p:transition spd="slow">
    <p:push dir="u"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132989FA-254B-4C9C-835C-3FBEAF5649F0}"/>
              </a:ext>
            </a:extLst>
          </p:cNvPr>
          <p:cNvGraphicFramePr>
            <a:graphicFrameLocks noGrp="1"/>
          </p:cNvGraphicFramePr>
          <p:nvPr/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rgbClr val="0070C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graphicFrame>
        <p:nvGraphicFramePr>
          <p:cNvPr id="4" name="Tablo 3">
            <a:extLst>
              <a:ext uri="{FF2B5EF4-FFF2-40B4-BE49-F238E27FC236}">
                <a16:creationId xmlns:a16="http://schemas.microsoft.com/office/drawing/2014/main" id="{8067FEBA-E3AC-4DD2-B156-50957F617A93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5" name="Bağlayıcı: Eğri 4">
            <a:extLst>
              <a:ext uri="{FF2B5EF4-FFF2-40B4-BE49-F238E27FC236}">
                <a16:creationId xmlns:a16="http://schemas.microsoft.com/office/drawing/2014/main" id="{8E5DC742-066F-41F2-ABEF-B8C09DBB1776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Bağlayıcı: Eğri 16">
            <a:extLst>
              <a:ext uri="{FF2B5EF4-FFF2-40B4-BE49-F238E27FC236}">
                <a16:creationId xmlns:a16="http://schemas.microsoft.com/office/drawing/2014/main" id="{C0F68E44-5AE5-4725-9E12-FDEA1BBE5075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Tablo 18">
            <a:extLst>
              <a:ext uri="{FF2B5EF4-FFF2-40B4-BE49-F238E27FC236}">
                <a16:creationId xmlns:a16="http://schemas.microsoft.com/office/drawing/2014/main" id="{DB0DC89A-B6EC-484D-8DCF-03E00FFE467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20" name="Tablo 19">
            <a:extLst>
              <a:ext uri="{FF2B5EF4-FFF2-40B4-BE49-F238E27FC236}">
                <a16:creationId xmlns:a16="http://schemas.microsoft.com/office/drawing/2014/main" id="{63F493A0-642D-4162-AD88-4ED4DA42CB00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1" name="Mürekkep 20">
                <a:extLst>
                  <a:ext uri="{FF2B5EF4-FFF2-40B4-BE49-F238E27FC236}">
                    <a16:creationId xmlns:a16="http://schemas.microsoft.com/office/drawing/2014/main" id="{62E9E174-0210-4E85-97BB-BBEF4FBEE93E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21" name="Mürekkep 20">
                <a:extLst>
                  <a:ext uri="{FF2B5EF4-FFF2-40B4-BE49-F238E27FC236}">
                    <a16:creationId xmlns:a16="http://schemas.microsoft.com/office/drawing/2014/main" id="{62E9E174-0210-4E85-97BB-BBEF4FBEE93E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22" name="Mürekkep 21">
                <a:extLst>
                  <a:ext uri="{FF2B5EF4-FFF2-40B4-BE49-F238E27FC236}">
                    <a16:creationId xmlns:a16="http://schemas.microsoft.com/office/drawing/2014/main" id="{C8D49FC0-9728-4AB8-9474-479398E2698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22" name="Mürekkep 21">
                <a:extLst>
                  <a:ext uri="{FF2B5EF4-FFF2-40B4-BE49-F238E27FC236}">
                    <a16:creationId xmlns:a16="http://schemas.microsoft.com/office/drawing/2014/main" id="{C8D49FC0-9728-4AB8-9474-479398E2698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23" name="Mürekkep 22">
                <a:extLst>
                  <a:ext uri="{FF2B5EF4-FFF2-40B4-BE49-F238E27FC236}">
                    <a16:creationId xmlns:a16="http://schemas.microsoft.com/office/drawing/2014/main" id="{18C5B705-C1D6-4B43-810E-064FAFF1690D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23" name="Mürekkep 22">
                <a:extLst>
                  <a:ext uri="{FF2B5EF4-FFF2-40B4-BE49-F238E27FC236}">
                    <a16:creationId xmlns:a16="http://schemas.microsoft.com/office/drawing/2014/main" id="{18C5B705-C1D6-4B43-810E-064FAFF1690D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24" name="Mürekkep 23">
                <a:extLst>
                  <a:ext uri="{FF2B5EF4-FFF2-40B4-BE49-F238E27FC236}">
                    <a16:creationId xmlns:a16="http://schemas.microsoft.com/office/drawing/2014/main" id="{3A2A72C6-0BF6-4E83-94CC-7AAE66E53796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24" name="Mürekkep 23">
                <a:extLst>
                  <a:ext uri="{FF2B5EF4-FFF2-40B4-BE49-F238E27FC236}">
                    <a16:creationId xmlns:a16="http://schemas.microsoft.com/office/drawing/2014/main" id="{3A2A72C6-0BF6-4E83-94CC-7AAE66E53796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25" name="Mürekkep 24">
                <a:extLst>
                  <a:ext uri="{FF2B5EF4-FFF2-40B4-BE49-F238E27FC236}">
                    <a16:creationId xmlns:a16="http://schemas.microsoft.com/office/drawing/2014/main" id="{826DF56F-9450-42D5-986A-F786BB16D2BE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25" name="Mürekkep 24">
                <a:extLst>
                  <a:ext uri="{FF2B5EF4-FFF2-40B4-BE49-F238E27FC236}">
                    <a16:creationId xmlns:a16="http://schemas.microsoft.com/office/drawing/2014/main" id="{826DF56F-9450-42D5-986A-F786BB16D2BE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26" name="Dikdörtgen 25">
            <a:extLst>
              <a:ext uri="{FF2B5EF4-FFF2-40B4-BE49-F238E27FC236}">
                <a16:creationId xmlns:a16="http://schemas.microsoft.com/office/drawing/2014/main" id="{97AEE0FF-3E00-4FDB-AF92-D49028F1949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DB14320A-8B3C-4F12-8D76-5A8C771345E6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F8195A53-6879-4BD2-A985-FA0D013BF012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5B9A840F-20BE-4303-BA77-0648D90ACF86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1" name="Dikdörtgen 30">
            <a:extLst>
              <a:ext uri="{FF2B5EF4-FFF2-40B4-BE49-F238E27FC236}">
                <a16:creationId xmlns:a16="http://schemas.microsoft.com/office/drawing/2014/main" id="{505C6630-9B77-4795-B2F8-77C9DB8B62B9}"/>
              </a:ext>
            </a:extLst>
          </p:cNvPr>
          <p:cNvSpPr/>
          <p:nvPr/>
        </p:nvSpPr>
        <p:spPr>
          <a:xfrm>
            <a:off x="9988559" y="3968053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graphicFrame>
        <p:nvGraphicFramePr>
          <p:cNvPr id="40" name="Tablo 39">
            <a:extLst>
              <a:ext uri="{FF2B5EF4-FFF2-40B4-BE49-F238E27FC236}">
                <a16:creationId xmlns:a16="http://schemas.microsoft.com/office/drawing/2014/main" id="{5B464025-C052-4EFC-AD18-F8D049C48B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7069574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" name="Dikdörtgen: Köşeleri Yuvarlatılmış 1">
            <a:extLst>
              <a:ext uri="{FF2B5EF4-FFF2-40B4-BE49-F238E27FC236}">
                <a16:creationId xmlns:a16="http://schemas.microsoft.com/office/drawing/2014/main" id="{3CDBD229-C1CA-4106-8100-CB3646814F35}"/>
              </a:ext>
            </a:extLst>
          </p:cNvPr>
          <p:cNvSpPr/>
          <p:nvPr/>
        </p:nvSpPr>
        <p:spPr>
          <a:xfrm>
            <a:off x="8996516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8090378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1" grpId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132989FA-254B-4C9C-835C-3FBEAF5649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9690948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A52EE7A8-8F05-47A2-A8AD-70DA54DF7BE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40763753"/>
                  </p:ext>
                </p:extLst>
              </p:nvPr>
            </p:nvGraphicFramePr>
            <p:xfrm>
              <a:off x="9617796" y="4198373"/>
              <a:ext cx="1590977" cy="894925"/>
            </p:xfrm>
            <a:graphic>
              <a:graphicData uri="http://schemas.microsoft.com/office/powerpoint/2016/slidezoom">
                <pslz:sldZm>
                  <pslz:sldZmObj sldId="260" cId="4012779240">
                    <pslz:zmPr id="{1CAFDD75-4007-4BF9-A39F-524D542A03CC}" returnToParent="0" transitionDur="1000">
                      <p166:blipFill xmlns:p166="http://schemas.microsoft.com/office/powerpoint/2016/6/main">
                        <a:blip r:embed="rId4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590977" cy="894925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5" action="ppaction://hlinksldjump"/>
                <a:extLst>
                  <a:ext uri="{FF2B5EF4-FFF2-40B4-BE49-F238E27FC236}">
                    <a16:creationId xmlns:a16="http://schemas.microsoft.com/office/drawing/2014/main" id="{A52EE7A8-8F05-47A2-A8AD-70DA54DF7BE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9617796" y="4198373"/>
                <a:ext cx="1590977" cy="894925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p:graphicFrame>
        <p:nvGraphicFramePr>
          <p:cNvPr id="4" name="Tablo 3">
            <a:extLst>
              <a:ext uri="{FF2B5EF4-FFF2-40B4-BE49-F238E27FC236}">
                <a16:creationId xmlns:a16="http://schemas.microsoft.com/office/drawing/2014/main" id="{8067FEBA-E3AC-4DD2-B156-50957F617A93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5" name="Bağlayıcı: Eğri 4">
            <a:extLst>
              <a:ext uri="{FF2B5EF4-FFF2-40B4-BE49-F238E27FC236}">
                <a16:creationId xmlns:a16="http://schemas.microsoft.com/office/drawing/2014/main" id="{8E5DC742-066F-41F2-ABEF-B8C09DBB1776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Bağlayıcı: Eğri 16">
            <a:extLst>
              <a:ext uri="{FF2B5EF4-FFF2-40B4-BE49-F238E27FC236}">
                <a16:creationId xmlns:a16="http://schemas.microsoft.com/office/drawing/2014/main" id="{C0F68E44-5AE5-4725-9E12-FDEA1BBE5075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Tablo 18">
            <a:extLst>
              <a:ext uri="{FF2B5EF4-FFF2-40B4-BE49-F238E27FC236}">
                <a16:creationId xmlns:a16="http://schemas.microsoft.com/office/drawing/2014/main" id="{DB0DC89A-B6EC-484D-8DCF-03E00FFE467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20" name="Tablo 19">
            <a:extLst>
              <a:ext uri="{FF2B5EF4-FFF2-40B4-BE49-F238E27FC236}">
                <a16:creationId xmlns:a16="http://schemas.microsoft.com/office/drawing/2014/main" id="{63F493A0-642D-4162-AD88-4ED4DA42CB00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1" name="Mürekkep 20">
                <a:extLst>
                  <a:ext uri="{FF2B5EF4-FFF2-40B4-BE49-F238E27FC236}">
                    <a16:creationId xmlns:a16="http://schemas.microsoft.com/office/drawing/2014/main" id="{62E9E174-0210-4E85-97BB-BBEF4FBEE93E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21" name="Mürekkep 20">
                <a:extLst>
                  <a:ext uri="{FF2B5EF4-FFF2-40B4-BE49-F238E27FC236}">
                    <a16:creationId xmlns:a16="http://schemas.microsoft.com/office/drawing/2014/main" id="{62E9E174-0210-4E85-97BB-BBEF4FBEE93E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22" name="Mürekkep 21">
                <a:extLst>
                  <a:ext uri="{FF2B5EF4-FFF2-40B4-BE49-F238E27FC236}">
                    <a16:creationId xmlns:a16="http://schemas.microsoft.com/office/drawing/2014/main" id="{C8D49FC0-9728-4AB8-9474-479398E2698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22" name="Mürekkep 21">
                <a:extLst>
                  <a:ext uri="{FF2B5EF4-FFF2-40B4-BE49-F238E27FC236}">
                    <a16:creationId xmlns:a16="http://schemas.microsoft.com/office/drawing/2014/main" id="{C8D49FC0-9728-4AB8-9474-479398E2698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23" name="Mürekkep 22">
                <a:extLst>
                  <a:ext uri="{FF2B5EF4-FFF2-40B4-BE49-F238E27FC236}">
                    <a16:creationId xmlns:a16="http://schemas.microsoft.com/office/drawing/2014/main" id="{18C5B705-C1D6-4B43-810E-064FAFF1690D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23" name="Mürekkep 22">
                <a:extLst>
                  <a:ext uri="{FF2B5EF4-FFF2-40B4-BE49-F238E27FC236}">
                    <a16:creationId xmlns:a16="http://schemas.microsoft.com/office/drawing/2014/main" id="{18C5B705-C1D6-4B43-810E-064FAFF1690D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24" name="Mürekkep 23">
                <a:extLst>
                  <a:ext uri="{FF2B5EF4-FFF2-40B4-BE49-F238E27FC236}">
                    <a16:creationId xmlns:a16="http://schemas.microsoft.com/office/drawing/2014/main" id="{3A2A72C6-0BF6-4E83-94CC-7AAE66E53796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24" name="Mürekkep 23">
                <a:extLst>
                  <a:ext uri="{FF2B5EF4-FFF2-40B4-BE49-F238E27FC236}">
                    <a16:creationId xmlns:a16="http://schemas.microsoft.com/office/drawing/2014/main" id="{3A2A72C6-0BF6-4E83-94CC-7AAE66E53796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25" name="Mürekkep 24">
                <a:extLst>
                  <a:ext uri="{FF2B5EF4-FFF2-40B4-BE49-F238E27FC236}">
                    <a16:creationId xmlns:a16="http://schemas.microsoft.com/office/drawing/2014/main" id="{826DF56F-9450-42D5-986A-F786BB16D2BE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25" name="Mürekkep 24">
                <a:extLst>
                  <a:ext uri="{FF2B5EF4-FFF2-40B4-BE49-F238E27FC236}">
                    <a16:creationId xmlns:a16="http://schemas.microsoft.com/office/drawing/2014/main" id="{826DF56F-9450-42D5-986A-F786BB16D2BE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26" name="Dikdörtgen 25">
            <a:extLst>
              <a:ext uri="{FF2B5EF4-FFF2-40B4-BE49-F238E27FC236}">
                <a16:creationId xmlns:a16="http://schemas.microsoft.com/office/drawing/2014/main" id="{97AEE0FF-3E00-4FDB-AF92-D49028F1949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DB14320A-8B3C-4F12-8D76-5A8C771345E6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F8195A53-6879-4BD2-A985-FA0D013BF012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5B9A840F-20BE-4303-BA77-0648D90ACF86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0" name="Tablo 39">
            <a:extLst>
              <a:ext uri="{FF2B5EF4-FFF2-40B4-BE49-F238E27FC236}">
                <a16:creationId xmlns:a16="http://schemas.microsoft.com/office/drawing/2014/main" id="{5B464025-C052-4EFC-AD18-F8D049C48B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7427704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32" name="Dikdörtgen: Köşeleri Yuvarlatılmış 31">
            <a:extLst>
              <a:ext uri="{FF2B5EF4-FFF2-40B4-BE49-F238E27FC236}">
                <a16:creationId xmlns:a16="http://schemas.microsoft.com/office/drawing/2014/main" id="{40ABB5DC-5EAA-4086-86B0-FCABBA97C4D3}"/>
              </a:ext>
            </a:extLst>
          </p:cNvPr>
          <p:cNvSpPr/>
          <p:nvPr/>
        </p:nvSpPr>
        <p:spPr>
          <a:xfrm>
            <a:off x="8996516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1" name="Dikdörtgen: Köşeleri Yuvarlatılmış 30">
            <a:extLst>
              <a:ext uri="{FF2B5EF4-FFF2-40B4-BE49-F238E27FC236}">
                <a16:creationId xmlns:a16="http://schemas.microsoft.com/office/drawing/2014/main" id="{E7C366C8-012F-4814-B50C-67E1549F2A53}"/>
              </a:ext>
            </a:extLst>
          </p:cNvPr>
          <p:cNvSpPr/>
          <p:nvPr/>
        </p:nvSpPr>
        <p:spPr>
          <a:xfrm>
            <a:off x="3748054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9367271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FC11E834-E42C-4946-BD98-652E907D4C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9538157"/>
              </p:ext>
            </p:extLst>
          </p:nvPr>
        </p:nvGraphicFramePr>
        <p:xfrm>
          <a:off x="3788230" y="915500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</a:t>
                      </a:r>
                      <a:r>
                        <a:rPr lang="ar-EG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ٌ</a:t>
                      </a: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pic>
        <p:nvPicPr>
          <p:cNvPr id="7" name="Resim 6">
            <a:extLst>
              <a:ext uri="{FF2B5EF4-FFF2-40B4-BE49-F238E27FC236}">
                <a16:creationId xmlns:a16="http://schemas.microsoft.com/office/drawing/2014/main" id="{A97374B8-9BEB-47E5-B632-BE96FEB71BF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19896" y="3452045"/>
            <a:ext cx="8231132" cy="25002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793475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F862F384-163F-43AE-A30A-1CE9567729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4297876"/>
              </p:ext>
            </p:extLst>
          </p:nvPr>
        </p:nvGraphicFramePr>
        <p:xfrm>
          <a:off x="2591707" y="63481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56890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A17D85DD-8E2C-4408-9F54-CF9FBCF11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1123092"/>
              </p:ext>
            </p:extLst>
          </p:nvPr>
        </p:nvGraphicFramePr>
        <p:xfrm>
          <a:off x="1595792" y="2249840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    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٢. </a:t>
                      </a:r>
                      <a:r>
                        <a:rPr lang="ar-EG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فْ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ورق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42000">
                                <a:schemeClr val="tx1"/>
                              </a:gs>
                              <a:gs pos="3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وَرَ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23000">
                                <a:schemeClr val="tx1"/>
                              </a:gs>
                              <a:gs pos="22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</a:t>
                      </a:r>
                      <a:endParaRPr lang="tr-TR" sz="6000" b="0" dirty="0">
                        <a:solidFill>
                          <a:srgbClr val="FFCCFF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7271717"/>
                  </a:ext>
                </a:extLst>
              </a:tr>
            </a:tbl>
          </a:graphicData>
        </a:graphic>
      </p:graphicFrame>
      <p:sp>
        <p:nvSpPr>
          <p:cNvPr id="10" name="Metin kutusu 9">
            <a:extLst>
              <a:ext uri="{FF2B5EF4-FFF2-40B4-BE49-F238E27FC236}">
                <a16:creationId xmlns:a16="http://schemas.microsoft.com/office/drawing/2014/main" id="{C7026E71-8E81-4697-B46B-43D20FB5798A}"/>
              </a:ext>
            </a:extLst>
          </p:cNvPr>
          <p:cNvSpPr txBox="1"/>
          <p:nvPr/>
        </p:nvSpPr>
        <p:spPr>
          <a:xfrm>
            <a:off x="1685676" y="3681893"/>
            <a:ext cx="16141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Kağıt</a:t>
            </a:r>
            <a:endParaRPr lang="tr-TR" sz="3200" dirty="0">
              <a:solidFill>
                <a:srgbClr val="FF000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2779240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A17D85DD-8E2C-4408-9F54-CF9FBCF11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3524551"/>
              </p:ext>
            </p:extLst>
          </p:nvPr>
        </p:nvGraphicFramePr>
        <p:xfrm>
          <a:off x="1595792" y="2249840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    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٢. </a:t>
                      </a:r>
                      <a:r>
                        <a:rPr lang="ar-EG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فْ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وْرَ</a:t>
                      </a: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42000">
                                <a:schemeClr val="tx1"/>
                              </a:gs>
                              <a:gs pos="3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وَرَ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23000">
                                <a:schemeClr val="tx1"/>
                              </a:gs>
                              <a:gs pos="22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</a:t>
                      </a:r>
                      <a:endParaRPr lang="tr-TR" sz="6000" b="0" dirty="0">
                        <a:solidFill>
                          <a:srgbClr val="FFCCFF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7271717"/>
                  </a:ext>
                </a:extLst>
              </a:tr>
            </a:tbl>
          </a:graphicData>
        </a:graphic>
      </p:graphicFrame>
      <p:sp>
        <p:nvSpPr>
          <p:cNvPr id="10" name="Metin kutusu 9">
            <a:extLst>
              <a:ext uri="{FF2B5EF4-FFF2-40B4-BE49-F238E27FC236}">
                <a16:creationId xmlns:a16="http://schemas.microsoft.com/office/drawing/2014/main" id="{C7026E71-8E81-4697-B46B-43D20FB5798A}"/>
              </a:ext>
            </a:extLst>
          </p:cNvPr>
          <p:cNvSpPr txBox="1"/>
          <p:nvPr/>
        </p:nvSpPr>
        <p:spPr>
          <a:xfrm>
            <a:off x="1685676" y="3681893"/>
            <a:ext cx="16141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Kağıt</a:t>
            </a:r>
            <a:r>
              <a:rPr lang="tr-TR" sz="3200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lar</a:t>
            </a:r>
          </a:p>
        </p:txBody>
      </p:sp>
    </p:spTree>
    <p:extLst>
      <p:ext uri="{BB962C8B-B14F-4D97-AF65-F5344CB8AC3E}">
        <p14:creationId xmlns:p14="http://schemas.microsoft.com/office/powerpoint/2010/main" val="1954147858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2305953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54E21055-3D14-41AC-80DE-86E2416976AD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8641547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19" name="Dikdörtgen 18">
            <a:extLst>
              <a:ext uri="{FF2B5EF4-FFF2-40B4-BE49-F238E27FC236}">
                <a16:creationId xmlns:a16="http://schemas.microsoft.com/office/drawing/2014/main" id="{8C25BE41-1171-4BCD-9CF7-DB9ED37C6BB8}"/>
              </a:ext>
            </a:extLst>
          </p:cNvPr>
          <p:cNvSpPr/>
          <p:nvPr/>
        </p:nvSpPr>
        <p:spPr>
          <a:xfrm>
            <a:off x="9223896" y="4175109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986DD4FE-B786-4F08-86AD-76CF02D9BDE7}"/>
              </a:ext>
            </a:extLst>
          </p:cNvPr>
          <p:cNvSpPr/>
          <p:nvPr/>
        </p:nvSpPr>
        <p:spPr>
          <a:xfrm>
            <a:off x="8996516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9BD0BB9F-29F6-4C2E-AC91-79944D1A29A3}"/>
              </a:ext>
            </a:extLst>
          </p:cNvPr>
          <p:cNvSpPr/>
          <p:nvPr/>
        </p:nvSpPr>
        <p:spPr>
          <a:xfrm>
            <a:off x="3748054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89288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016669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54E21055-3D14-41AC-80DE-86E2416976AD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3918080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19" name="Dikdörtgen 18">
            <a:extLst>
              <a:ext uri="{FF2B5EF4-FFF2-40B4-BE49-F238E27FC236}">
                <a16:creationId xmlns:a16="http://schemas.microsoft.com/office/drawing/2014/main" id="{8C25BE41-1171-4BCD-9CF7-DB9ED37C6BB8}"/>
              </a:ext>
            </a:extLst>
          </p:cNvPr>
          <p:cNvSpPr/>
          <p:nvPr/>
        </p:nvSpPr>
        <p:spPr>
          <a:xfrm>
            <a:off x="9223896" y="4175109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986DD4FE-B786-4F08-86AD-76CF02D9BDE7}"/>
              </a:ext>
            </a:extLst>
          </p:cNvPr>
          <p:cNvSpPr/>
          <p:nvPr/>
        </p:nvSpPr>
        <p:spPr>
          <a:xfrm>
            <a:off x="8996516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9BD0BB9F-29F6-4C2E-AC91-79944D1A29A3}"/>
              </a:ext>
            </a:extLst>
          </p:cNvPr>
          <p:cNvSpPr/>
          <p:nvPr/>
        </p:nvSpPr>
        <p:spPr>
          <a:xfrm>
            <a:off x="3748054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0A482154-C937-41F7-A145-E74E31FA3ED6}"/>
              </a:ext>
            </a:extLst>
          </p:cNvPr>
          <p:cNvSpPr/>
          <p:nvPr/>
        </p:nvSpPr>
        <p:spPr>
          <a:xfrm>
            <a:off x="7346456" y="521490"/>
            <a:ext cx="1243004" cy="1657007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8578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31365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54E21055-3D14-41AC-80DE-86E2416976AD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7496895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19" name="Dikdörtgen 18">
            <a:extLst>
              <a:ext uri="{FF2B5EF4-FFF2-40B4-BE49-F238E27FC236}">
                <a16:creationId xmlns:a16="http://schemas.microsoft.com/office/drawing/2014/main" id="{8C25BE41-1171-4BCD-9CF7-DB9ED37C6BB8}"/>
              </a:ext>
            </a:extLst>
          </p:cNvPr>
          <p:cNvSpPr/>
          <p:nvPr/>
        </p:nvSpPr>
        <p:spPr>
          <a:xfrm>
            <a:off x="9223896" y="4175109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986DD4FE-B786-4F08-86AD-76CF02D9BDE7}"/>
              </a:ext>
            </a:extLst>
          </p:cNvPr>
          <p:cNvSpPr/>
          <p:nvPr/>
        </p:nvSpPr>
        <p:spPr>
          <a:xfrm>
            <a:off x="8996516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9BD0BB9F-29F6-4C2E-AC91-79944D1A29A3}"/>
              </a:ext>
            </a:extLst>
          </p:cNvPr>
          <p:cNvSpPr/>
          <p:nvPr/>
        </p:nvSpPr>
        <p:spPr>
          <a:xfrm>
            <a:off x="3748054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0A482154-C937-41F7-A145-E74E31FA3ED6}"/>
              </a:ext>
            </a:extLst>
          </p:cNvPr>
          <p:cNvSpPr/>
          <p:nvPr/>
        </p:nvSpPr>
        <p:spPr>
          <a:xfrm>
            <a:off x="7395683" y="1101213"/>
            <a:ext cx="665388" cy="1077284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60042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2668834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54E21055-3D14-41AC-80DE-86E2416976AD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0380465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19" name="Dikdörtgen: Köşeleri Yuvarlatılmış 18">
            <a:extLst>
              <a:ext uri="{FF2B5EF4-FFF2-40B4-BE49-F238E27FC236}">
                <a16:creationId xmlns:a16="http://schemas.microsoft.com/office/drawing/2014/main" id="{5C975D0E-09AF-47A2-A391-A7741DA3621F}"/>
              </a:ext>
            </a:extLst>
          </p:cNvPr>
          <p:cNvSpPr/>
          <p:nvPr/>
        </p:nvSpPr>
        <p:spPr>
          <a:xfrm>
            <a:off x="8996516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0" name="Dikdörtgen: Köşeleri Yuvarlatılmış 19">
            <a:extLst>
              <a:ext uri="{FF2B5EF4-FFF2-40B4-BE49-F238E27FC236}">
                <a16:creationId xmlns:a16="http://schemas.microsoft.com/office/drawing/2014/main" id="{099A1AC4-5FF9-4FC1-B0F9-D532B8BFE45F}"/>
              </a:ext>
            </a:extLst>
          </p:cNvPr>
          <p:cNvSpPr/>
          <p:nvPr/>
        </p:nvSpPr>
        <p:spPr>
          <a:xfrm>
            <a:off x="3748054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FF58145C-E236-4C88-86ED-7C03A04AE186}"/>
              </a:ext>
            </a:extLst>
          </p:cNvPr>
          <p:cNvSpPr/>
          <p:nvPr/>
        </p:nvSpPr>
        <p:spPr>
          <a:xfrm>
            <a:off x="7395683" y="1101213"/>
            <a:ext cx="665388" cy="1077284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8702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2580091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54E21055-3D14-41AC-80DE-86E2416976AD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8190905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19" name="Dikdörtgen: Köşeleri Yuvarlatılmış 18">
            <a:extLst>
              <a:ext uri="{FF2B5EF4-FFF2-40B4-BE49-F238E27FC236}">
                <a16:creationId xmlns:a16="http://schemas.microsoft.com/office/drawing/2014/main" id="{5C975D0E-09AF-47A2-A391-A7741DA3621F}"/>
              </a:ext>
            </a:extLst>
          </p:cNvPr>
          <p:cNvSpPr/>
          <p:nvPr/>
        </p:nvSpPr>
        <p:spPr>
          <a:xfrm>
            <a:off x="6007503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0242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399989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54E21055-3D14-41AC-80DE-86E2416976AD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8449720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19" name="Dikdörtgen: Köşeleri Yuvarlatılmış 18">
            <a:extLst>
              <a:ext uri="{FF2B5EF4-FFF2-40B4-BE49-F238E27FC236}">
                <a16:creationId xmlns:a16="http://schemas.microsoft.com/office/drawing/2014/main" id="{5C975D0E-09AF-47A2-A391-A7741DA3621F}"/>
              </a:ext>
            </a:extLst>
          </p:cNvPr>
          <p:cNvSpPr/>
          <p:nvPr/>
        </p:nvSpPr>
        <p:spPr>
          <a:xfrm>
            <a:off x="6007503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0" name="Dikdörtgen: Köşeleri Yuvarlatılmış 19">
            <a:extLst>
              <a:ext uri="{FF2B5EF4-FFF2-40B4-BE49-F238E27FC236}">
                <a16:creationId xmlns:a16="http://schemas.microsoft.com/office/drawing/2014/main" id="{108B71A4-EB46-44CD-BA9A-ABE73AB12A1C}"/>
              </a:ext>
            </a:extLst>
          </p:cNvPr>
          <p:cNvSpPr/>
          <p:nvPr/>
        </p:nvSpPr>
        <p:spPr>
          <a:xfrm>
            <a:off x="503400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554297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9288981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54E21055-3D14-41AC-80DE-86E2416976AD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9842380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19" name="Dikdörtgen: Köşeleri Yuvarlatılmış 18">
            <a:extLst>
              <a:ext uri="{FF2B5EF4-FFF2-40B4-BE49-F238E27FC236}">
                <a16:creationId xmlns:a16="http://schemas.microsoft.com/office/drawing/2014/main" id="{5C975D0E-09AF-47A2-A391-A7741DA3621F}"/>
              </a:ext>
            </a:extLst>
          </p:cNvPr>
          <p:cNvSpPr/>
          <p:nvPr/>
        </p:nvSpPr>
        <p:spPr>
          <a:xfrm>
            <a:off x="6007503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0" name="Dikdörtgen: Köşeleri Yuvarlatılmış 19">
            <a:extLst>
              <a:ext uri="{FF2B5EF4-FFF2-40B4-BE49-F238E27FC236}">
                <a16:creationId xmlns:a16="http://schemas.microsoft.com/office/drawing/2014/main" id="{108B71A4-EB46-44CD-BA9A-ABE73AB12A1C}"/>
              </a:ext>
            </a:extLst>
          </p:cNvPr>
          <p:cNvSpPr/>
          <p:nvPr/>
        </p:nvSpPr>
        <p:spPr>
          <a:xfrm>
            <a:off x="503400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D87C0AE7-6F77-4E1E-8847-73810EEE7115}"/>
              </a:ext>
            </a:extLst>
          </p:cNvPr>
          <p:cNvSpPr/>
          <p:nvPr/>
        </p:nvSpPr>
        <p:spPr>
          <a:xfrm>
            <a:off x="8605051" y="629175"/>
            <a:ext cx="2102278" cy="1519826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42120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2482290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4" name="Dikdörtgen 3">
            <a:extLst>
              <a:ext uri="{FF2B5EF4-FFF2-40B4-BE49-F238E27FC236}">
                <a16:creationId xmlns:a16="http://schemas.microsoft.com/office/drawing/2014/main" id="{54E21055-3D14-41AC-80DE-86E2416976AD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827801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19" name="Dikdörtgen: Köşeleri Yuvarlatılmış 18">
            <a:extLst>
              <a:ext uri="{FF2B5EF4-FFF2-40B4-BE49-F238E27FC236}">
                <a16:creationId xmlns:a16="http://schemas.microsoft.com/office/drawing/2014/main" id="{5C975D0E-09AF-47A2-A391-A7741DA3621F}"/>
              </a:ext>
            </a:extLst>
          </p:cNvPr>
          <p:cNvSpPr/>
          <p:nvPr/>
        </p:nvSpPr>
        <p:spPr>
          <a:xfrm>
            <a:off x="6007503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0" name="Dikdörtgen: Köşeleri Yuvarlatılmış 19">
            <a:extLst>
              <a:ext uri="{FF2B5EF4-FFF2-40B4-BE49-F238E27FC236}">
                <a16:creationId xmlns:a16="http://schemas.microsoft.com/office/drawing/2014/main" id="{108B71A4-EB46-44CD-BA9A-ABE73AB12A1C}"/>
              </a:ext>
            </a:extLst>
          </p:cNvPr>
          <p:cNvSpPr/>
          <p:nvPr/>
        </p:nvSpPr>
        <p:spPr>
          <a:xfrm>
            <a:off x="503400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D87C0AE7-6F77-4E1E-8847-73810EEE7115}"/>
              </a:ext>
            </a:extLst>
          </p:cNvPr>
          <p:cNvSpPr/>
          <p:nvPr/>
        </p:nvSpPr>
        <p:spPr>
          <a:xfrm>
            <a:off x="9881419" y="1071717"/>
            <a:ext cx="835742" cy="1037956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6013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0146300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1627043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2" name="Dikdörtgen 21">
            <a:extLst>
              <a:ext uri="{FF2B5EF4-FFF2-40B4-BE49-F238E27FC236}">
                <a16:creationId xmlns:a16="http://schemas.microsoft.com/office/drawing/2014/main" id="{631BCA43-4B9A-49B5-B58A-3750991BE4B6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0" name="Dikdörtgen: Köşeleri Yuvarlatılmış 19">
            <a:extLst>
              <a:ext uri="{FF2B5EF4-FFF2-40B4-BE49-F238E27FC236}">
                <a16:creationId xmlns:a16="http://schemas.microsoft.com/office/drawing/2014/main" id="{3945B74A-4CE1-4A69-8982-E0A4B631EB31}"/>
              </a:ext>
            </a:extLst>
          </p:cNvPr>
          <p:cNvSpPr/>
          <p:nvPr/>
        </p:nvSpPr>
        <p:spPr>
          <a:xfrm>
            <a:off x="6007503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3281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3460247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2727121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4" name="Dikdörtgen 23">
            <a:extLst>
              <a:ext uri="{FF2B5EF4-FFF2-40B4-BE49-F238E27FC236}">
                <a16:creationId xmlns:a16="http://schemas.microsoft.com/office/drawing/2014/main" id="{4A1252D6-8542-48C8-B64E-03D84ADA65E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DA9B70BE-7B31-4A2E-9CAB-D477D2CBEC01}"/>
              </a:ext>
            </a:extLst>
          </p:cNvPr>
          <p:cNvSpPr/>
          <p:nvPr/>
        </p:nvSpPr>
        <p:spPr>
          <a:xfrm>
            <a:off x="3028321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90831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3856397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7675747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4" name="Dikdörtgen 23">
            <a:extLst>
              <a:ext uri="{FF2B5EF4-FFF2-40B4-BE49-F238E27FC236}">
                <a16:creationId xmlns:a16="http://schemas.microsoft.com/office/drawing/2014/main" id="{4A1252D6-8542-48C8-B64E-03D84ADA65E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DA9B70BE-7B31-4A2E-9CAB-D477D2CBEC01}"/>
              </a:ext>
            </a:extLst>
          </p:cNvPr>
          <p:cNvSpPr/>
          <p:nvPr/>
        </p:nvSpPr>
        <p:spPr>
          <a:xfrm>
            <a:off x="3028321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239DFE07-3168-4D14-9575-569B61889742}"/>
              </a:ext>
            </a:extLst>
          </p:cNvPr>
          <p:cNvSpPr/>
          <p:nvPr/>
        </p:nvSpPr>
        <p:spPr>
          <a:xfrm>
            <a:off x="503400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03550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4459262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100104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4" name="Dikdörtgen 23">
            <a:extLst>
              <a:ext uri="{FF2B5EF4-FFF2-40B4-BE49-F238E27FC236}">
                <a16:creationId xmlns:a16="http://schemas.microsoft.com/office/drawing/2014/main" id="{4A1252D6-8542-48C8-B64E-03D84ADA65E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DA9B70BE-7B31-4A2E-9CAB-D477D2CBEC01}"/>
              </a:ext>
            </a:extLst>
          </p:cNvPr>
          <p:cNvSpPr/>
          <p:nvPr/>
        </p:nvSpPr>
        <p:spPr>
          <a:xfrm>
            <a:off x="3028321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239DFE07-3168-4D14-9575-569B61889742}"/>
              </a:ext>
            </a:extLst>
          </p:cNvPr>
          <p:cNvSpPr/>
          <p:nvPr/>
        </p:nvSpPr>
        <p:spPr>
          <a:xfrm>
            <a:off x="503400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0BECF788-3DF3-4C01-B5CA-8BFA40C2659E}"/>
              </a:ext>
            </a:extLst>
          </p:cNvPr>
          <p:cNvSpPr/>
          <p:nvPr/>
        </p:nvSpPr>
        <p:spPr>
          <a:xfrm>
            <a:off x="8605051" y="629175"/>
            <a:ext cx="2102278" cy="1519826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92719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506152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8155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4" name="Dikdörtgen 23">
            <a:extLst>
              <a:ext uri="{FF2B5EF4-FFF2-40B4-BE49-F238E27FC236}">
                <a16:creationId xmlns:a16="http://schemas.microsoft.com/office/drawing/2014/main" id="{4A1252D6-8542-48C8-B64E-03D84ADA65E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DA9B70BE-7B31-4A2E-9CAB-D477D2CBEC01}"/>
              </a:ext>
            </a:extLst>
          </p:cNvPr>
          <p:cNvSpPr/>
          <p:nvPr/>
        </p:nvSpPr>
        <p:spPr>
          <a:xfrm>
            <a:off x="3028321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239DFE07-3168-4D14-9575-569B61889742}"/>
              </a:ext>
            </a:extLst>
          </p:cNvPr>
          <p:cNvSpPr/>
          <p:nvPr/>
        </p:nvSpPr>
        <p:spPr>
          <a:xfrm>
            <a:off x="503400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0BECF788-3DF3-4C01-B5CA-8BFA40C2659E}"/>
              </a:ext>
            </a:extLst>
          </p:cNvPr>
          <p:cNvSpPr/>
          <p:nvPr/>
        </p:nvSpPr>
        <p:spPr>
          <a:xfrm>
            <a:off x="8605051" y="1101213"/>
            <a:ext cx="1345194" cy="1047788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522614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020114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978592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4" name="Dikdörtgen 23">
            <a:extLst>
              <a:ext uri="{FF2B5EF4-FFF2-40B4-BE49-F238E27FC236}">
                <a16:creationId xmlns:a16="http://schemas.microsoft.com/office/drawing/2014/main" id="{4A1252D6-8542-48C8-B64E-03D84ADA65E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DA9B70BE-7B31-4A2E-9CAB-D477D2CBEC01}"/>
              </a:ext>
            </a:extLst>
          </p:cNvPr>
          <p:cNvSpPr/>
          <p:nvPr/>
        </p:nvSpPr>
        <p:spPr>
          <a:xfrm>
            <a:off x="3028321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239DFE07-3168-4D14-9575-569B61889742}"/>
              </a:ext>
            </a:extLst>
          </p:cNvPr>
          <p:cNvSpPr/>
          <p:nvPr/>
        </p:nvSpPr>
        <p:spPr>
          <a:xfrm>
            <a:off x="503400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0BECF788-3DF3-4C01-B5CA-8BFA40C2659E}"/>
              </a:ext>
            </a:extLst>
          </p:cNvPr>
          <p:cNvSpPr/>
          <p:nvPr/>
        </p:nvSpPr>
        <p:spPr>
          <a:xfrm>
            <a:off x="8605051" y="1130709"/>
            <a:ext cx="833917" cy="1018291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837756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5616042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538326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1" name="Dikdörtgen 20">
            <a:extLst>
              <a:ext uri="{FF2B5EF4-FFF2-40B4-BE49-F238E27FC236}">
                <a16:creationId xmlns:a16="http://schemas.microsoft.com/office/drawing/2014/main" id="{4804F0E1-AF86-4643-BB39-B20B663F1540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 23">
            <a:extLst>
              <a:ext uri="{FF2B5EF4-FFF2-40B4-BE49-F238E27FC236}">
                <a16:creationId xmlns:a16="http://schemas.microsoft.com/office/drawing/2014/main" id="{4A1252D6-8542-48C8-B64E-03D84ADA65E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7B8BC029-5776-4C1C-8E20-C89DE2EEC257}"/>
              </a:ext>
            </a:extLst>
          </p:cNvPr>
          <p:cNvSpPr/>
          <p:nvPr/>
        </p:nvSpPr>
        <p:spPr>
          <a:xfrm>
            <a:off x="3028321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33621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5982300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5713497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3" name="Dikdörtgen 22">
            <a:extLst>
              <a:ext uri="{FF2B5EF4-FFF2-40B4-BE49-F238E27FC236}">
                <a16:creationId xmlns:a16="http://schemas.microsoft.com/office/drawing/2014/main" id="{E0A5D5AB-AE99-4999-B3B7-4B1996018134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 21">
            <a:extLst>
              <a:ext uri="{FF2B5EF4-FFF2-40B4-BE49-F238E27FC236}">
                <a16:creationId xmlns:a16="http://schemas.microsoft.com/office/drawing/2014/main" id="{3559201E-FACE-452B-A730-425622E6481E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A6D2465F-1347-4F5F-AE89-57BEC7766D35}"/>
              </a:ext>
            </a:extLst>
          </p:cNvPr>
          <p:cNvSpPr/>
          <p:nvPr/>
        </p:nvSpPr>
        <p:spPr>
          <a:xfrm>
            <a:off x="196625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491977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1177389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6031141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94F9711B-CA10-452F-96BF-466F12454BDC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400613270"/>
                  </p:ext>
                </p:extLst>
              </p:nvPr>
            </p:nvGraphicFramePr>
            <p:xfrm>
              <a:off x="690471" y="4228706"/>
              <a:ext cx="1908043" cy="1073275"/>
            </p:xfrm>
            <a:graphic>
              <a:graphicData uri="http://schemas.microsoft.com/office/powerpoint/2016/slidezoom">
                <pslz:sldZm>
                  <pslz:sldZmObj sldId="387" cId="4142884551">
                    <pslz:zmPr id="{9EB3716B-27E9-426F-8682-BC6779D93218}" returnToParent="0" transitionDur="1000">
                      <p166:blipFill xmlns:p166="http://schemas.microsoft.com/office/powerpoint/2016/6/main">
                        <a:blip r:embed="rId17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908043" cy="1073275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18" action="ppaction://hlinksldjump"/>
                <a:extLst>
                  <a:ext uri="{FF2B5EF4-FFF2-40B4-BE49-F238E27FC236}">
                    <a16:creationId xmlns:a16="http://schemas.microsoft.com/office/drawing/2014/main" id="{94F9711B-CA10-452F-96BF-466F12454BDC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90471" y="4228706"/>
                <a:ext cx="1908043" cy="1073275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p:sp>
        <p:nvSpPr>
          <p:cNvPr id="23" name="Dikdörtgen 22">
            <a:extLst>
              <a:ext uri="{FF2B5EF4-FFF2-40B4-BE49-F238E27FC236}">
                <a16:creationId xmlns:a16="http://schemas.microsoft.com/office/drawing/2014/main" id="{E0A5D5AB-AE99-4999-B3B7-4B1996018134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 21">
            <a:extLst>
              <a:ext uri="{FF2B5EF4-FFF2-40B4-BE49-F238E27FC236}">
                <a16:creationId xmlns:a16="http://schemas.microsoft.com/office/drawing/2014/main" id="{3559201E-FACE-452B-A730-425622E6481E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A6D2465F-1347-4F5F-AE89-57BEC7766D35}"/>
              </a:ext>
            </a:extLst>
          </p:cNvPr>
          <p:cNvSpPr/>
          <p:nvPr/>
        </p:nvSpPr>
        <p:spPr>
          <a:xfrm>
            <a:off x="196625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06035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C0542343-6B3E-47D0-8E2E-533874FE4F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334150"/>
              </p:ext>
            </p:extLst>
          </p:nvPr>
        </p:nvGraphicFramePr>
        <p:xfrm>
          <a:off x="1595792" y="2283396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    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٢. </a:t>
                      </a:r>
                      <a:r>
                        <a:rPr lang="ar-EG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فْ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شخص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30000">
                                <a:srgbClr val="0A0A0A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شَخْ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30000">
                                <a:srgbClr val="0A0A0A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path path="circle">
                              <a:fillToRect r="100000" b="100000"/>
                            </a:path>
                            <a:tileRect l="-100000" t="-10000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ص</a:t>
                      </a:r>
                      <a:endParaRPr lang="tr-TR" sz="6000" b="0" dirty="0">
                        <a:gradFill flip="none" rotWithShape="1">
                          <a:gsLst>
                            <a:gs pos="30000">
                              <a:srgbClr val="0A0A0A"/>
                            </a:gs>
                            <a:gs pos="29000">
                              <a:schemeClr val="bg1">
                                <a:lumMod val="75000"/>
                              </a:schemeClr>
                            </a:gs>
                          </a:gsLst>
                          <a:path path="circle">
                            <a:fillToRect r="100000" b="100000"/>
                          </a:path>
                          <a:tileRect l="-100000" t="-100000"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2350532"/>
                  </a:ext>
                </a:extLst>
              </a:tr>
            </a:tbl>
          </a:graphicData>
        </a:graphic>
      </p:graphicFrame>
      <p:sp>
        <p:nvSpPr>
          <p:cNvPr id="10" name="Metin kutusu 9">
            <a:extLst>
              <a:ext uri="{FF2B5EF4-FFF2-40B4-BE49-F238E27FC236}">
                <a16:creationId xmlns:a16="http://schemas.microsoft.com/office/drawing/2014/main" id="{D3C0D601-8ED2-4F07-8B8A-CD517659D1E9}"/>
              </a:ext>
            </a:extLst>
          </p:cNvPr>
          <p:cNvSpPr txBox="1"/>
          <p:nvPr/>
        </p:nvSpPr>
        <p:spPr>
          <a:xfrm>
            <a:off x="1610035" y="3773350"/>
            <a:ext cx="16141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Şahıs</a:t>
            </a:r>
            <a:endParaRPr lang="tr-TR" sz="3200" dirty="0">
              <a:solidFill>
                <a:srgbClr val="FF000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2884551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C0542343-6B3E-47D0-8E2E-533874FE4F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8676632"/>
              </p:ext>
            </p:extLst>
          </p:nvPr>
        </p:nvGraphicFramePr>
        <p:xfrm>
          <a:off x="1595792" y="2283396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    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٢. </a:t>
                      </a:r>
                      <a:r>
                        <a:rPr lang="ar-EG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فْ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شْخَ</a:t>
                      </a: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ص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30000">
                                <a:srgbClr val="0A0A0A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شَخْ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30000">
                                <a:srgbClr val="0A0A0A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path path="circle">
                              <a:fillToRect r="100000" b="100000"/>
                            </a:path>
                            <a:tileRect l="-100000" t="-10000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ص</a:t>
                      </a:r>
                      <a:endParaRPr lang="tr-TR" sz="6000" b="0" dirty="0">
                        <a:gradFill flip="none" rotWithShape="1">
                          <a:gsLst>
                            <a:gs pos="30000">
                              <a:srgbClr val="0A0A0A"/>
                            </a:gs>
                            <a:gs pos="29000">
                              <a:schemeClr val="bg1">
                                <a:lumMod val="75000"/>
                              </a:schemeClr>
                            </a:gs>
                          </a:gsLst>
                          <a:path path="circle">
                            <a:fillToRect r="100000" b="100000"/>
                          </a:path>
                          <a:tileRect l="-100000" t="-100000"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2350532"/>
                  </a:ext>
                </a:extLst>
              </a:tr>
            </a:tbl>
          </a:graphicData>
        </a:graphic>
      </p:graphicFrame>
      <p:sp>
        <p:nvSpPr>
          <p:cNvPr id="10" name="Metin kutusu 9">
            <a:extLst>
              <a:ext uri="{FF2B5EF4-FFF2-40B4-BE49-F238E27FC236}">
                <a16:creationId xmlns:a16="http://schemas.microsoft.com/office/drawing/2014/main" id="{D3C0D601-8ED2-4F07-8B8A-CD517659D1E9}"/>
              </a:ext>
            </a:extLst>
          </p:cNvPr>
          <p:cNvSpPr txBox="1"/>
          <p:nvPr/>
        </p:nvSpPr>
        <p:spPr>
          <a:xfrm>
            <a:off x="1610035" y="3773350"/>
            <a:ext cx="16141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Şahıs</a:t>
            </a:r>
            <a:r>
              <a:rPr lang="tr-TR" sz="3200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lar</a:t>
            </a:r>
          </a:p>
        </p:txBody>
      </p:sp>
    </p:spTree>
    <p:extLst>
      <p:ext uri="{BB962C8B-B14F-4D97-AF65-F5344CB8AC3E}">
        <p14:creationId xmlns:p14="http://schemas.microsoft.com/office/powerpoint/2010/main" val="1187424289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6028215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2524806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2" name="Dikdörtgen 21">
            <a:extLst>
              <a:ext uri="{FF2B5EF4-FFF2-40B4-BE49-F238E27FC236}">
                <a16:creationId xmlns:a16="http://schemas.microsoft.com/office/drawing/2014/main" id="{315467CA-830F-4EDB-AD1B-A6CA9BDDBD2A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3" name="Dikdörtgen 22">
            <a:extLst>
              <a:ext uri="{FF2B5EF4-FFF2-40B4-BE49-F238E27FC236}">
                <a16:creationId xmlns:a16="http://schemas.microsoft.com/office/drawing/2014/main" id="{5F1DB972-6176-4B88-AB9B-DAC09ECF5787}"/>
              </a:ext>
            </a:extLst>
          </p:cNvPr>
          <p:cNvSpPr/>
          <p:nvPr/>
        </p:nvSpPr>
        <p:spPr>
          <a:xfrm>
            <a:off x="327075" y="4102133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4" name="Dikdörtgen 23">
            <a:extLst>
              <a:ext uri="{FF2B5EF4-FFF2-40B4-BE49-F238E27FC236}">
                <a16:creationId xmlns:a16="http://schemas.microsoft.com/office/drawing/2014/main" id="{45DD53F8-BDB1-4D88-A263-674ACD6404C6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8CFEF34E-43D3-4CDB-A707-67B9586A5613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: Köşeleri Yuvarlatılmış 25">
            <a:extLst>
              <a:ext uri="{FF2B5EF4-FFF2-40B4-BE49-F238E27FC236}">
                <a16:creationId xmlns:a16="http://schemas.microsoft.com/office/drawing/2014/main" id="{69CBFE39-1C22-43CC-B808-FE565E097AA6}"/>
              </a:ext>
            </a:extLst>
          </p:cNvPr>
          <p:cNvSpPr/>
          <p:nvPr/>
        </p:nvSpPr>
        <p:spPr>
          <a:xfrm>
            <a:off x="196625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3" name="Dikdörtgen: Köşeleri Yuvarlatılmış 42">
            <a:extLst>
              <a:ext uri="{FF2B5EF4-FFF2-40B4-BE49-F238E27FC236}">
                <a16:creationId xmlns:a16="http://schemas.microsoft.com/office/drawing/2014/main" id="{5A35A9EC-6CA5-467E-ACE7-EFDFFD8B7BEC}"/>
              </a:ext>
            </a:extLst>
          </p:cNvPr>
          <p:cNvSpPr/>
          <p:nvPr/>
        </p:nvSpPr>
        <p:spPr>
          <a:xfrm>
            <a:off x="3748054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27438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2" grpId="0"/>
      <p:bldP spid="23" grpId="0"/>
      <p:bldP spid="23" grpId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0520287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7997443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2" name="Dikdörtgen 21">
            <a:extLst>
              <a:ext uri="{FF2B5EF4-FFF2-40B4-BE49-F238E27FC236}">
                <a16:creationId xmlns:a16="http://schemas.microsoft.com/office/drawing/2014/main" id="{315467CA-830F-4EDB-AD1B-A6CA9BDDBD2A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3" name="Dikdörtgen 22">
            <a:extLst>
              <a:ext uri="{FF2B5EF4-FFF2-40B4-BE49-F238E27FC236}">
                <a16:creationId xmlns:a16="http://schemas.microsoft.com/office/drawing/2014/main" id="{5F1DB972-6176-4B88-AB9B-DAC09ECF5787}"/>
              </a:ext>
            </a:extLst>
          </p:cNvPr>
          <p:cNvSpPr/>
          <p:nvPr/>
        </p:nvSpPr>
        <p:spPr>
          <a:xfrm>
            <a:off x="327075" y="4102133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4" name="Dikdörtgen 23">
            <a:extLst>
              <a:ext uri="{FF2B5EF4-FFF2-40B4-BE49-F238E27FC236}">
                <a16:creationId xmlns:a16="http://schemas.microsoft.com/office/drawing/2014/main" id="{45DD53F8-BDB1-4D88-A263-674ACD6404C6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8CFEF34E-43D3-4CDB-A707-67B9586A5613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: Köşeleri Yuvarlatılmış 25">
            <a:extLst>
              <a:ext uri="{FF2B5EF4-FFF2-40B4-BE49-F238E27FC236}">
                <a16:creationId xmlns:a16="http://schemas.microsoft.com/office/drawing/2014/main" id="{69CBFE39-1C22-43CC-B808-FE565E097AA6}"/>
              </a:ext>
            </a:extLst>
          </p:cNvPr>
          <p:cNvSpPr/>
          <p:nvPr/>
        </p:nvSpPr>
        <p:spPr>
          <a:xfrm>
            <a:off x="196625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2" name="Dikdörtgen: Köşeleri Yuvarlatılmış 41">
            <a:extLst>
              <a:ext uri="{FF2B5EF4-FFF2-40B4-BE49-F238E27FC236}">
                <a16:creationId xmlns:a16="http://schemas.microsoft.com/office/drawing/2014/main" id="{EB055E7B-57E3-4FD4-9955-6CDF25FA9A24}"/>
              </a:ext>
            </a:extLst>
          </p:cNvPr>
          <p:cNvSpPr/>
          <p:nvPr/>
        </p:nvSpPr>
        <p:spPr>
          <a:xfrm>
            <a:off x="7346456" y="521490"/>
            <a:ext cx="1243004" cy="1657007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3" name="Dikdörtgen: Köşeleri Yuvarlatılmış 42">
            <a:extLst>
              <a:ext uri="{FF2B5EF4-FFF2-40B4-BE49-F238E27FC236}">
                <a16:creationId xmlns:a16="http://schemas.microsoft.com/office/drawing/2014/main" id="{5A35A9EC-6CA5-467E-ACE7-EFDFFD8B7BEC}"/>
              </a:ext>
            </a:extLst>
          </p:cNvPr>
          <p:cNvSpPr/>
          <p:nvPr/>
        </p:nvSpPr>
        <p:spPr>
          <a:xfrm>
            <a:off x="3748054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14972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2" grpId="0"/>
      <p:bldP spid="23" grpId="0"/>
      <p:bldP spid="23" grpId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6C743B64-D3A4-48F4-AC9B-440F507C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8244444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50DECD7B-B5A7-4943-AC59-E19B84380524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27" name="Tablo 26">
            <a:extLst>
              <a:ext uri="{FF2B5EF4-FFF2-40B4-BE49-F238E27FC236}">
                <a16:creationId xmlns:a16="http://schemas.microsoft.com/office/drawing/2014/main" id="{0ADABD89-98E1-47F0-802D-DF172E2F4B9E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28" name="Bağlayıcı: Eğri 27">
            <a:extLst>
              <a:ext uri="{FF2B5EF4-FFF2-40B4-BE49-F238E27FC236}">
                <a16:creationId xmlns:a16="http://schemas.microsoft.com/office/drawing/2014/main" id="{05B8A011-3D88-4D7C-A245-2DBCBF693ED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Bağlayıcı: Eğri 28">
            <a:extLst>
              <a:ext uri="{FF2B5EF4-FFF2-40B4-BE49-F238E27FC236}">
                <a16:creationId xmlns:a16="http://schemas.microsoft.com/office/drawing/2014/main" id="{AB31176B-93A1-4991-A6A7-4F659AFADDD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Tablo 29">
            <a:extLst>
              <a:ext uri="{FF2B5EF4-FFF2-40B4-BE49-F238E27FC236}">
                <a16:creationId xmlns:a16="http://schemas.microsoft.com/office/drawing/2014/main" id="{B19D112F-E14E-4814-812C-FA636C2287D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F6239ED1-A94F-403C-BCC8-40643257E7C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2" name="Mürekkep 31">
                <a:extLst>
                  <a:ext uri="{FF2B5EF4-FFF2-40B4-BE49-F238E27FC236}">
                    <a16:creationId xmlns:a16="http://schemas.microsoft.com/office/drawing/2014/main" id="{DFF9B080-CCA7-43F1-B3F4-61F0E70B3C0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3" name="Mürekkep 32">
                <a:extLst>
                  <a:ext uri="{FF2B5EF4-FFF2-40B4-BE49-F238E27FC236}">
                    <a16:creationId xmlns:a16="http://schemas.microsoft.com/office/drawing/2014/main" id="{A92AC3DA-59D4-43B9-B348-11812232A6AF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4" name="Mürekkep 33">
                <a:extLst>
                  <a:ext uri="{FF2B5EF4-FFF2-40B4-BE49-F238E27FC236}">
                    <a16:creationId xmlns:a16="http://schemas.microsoft.com/office/drawing/2014/main" id="{132E56D9-0FC3-4B97-92C2-DB2077366136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5" name="Mürekkep 34">
                <a:extLst>
                  <a:ext uri="{FF2B5EF4-FFF2-40B4-BE49-F238E27FC236}">
                    <a16:creationId xmlns:a16="http://schemas.microsoft.com/office/drawing/2014/main" id="{BEE25C30-B2D9-4B89-900E-9FBDB0DAE77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3F2EDB7C-741A-4829-8D9F-AC5E727E7CA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37" name="Dikdörtgen 36">
            <a:extLst>
              <a:ext uri="{FF2B5EF4-FFF2-40B4-BE49-F238E27FC236}">
                <a16:creationId xmlns:a16="http://schemas.microsoft.com/office/drawing/2014/main" id="{C886CF29-EE3E-4F62-8C49-646AA8DF7562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38" name="Dikdörtgen 37">
            <a:extLst>
              <a:ext uri="{FF2B5EF4-FFF2-40B4-BE49-F238E27FC236}">
                <a16:creationId xmlns:a16="http://schemas.microsoft.com/office/drawing/2014/main" id="{5B175688-62D8-44BE-A931-E96CB083FE9C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39" name="Dikdörtgen 38">
            <a:extLst>
              <a:ext uri="{FF2B5EF4-FFF2-40B4-BE49-F238E27FC236}">
                <a16:creationId xmlns:a16="http://schemas.microsoft.com/office/drawing/2014/main" id="{B372F655-9DAA-4644-A3B4-0C8C5FD41291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0" name="Dikdörtgen 39">
            <a:extLst>
              <a:ext uri="{FF2B5EF4-FFF2-40B4-BE49-F238E27FC236}">
                <a16:creationId xmlns:a16="http://schemas.microsoft.com/office/drawing/2014/main" id="{1F92AF00-021D-4E91-A347-87E870CADE27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1" name="Tablo 40">
            <a:extLst>
              <a:ext uri="{FF2B5EF4-FFF2-40B4-BE49-F238E27FC236}">
                <a16:creationId xmlns:a16="http://schemas.microsoft.com/office/drawing/2014/main" id="{2496B867-4E9B-4EA0-9342-E445E01D7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2718581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2" name="Dikdörtgen 21">
            <a:extLst>
              <a:ext uri="{FF2B5EF4-FFF2-40B4-BE49-F238E27FC236}">
                <a16:creationId xmlns:a16="http://schemas.microsoft.com/office/drawing/2014/main" id="{315467CA-830F-4EDB-AD1B-A6CA9BDDBD2A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3" name="Dikdörtgen 22">
            <a:extLst>
              <a:ext uri="{FF2B5EF4-FFF2-40B4-BE49-F238E27FC236}">
                <a16:creationId xmlns:a16="http://schemas.microsoft.com/office/drawing/2014/main" id="{5F1DB972-6176-4B88-AB9B-DAC09ECF5787}"/>
              </a:ext>
            </a:extLst>
          </p:cNvPr>
          <p:cNvSpPr/>
          <p:nvPr/>
        </p:nvSpPr>
        <p:spPr>
          <a:xfrm>
            <a:off x="327075" y="4102133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4" name="Dikdörtgen 23">
            <a:extLst>
              <a:ext uri="{FF2B5EF4-FFF2-40B4-BE49-F238E27FC236}">
                <a16:creationId xmlns:a16="http://schemas.microsoft.com/office/drawing/2014/main" id="{45DD53F8-BDB1-4D88-A263-674ACD6404C6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8CFEF34E-43D3-4CDB-A707-67B9586A5613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: Köşeleri Yuvarlatılmış 25">
            <a:extLst>
              <a:ext uri="{FF2B5EF4-FFF2-40B4-BE49-F238E27FC236}">
                <a16:creationId xmlns:a16="http://schemas.microsoft.com/office/drawing/2014/main" id="{69CBFE39-1C22-43CC-B808-FE565E097AA6}"/>
              </a:ext>
            </a:extLst>
          </p:cNvPr>
          <p:cNvSpPr/>
          <p:nvPr/>
        </p:nvSpPr>
        <p:spPr>
          <a:xfrm>
            <a:off x="196625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2" name="Dikdörtgen: Köşeleri Yuvarlatılmış 41">
            <a:extLst>
              <a:ext uri="{FF2B5EF4-FFF2-40B4-BE49-F238E27FC236}">
                <a16:creationId xmlns:a16="http://schemas.microsoft.com/office/drawing/2014/main" id="{EB055E7B-57E3-4FD4-9955-6CDF25FA9A24}"/>
              </a:ext>
            </a:extLst>
          </p:cNvPr>
          <p:cNvSpPr/>
          <p:nvPr/>
        </p:nvSpPr>
        <p:spPr>
          <a:xfrm>
            <a:off x="7882467" y="1081547"/>
            <a:ext cx="706993" cy="1096949"/>
          </a:xfrm>
          <a:prstGeom prst="roundRect">
            <a:avLst>
              <a:gd name="adj" fmla="val 7816"/>
            </a:avLst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3" name="Dikdörtgen: Köşeleri Yuvarlatılmış 42">
            <a:extLst>
              <a:ext uri="{FF2B5EF4-FFF2-40B4-BE49-F238E27FC236}">
                <a16:creationId xmlns:a16="http://schemas.microsoft.com/office/drawing/2014/main" id="{5A35A9EC-6CA5-467E-ACE7-EFDFFD8B7BEC}"/>
              </a:ext>
            </a:extLst>
          </p:cNvPr>
          <p:cNvSpPr/>
          <p:nvPr/>
        </p:nvSpPr>
        <p:spPr>
          <a:xfrm>
            <a:off x="3748054" y="658671"/>
            <a:ext cx="3154191" cy="2064863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75475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2" grpId="0"/>
      <p:bldP spid="23" grpId="0"/>
      <p:bldP spid="23" grpId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7429520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7" name="Dikdörtgen 6">
            <a:extLst>
              <a:ext uri="{FF2B5EF4-FFF2-40B4-BE49-F238E27FC236}">
                <a16:creationId xmlns:a16="http://schemas.microsoft.com/office/drawing/2014/main" id="{949F9D28-E07D-4732-A992-1E0599234E03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0983681"/>
              </p:ext>
            </p:extLst>
          </p:nvPr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1687224"/>
              </p:ext>
            </p:extLst>
          </p:nvPr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0941032"/>
              </p:ext>
            </p:extLst>
          </p:nvPr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2163861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6" name="Dikdörtgen 25">
            <a:extLst>
              <a:ext uri="{FF2B5EF4-FFF2-40B4-BE49-F238E27FC236}">
                <a16:creationId xmlns:a16="http://schemas.microsoft.com/office/drawing/2014/main" id="{F2CF2934-B72D-4847-83C7-023EE3B4A98E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3" name="Dikdörtgen 22">
            <a:extLst>
              <a:ext uri="{FF2B5EF4-FFF2-40B4-BE49-F238E27FC236}">
                <a16:creationId xmlns:a16="http://schemas.microsoft.com/office/drawing/2014/main" id="{1654598A-3B20-42FA-88C1-53F5ABB8A398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 23">
            <a:extLst>
              <a:ext uri="{FF2B5EF4-FFF2-40B4-BE49-F238E27FC236}">
                <a16:creationId xmlns:a16="http://schemas.microsoft.com/office/drawing/2014/main" id="{3EAE69AF-2508-4CEB-AB1C-34403425F290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2" name="Dikdörtgen: Köşeleri Yuvarlatılmış 21">
            <a:extLst>
              <a:ext uri="{FF2B5EF4-FFF2-40B4-BE49-F238E27FC236}">
                <a16:creationId xmlns:a16="http://schemas.microsoft.com/office/drawing/2014/main" id="{54FEDEFC-4BDC-44C2-9629-5DE71DD12103}"/>
              </a:ext>
            </a:extLst>
          </p:cNvPr>
          <p:cNvSpPr/>
          <p:nvPr/>
        </p:nvSpPr>
        <p:spPr>
          <a:xfrm>
            <a:off x="196625" y="3342968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7719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2650785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8398373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6" name="Dikdörtgen 25">
            <a:extLst>
              <a:ext uri="{FF2B5EF4-FFF2-40B4-BE49-F238E27FC236}">
                <a16:creationId xmlns:a16="http://schemas.microsoft.com/office/drawing/2014/main" id="{87CD656A-3EB7-49EF-9287-80D1C07274C5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 23">
            <a:extLst>
              <a:ext uri="{FF2B5EF4-FFF2-40B4-BE49-F238E27FC236}">
                <a16:creationId xmlns:a16="http://schemas.microsoft.com/office/drawing/2014/main" id="{4522BE06-DC1D-41D7-9865-E1286DDB469B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FB101295-5C8C-453E-8050-BB98AB263870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D66423D3-75C9-4F8C-BF0E-D2C616596A20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6E7655BB-473C-4DE8-8333-F639EF1AA970}"/>
              </a:ext>
            </a:extLst>
          </p:cNvPr>
          <p:cNvSpPr/>
          <p:nvPr/>
        </p:nvSpPr>
        <p:spPr>
          <a:xfrm>
            <a:off x="8514745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2404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7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6330876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CD34E8A8-CFE0-4D85-A938-C76B6B63722C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6022036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6" name="Dikdörtgen 25">
            <a:extLst>
              <a:ext uri="{FF2B5EF4-FFF2-40B4-BE49-F238E27FC236}">
                <a16:creationId xmlns:a16="http://schemas.microsoft.com/office/drawing/2014/main" id="{87CD656A-3EB7-49EF-9287-80D1C07274C5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 23">
            <a:extLst>
              <a:ext uri="{FF2B5EF4-FFF2-40B4-BE49-F238E27FC236}">
                <a16:creationId xmlns:a16="http://schemas.microsoft.com/office/drawing/2014/main" id="{4522BE06-DC1D-41D7-9865-E1286DDB469B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FB101295-5C8C-453E-8050-BB98AB263870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D66423D3-75C9-4F8C-BF0E-D2C616596A20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6E7655BB-473C-4DE8-8333-F639EF1AA970}"/>
              </a:ext>
            </a:extLst>
          </p:cNvPr>
          <p:cNvSpPr/>
          <p:nvPr/>
        </p:nvSpPr>
        <p:spPr>
          <a:xfrm>
            <a:off x="8514745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533421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4" grpId="0"/>
      <p:bldP spid="27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596598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CD34E8A8-CFE0-4D85-A938-C76B6B63722C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8359476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21AD9E14-499E-4DAC-A862-FF70FE3A6DF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EA1253AE-6FD9-462B-88C6-FE3E123D4DAB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6FDB3764-56E2-4FD8-83F6-F2ADCE9E4450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1D3A01B4-A0E1-4120-9D9F-7DCC339EC911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A162D6C9-2C81-48BA-8470-6D98B85E8476}"/>
              </a:ext>
            </a:extLst>
          </p:cNvPr>
          <p:cNvSpPr/>
          <p:nvPr/>
        </p:nvSpPr>
        <p:spPr>
          <a:xfrm>
            <a:off x="5584725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31663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6" grpId="0"/>
      <p:bldP spid="28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8150312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CD34E8A8-CFE0-4D85-A938-C76B6B63722C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2" name="Slayt Önizlemesi 11">
                <a:extLst>
                  <a:ext uri="{FF2B5EF4-FFF2-40B4-BE49-F238E27FC236}">
                    <a16:creationId xmlns:a16="http://schemas.microsoft.com/office/drawing/2014/main" id="{CA5A767E-13F5-4C54-ABE5-748DB4EAAAE4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6400029" y="5758466"/>
              <a:ext cx="1456392" cy="819220"/>
            </p:xfrm>
            <a:graphic>
              <a:graphicData uri="http://schemas.microsoft.com/office/powerpoint/2016/slidezoom">
                <pslz:sldZm>
                  <pslz:sldZmObj sldId="265" cId="2485729668">
                    <pslz:zmPr id="{68A4288F-A4F5-48FC-86BA-DB7F303B5474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456392" cy="819220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2" name="Slayt Önizlemesi 11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CA5A767E-13F5-4C54-ABE5-748DB4EAAAE4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00029" y="5758466"/>
                <a:ext cx="1456392" cy="81922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6054779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21AD9E14-499E-4DAC-A862-FF70FE3A6DF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EA1253AE-6FD9-462B-88C6-FE3E123D4DAB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6FDB3764-56E2-4FD8-83F6-F2ADCE9E4450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7000">
                      <a:srgbClr val="FF00FF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rgbClr val="FF00FF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1D3A01B4-A0E1-4120-9D9F-7DCC339EC911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A162D6C9-2C81-48BA-8470-6D98B85E8476}"/>
              </a:ext>
            </a:extLst>
          </p:cNvPr>
          <p:cNvSpPr/>
          <p:nvPr/>
        </p:nvSpPr>
        <p:spPr>
          <a:xfrm>
            <a:off x="5584725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37251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6" grpId="0"/>
      <p:bldP spid="2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Metin kutusu 7">
            <a:extLst>
              <a:ext uri="{FF2B5EF4-FFF2-40B4-BE49-F238E27FC236}">
                <a16:creationId xmlns:a16="http://schemas.microsoft.com/office/drawing/2014/main" id="{2E0FD467-A9AA-456B-B5AC-4C4220A737A1}"/>
              </a:ext>
            </a:extLst>
          </p:cNvPr>
          <p:cNvSpPr txBox="1"/>
          <p:nvPr/>
        </p:nvSpPr>
        <p:spPr>
          <a:xfrm>
            <a:off x="1496079" y="3760091"/>
            <a:ext cx="16141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Bekçi</a:t>
            </a:r>
            <a:endParaRPr lang="tr-TR" sz="3200" dirty="0">
              <a:solidFill>
                <a:srgbClr val="FF000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CB8D7558-AA3D-4470-A7F0-A01C761303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3252335"/>
              </p:ext>
            </p:extLst>
          </p:nvPr>
        </p:nvGraphicFramePr>
        <p:xfrm>
          <a:off x="2185995" y="2282597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٤.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 فُ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عَّ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86000">
                                <a:schemeClr val="tx1"/>
                              </a:gs>
                              <a:gs pos="90000">
                                <a:srgbClr val="FF0000"/>
                              </a:gs>
                            </a:gsLst>
                            <a:lin ang="13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gradFill flip="none" rotWithShape="1">
                          <a:gsLst>
                            <a:gs pos="86000">
                              <a:schemeClr val="tx1"/>
                            </a:gs>
                            <a:gs pos="90000">
                              <a:srgbClr val="FF0000"/>
                            </a:gs>
                          </a:gsLst>
                          <a:lin ang="13200000" scaled="0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gradFill flip="none" rotWithShape="1">
                            <a:gsLst>
                              <a:gs pos="57000">
                                <a:schemeClr val="tx1"/>
                              </a:gs>
                              <a:gs pos="60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10000">
                                <a:schemeClr val="tx1"/>
                              </a:gs>
                              <a:gs pos="8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ر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45000">
                                <a:schemeClr val="tx1"/>
                              </a:gs>
                              <a:gs pos="43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س</a:t>
                      </a:r>
                      <a:endParaRPr lang="tr-TR" sz="6000" dirty="0">
                        <a:solidFill>
                          <a:srgbClr val="FF0000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57000">
                                <a:schemeClr val="tx1"/>
                              </a:gs>
                              <a:gs pos="60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72000">
                                <a:schemeClr val="tx1"/>
                              </a:gs>
                              <a:gs pos="65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َا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10000">
                                <a:schemeClr val="tx1"/>
                              </a:gs>
                              <a:gs pos="8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رِ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45000">
                                <a:schemeClr val="tx1"/>
                              </a:gs>
                              <a:gs pos="43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س</a:t>
                      </a:r>
                      <a:endParaRPr lang="tr-TR" sz="6000" b="0" dirty="0">
                        <a:gradFill flip="none" rotWithShape="1">
                          <a:gsLst>
                            <a:gs pos="45000">
                              <a:schemeClr val="tx1"/>
                            </a:gs>
                            <a:gs pos="43000">
                              <a:schemeClr val="bg1">
                                <a:lumMod val="75000"/>
                              </a:schemeClr>
                            </a:gs>
                          </a:gsLst>
                          <a:lin ang="54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87194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5729668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Metin kutusu 7">
            <a:extLst>
              <a:ext uri="{FF2B5EF4-FFF2-40B4-BE49-F238E27FC236}">
                <a16:creationId xmlns:a16="http://schemas.microsoft.com/office/drawing/2014/main" id="{2E0FD467-A9AA-456B-B5AC-4C4220A737A1}"/>
              </a:ext>
            </a:extLst>
          </p:cNvPr>
          <p:cNvSpPr txBox="1"/>
          <p:nvPr/>
        </p:nvSpPr>
        <p:spPr>
          <a:xfrm>
            <a:off x="1496079" y="3760091"/>
            <a:ext cx="16141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Bekçi</a:t>
            </a:r>
            <a:r>
              <a:rPr lang="tr-TR" sz="3200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</a:p>
        </p:txBody>
      </p:sp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CB8D7558-AA3D-4470-A7F0-A01C761303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9268099"/>
              </p:ext>
            </p:extLst>
          </p:nvPr>
        </p:nvGraphicFramePr>
        <p:xfrm>
          <a:off x="2185995" y="2282597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٤. 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عَّ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86000">
                                <a:schemeClr val="tx1"/>
                              </a:gs>
                              <a:gs pos="90000">
                                <a:srgbClr val="FF0000"/>
                              </a:gs>
                            </a:gsLst>
                            <a:lin ang="13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gradFill flip="none" rotWithShape="1">
                          <a:gsLst>
                            <a:gs pos="86000">
                              <a:schemeClr val="tx1"/>
                            </a:gs>
                            <a:gs pos="90000">
                              <a:srgbClr val="FF0000"/>
                            </a:gs>
                          </a:gsLst>
                          <a:lin ang="13200000" scaled="0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حُرَّ</a:t>
                      </a: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س</a:t>
                      </a:r>
                      <a:r>
                        <a:rPr lang="ar-EG" sz="600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  </a:t>
                      </a:r>
                      <a:endParaRPr lang="tr-TR" sz="6000" dirty="0">
                        <a:solidFill>
                          <a:srgbClr val="FF0000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57000">
                                <a:schemeClr val="tx1"/>
                              </a:gs>
                              <a:gs pos="60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72000">
                                <a:schemeClr val="tx1"/>
                              </a:gs>
                              <a:gs pos="65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َا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10000">
                                <a:schemeClr val="tx1"/>
                              </a:gs>
                              <a:gs pos="8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رِ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45000">
                                <a:schemeClr val="tx1"/>
                              </a:gs>
                              <a:gs pos="43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س</a:t>
                      </a:r>
                      <a:endParaRPr lang="tr-TR" sz="6000" b="0" dirty="0">
                        <a:gradFill flip="none" rotWithShape="1">
                          <a:gsLst>
                            <a:gs pos="45000">
                              <a:schemeClr val="tx1"/>
                            </a:gs>
                            <a:gs pos="43000">
                              <a:schemeClr val="bg1">
                                <a:lumMod val="75000"/>
                              </a:schemeClr>
                            </a:gs>
                          </a:gsLst>
                          <a:lin ang="54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87194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1227149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1881627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CD34E8A8-CFE0-4D85-A938-C76B6B63722C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AD818B32-F94A-4CE5-A6D1-A9C95CD73A6D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مُهَنْدِسَا</a:t>
            </a:r>
            <a:r>
              <a:rPr lang="ar-EG" sz="3600" dirty="0">
                <a:gradFill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9044328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6" name="Dikdörtgen 25">
            <a:extLst>
              <a:ext uri="{FF2B5EF4-FFF2-40B4-BE49-F238E27FC236}">
                <a16:creationId xmlns:a16="http://schemas.microsoft.com/office/drawing/2014/main" id="{BAD69AC9-178B-4C75-8029-C0EFA2A3C683}"/>
              </a:ext>
            </a:extLst>
          </p:cNvPr>
          <p:cNvSpPr/>
          <p:nvPr/>
        </p:nvSpPr>
        <p:spPr>
          <a:xfrm>
            <a:off x="6330117" y="5717251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حُرَّاس</a:t>
            </a:r>
            <a:endParaRPr lang="tr-TR" sz="3600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756A3700-F3CE-4D44-ADA8-5284F32617CD}"/>
              </a:ext>
            </a:extLst>
          </p:cNvPr>
          <p:cNvSpPr/>
          <p:nvPr/>
        </p:nvSpPr>
        <p:spPr>
          <a:xfrm>
            <a:off x="5883511" y="5777704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CCA14783-C060-4A33-AADB-AB867650893C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AA63DE31-C58F-40F6-89B6-4D1ED9379E90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6" name="Dikdörtgen 45">
            <a:extLst>
              <a:ext uri="{FF2B5EF4-FFF2-40B4-BE49-F238E27FC236}">
                <a16:creationId xmlns:a16="http://schemas.microsoft.com/office/drawing/2014/main" id="{FC91BE1D-5816-4F56-BDEB-1C410A58AB1F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: Köşeleri Yuvarlatılmış 24">
            <a:extLst>
              <a:ext uri="{FF2B5EF4-FFF2-40B4-BE49-F238E27FC236}">
                <a16:creationId xmlns:a16="http://schemas.microsoft.com/office/drawing/2014/main" id="{4A3521D4-1EFC-4A46-B51B-70AEE85266D8}"/>
              </a:ext>
            </a:extLst>
          </p:cNvPr>
          <p:cNvSpPr/>
          <p:nvPr/>
        </p:nvSpPr>
        <p:spPr>
          <a:xfrm>
            <a:off x="5584725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447818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7" grpId="0"/>
      <p:bldP spid="27" grpId="1"/>
      <p:bldP spid="29" grpId="0"/>
      <p:bldP spid="46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6881359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CD34E8A8-CFE0-4D85-A938-C76B6B63722C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AD818B32-F94A-4CE5-A6D1-A9C95CD73A6D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مُهَنْدِسَا</a:t>
            </a:r>
            <a:r>
              <a:rPr lang="ar-EG" sz="3600" dirty="0">
                <a:gradFill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2355365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6" name="Dikdörtgen 25">
            <a:extLst>
              <a:ext uri="{FF2B5EF4-FFF2-40B4-BE49-F238E27FC236}">
                <a16:creationId xmlns:a16="http://schemas.microsoft.com/office/drawing/2014/main" id="{BAD69AC9-178B-4C75-8029-C0EFA2A3C683}"/>
              </a:ext>
            </a:extLst>
          </p:cNvPr>
          <p:cNvSpPr/>
          <p:nvPr/>
        </p:nvSpPr>
        <p:spPr>
          <a:xfrm>
            <a:off x="6330117" y="5717251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حُرَّا</a:t>
            </a:r>
            <a:r>
              <a:rPr lang="ar-EG" sz="3600" dirty="0">
                <a:gradFill flip="none" rotWithShape="1">
                  <a:gsLst>
                    <a:gs pos="46000">
                      <a:schemeClr val="tx1"/>
                    </a:gs>
                    <a:gs pos="48000">
                      <a:srgbClr val="00B05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سُ</a:t>
            </a:r>
            <a:endParaRPr lang="tr-TR" sz="3600" dirty="0">
              <a:gradFill flip="none" rotWithShape="1">
                <a:gsLst>
                  <a:gs pos="46000">
                    <a:schemeClr val="tx1"/>
                  </a:gs>
                  <a:gs pos="48000">
                    <a:srgbClr val="00B05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E6316C98-577F-4844-A068-301E25D524C7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C9C4F1CF-DB62-4828-A4DE-0B11E4E83FAD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C56E6B8D-CBC4-422D-BDF4-745A034A384F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D70A6B40-83B6-4CD5-A6EF-20F55CEAD6E3}"/>
              </a:ext>
            </a:extLst>
          </p:cNvPr>
          <p:cNvSpPr/>
          <p:nvPr/>
        </p:nvSpPr>
        <p:spPr>
          <a:xfrm>
            <a:off x="5584725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5491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5" grpId="0"/>
      <p:bldP spid="2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018252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CD34E8A8-CFE0-4D85-A938-C76B6B63722C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AD818B32-F94A-4CE5-A6D1-A9C95CD73A6D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مُهَنْدِسَا</a:t>
            </a:r>
            <a:r>
              <a:rPr lang="ar-EG" sz="3600" dirty="0">
                <a:gradFill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272448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8" name="Dikdörtgen 27">
            <a:extLst>
              <a:ext uri="{FF2B5EF4-FFF2-40B4-BE49-F238E27FC236}">
                <a16:creationId xmlns:a16="http://schemas.microsoft.com/office/drawing/2014/main" id="{47A09696-F140-48C7-9B6B-2A823CC1459E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9E9C96DA-951E-4D67-87D8-4FABA63BC10E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6" name="Dikdörtgen 45">
            <a:extLst>
              <a:ext uri="{FF2B5EF4-FFF2-40B4-BE49-F238E27FC236}">
                <a16:creationId xmlns:a16="http://schemas.microsoft.com/office/drawing/2014/main" id="{A2781ABD-CDC0-4F74-B845-3D92DFF8C7A7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7" name="Dikdörtgen 46">
            <a:extLst>
              <a:ext uri="{FF2B5EF4-FFF2-40B4-BE49-F238E27FC236}">
                <a16:creationId xmlns:a16="http://schemas.microsoft.com/office/drawing/2014/main" id="{C00BEB59-D066-46B2-9282-2B5322ED7740}"/>
              </a:ext>
            </a:extLst>
          </p:cNvPr>
          <p:cNvSpPr/>
          <p:nvPr/>
        </p:nvSpPr>
        <p:spPr>
          <a:xfrm>
            <a:off x="6330117" y="5717251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حُرَّا</a:t>
            </a:r>
            <a:r>
              <a:rPr lang="ar-EG" sz="3600" dirty="0">
                <a:gradFill flip="none" rotWithShape="1">
                  <a:gsLst>
                    <a:gs pos="46000">
                      <a:schemeClr val="tx1"/>
                    </a:gs>
                    <a:gs pos="48000">
                      <a:srgbClr val="00B05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سُ</a:t>
            </a:r>
            <a:endParaRPr lang="tr-TR" sz="3600" dirty="0">
              <a:gradFill flip="none" rotWithShape="1">
                <a:gsLst>
                  <a:gs pos="46000">
                    <a:schemeClr val="tx1"/>
                  </a:gs>
                  <a:gs pos="48000">
                    <a:srgbClr val="00B05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: Köşeleri Yuvarlatılmış 24">
            <a:extLst>
              <a:ext uri="{FF2B5EF4-FFF2-40B4-BE49-F238E27FC236}">
                <a16:creationId xmlns:a16="http://schemas.microsoft.com/office/drawing/2014/main" id="{BA5C10E6-EC86-4D38-8ED0-8C0418F5D014}"/>
              </a:ext>
            </a:extLst>
          </p:cNvPr>
          <p:cNvSpPr/>
          <p:nvPr/>
        </p:nvSpPr>
        <p:spPr>
          <a:xfrm>
            <a:off x="2654705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993926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9" grpId="0"/>
      <p:bldP spid="46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FDDE6F36-A898-4FA8-80FD-7BA7998E19B5}"/>
              </a:ext>
            </a:extLst>
          </p:cNvPr>
          <p:cNvGraphicFramePr>
            <a:graphicFrameLocks noGrp="1"/>
          </p:cNvGraphicFramePr>
          <p:nvPr/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CD34E8A8-CFE0-4D85-A938-C76B6B63722C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6" name="Dikdörtgen 15">
            <a:extLst>
              <a:ext uri="{FF2B5EF4-FFF2-40B4-BE49-F238E27FC236}">
                <a16:creationId xmlns:a16="http://schemas.microsoft.com/office/drawing/2014/main" id="{AD818B32-F94A-4CE5-A6D1-A9C95CD73A6D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مُهَنْدِسَا</a:t>
            </a:r>
            <a:r>
              <a:rPr lang="ar-EG" sz="3600" dirty="0">
                <a:gradFill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1" name="Tablo 30">
            <a:extLst>
              <a:ext uri="{FF2B5EF4-FFF2-40B4-BE49-F238E27FC236}">
                <a16:creationId xmlns:a16="http://schemas.microsoft.com/office/drawing/2014/main" id="{783DF327-5BA8-4BDF-A698-B036697627D1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2" name="Bağlayıcı: Eğri 31">
            <a:extLst>
              <a:ext uri="{FF2B5EF4-FFF2-40B4-BE49-F238E27FC236}">
                <a16:creationId xmlns:a16="http://schemas.microsoft.com/office/drawing/2014/main" id="{5036D22A-D5FE-4EDA-9414-B8D78624A6EA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D0C47AA4-6815-4736-9296-C14DD8801CCA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DECA658E-D9CD-4038-85BC-12774D343F36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D5B2AF9-A96A-423D-B710-F3398A2245B4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6" name="Mürekkep 35">
                <a:extLst>
                  <a:ext uri="{FF2B5EF4-FFF2-40B4-BE49-F238E27FC236}">
                    <a16:creationId xmlns:a16="http://schemas.microsoft.com/office/drawing/2014/main" id="{6D7AC282-767D-46D4-A452-0C01FD8CA4B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5DD3C387-7E16-4954-810B-6DEFD67D602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399F2A91-1DE4-45A2-9EED-A83A57C73D4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4D7D0F16-3883-4D99-A59C-351583D803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810BD3F-F719-457B-935B-B7D63C4B5C2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1" name="Dikdörtgen 40">
            <a:extLst>
              <a:ext uri="{FF2B5EF4-FFF2-40B4-BE49-F238E27FC236}">
                <a16:creationId xmlns:a16="http://schemas.microsoft.com/office/drawing/2014/main" id="{3A5AF2AE-0CC5-4E07-9FA6-705623BB9E69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2" name="Dikdörtgen 41">
            <a:extLst>
              <a:ext uri="{FF2B5EF4-FFF2-40B4-BE49-F238E27FC236}">
                <a16:creationId xmlns:a16="http://schemas.microsoft.com/office/drawing/2014/main" id="{43EEEA42-5914-4463-AE86-0C6AA44DB03B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15386CE8-9361-4586-A73A-CF77EFD25BF7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08CE7797-1301-4BE4-907F-CBE40B4D3E1C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5" name="Tablo 44">
            <a:extLst>
              <a:ext uri="{FF2B5EF4-FFF2-40B4-BE49-F238E27FC236}">
                <a16:creationId xmlns:a16="http://schemas.microsoft.com/office/drawing/2014/main" id="{728DDA3E-19F9-4152-AB82-589D419A8F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1141188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7" name="Dikdörtgen 26">
            <a:extLst>
              <a:ext uri="{FF2B5EF4-FFF2-40B4-BE49-F238E27FC236}">
                <a16:creationId xmlns:a16="http://schemas.microsoft.com/office/drawing/2014/main" id="{C4391E3B-57DC-4550-8214-598F5A1AA21A}"/>
              </a:ext>
            </a:extLst>
          </p:cNvPr>
          <p:cNvSpPr/>
          <p:nvPr/>
        </p:nvSpPr>
        <p:spPr>
          <a:xfrm>
            <a:off x="3333188" y="5715604"/>
            <a:ext cx="143020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47A09696-F140-48C7-9B6B-2A823CC1459E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9E9C96DA-951E-4D67-87D8-4FABA63BC10E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6" name="Dikdörtgen 45">
            <a:extLst>
              <a:ext uri="{FF2B5EF4-FFF2-40B4-BE49-F238E27FC236}">
                <a16:creationId xmlns:a16="http://schemas.microsoft.com/office/drawing/2014/main" id="{A2781ABD-CDC0-4F74-B845-3D92DFF8C7A7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7" name="Dikdörtgen 46">
            <a:extLst>
              <a:ext uri="{FF2B5EF4-FFF2-40B4-BE49-F238E27FC236}">
                <a16:creationId xmlns:a16="http://schemas.microsoft.com/office/drawing/2014/main" id="{C00BEB59-D066-46B2-9282-2B5322ED7740}"/>
              </a:ext>
            </a:extLst>
          </p:cNvPr>
          <p:cNvSpPr/>
          <p:nvPr/>
        </p:nvSpPr>
        <p:spPr>
          <a:xfrm>
            <a:off x="6330117" y="5717251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حُرَّا</a:t>
            </a:r>
            <a:r>
              <a:rPr lang="ar-EG" sz="3600" dirty="0">
                <a:gradFill flip="none" rotWithShape="1">
                  <a:gsLst>
                    <a:gs pos="46000">
                      <a:schemeClr val="tx1"/>
                    </a:gs>
                    <a:gs pos="48000">
                      <a:srgbClr val="00B05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سُ</a:t>
            </a:r>
            <a:endParaRPr lang="tr-TR" sz="3600" dirty="0">
              <a:gradFill flip="none" rotWithShape="1">
                <a:gsLst>
                  <a:gs pos="46000">
                    <a:schemeClr val="tx1"/>
                  </a:gs>
                  <a:gs pos="48000">
                    <a:srgbClr val="00B05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: Köşeleri Yuvarlatılmış 24">
            <a:extLst>
              <a:ext uri="{FF2B5EF4-FFF2-40B4-BE49-F238E27FC236}">
                <a16:creationId xmlns:a16="http://schemas.microsoft.com/office/drawing/2014/main" id="{BA5C10E6-EC86-4D38-8ED0-8C0418F5D014}"/>
              </a:ext>
            </a:extLst>
          </p:cNvPr>
          <p:cNvSpPr/>
          <p:nvPr/>
        </p:nvSpPr>
        <p:spPr>
          <a:xfrm>
            <a:off x="2654705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83390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7" grpId="0"/>
      <p:bldP spid="29" grpId="0"/>
      <p:bldP spid="46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752C6ECD-4540-48C8-8AB9-350F5FC709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9455525"/>
              </p:ext>
            </p:extLst>
          </p:nvPr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sz="3600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10" name="Dikdörtgen 9">
            <a:extLst>
              <a:ext uri="{FF2B5EF4-FFF2-40B4-BE49-F238E27FC236}">
                <a16:creationId xmlns:a16="http://schemas.microsoft.com/office/drawing/2014/main" id="{17B74254-DE9F-48F1-80B5-46D2E6775CD6}"/>
              </a:ext>
            </a:extLst>
          </p:cNvPr>
          <p:cNvSpPr/>
          <p:nvPr/>
        </p:nvSpPr>
        <p:spPr>
          <a:xfrm>
            <a:off x="3333189" y="5715604"/>
            <a:ext cx="1430199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BBB005A9-7C50-4495-9974-85C58097CC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0983681"/>
              </p:ext>
            </p:extLst>
          </p:nvPr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5" name="Bağlayıcı: Eğri 34">
            <a:extLst>
              <a:ext uri="{FF2B5EF4-FFF2-40B4-BE49-F238E27FC236}">
                <a16:creationId xmlns:a16="http://schemas.microsoft.com/office/drawing/2014/main" id="{8D6E7F5F-7215-486D-BEF1-BA510BC9794E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Bağlayıcı: Eğri 35">
            <a:extLst>
              <a:ext uri="{FF2B5EF4-FFF2-40B4-BE49-F238E27FC236}">
                <a16:creationId xmlns:a16="http://schemas.microsoft.com/office/drawing/2014/main" id="{25868107-BA37-48E0-8743-D8BAA656CCB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7" name="Tablo 36">
            <a:extLst>
              <a:ext uri="{FF2B5EF4-FFF2-40B4-BE49-F238E27FC236}">
                <a16:creationId xmlns:a16="http://schemas.microsoft.com/office/drawing/2014/main" id="{6F665E6B-AB42-4AFC-9072-43B707850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1687224"/>
              </p:ext>
            </p:extLst>
          </p:nvPr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8" name="Tablo 37">
            <a:extLst>
              <a:ext uri="{FF2B5EF4-FFF2-40B4-BE49-F238E27FC236}">
                <a16:creationId xmlns:a16="http://schemas.microsoft.com/office/drawing/2014/main" id="{D0E2AD88-CCAE-403D-93FD-8A0C242913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3418722"/>
              </p:ext>
            </p:extLst>
          </p:nvPr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AA1F85C8-8776-4213-8D97-4C93107735D6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AA1F85C8-8776-4213-8D97-4C93107735D6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AA0EBEC-7FDC-4D17-9E67-E8C1F8E48E51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AA0EBEC-7FDC-4D17-9E67-E8C1F8E48E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1" name="Mürekkep 40">
                <a:extLst>
                  <a:ext uri="{FF2B5EF4-FFF2-40B4-BE49-F238E27FC236}">
                    <a16:creationId xmlns:a16="http://schemas.microsoft.com/office/drawing/2014/main" id="{FEA4115B-B6A5-4135-ACC8-0095D9DBBC10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41" name="Mürekkep 40">
                <a:extLst>
                  <a:ext uri="{FF2B5EF4-FFF2-40B4-BE49-F238E27FC236}">
                    <a16:creationId xmlns:a16="http://schemas.microsoft.com/office/drawing/2014/main" id="{FEA4115B-B6A5-4135-ACC8-0095D9DBBC1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Mürekkep 41">
                <a:extLst>
                  <a:ext uri="{FF2B5EF4-FFF2-40B4-BE49-F238E27FC236}">
                    <a16:creationId xmlns:a16="http://schemas.microsoft.com/office/drawing/2014/main" id="{0643E41E-E194-4E13-A94A-6AC4514B6DC6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42" name="Mürekkep 41">
                <a:extLst>
                  <a:ext uri="{FF2B5EF4-FFF2-40B4-BE49-F238E27FC236}">
                    <a16:creationId xmlns:a16="http://schemas.microsoft.com/office/drawing/2014/main" id="{0643E41E-E194-4E13-A94A-6AC4514B6DC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Mürekkep 42">
                <a:extLst>
                  <a:ext uri="{FF2B5EF4-FFF2-40B4-BE49-F238E27FC236}">
                    <a16:creationId xmlns:a16="http://schemas.microsoft.com/office/drawing/2014/main" id="{14B109F4-C8AD-4F8B-9F25-4CD5F4EE2301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3" name="Mürekkep 42">
                <a:extLst>
                  <a:ext uri="{FF2B5EF4-FFF2-40B4-BE49-F238E27FC236}">
                    <a16:creationId xmlns:a16="http://schemas.microsoft.com/office/drawing/2014/main" id="{14B109F4-C8AD-4F8B-9F25-4CD5F4EE230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4" name="Dikdörtgen 43">
            <a:extLst>
              <a:ext uri="{FF2B5EF4-FFF2-40B4-BE49-F238E27FC236}">
                <a16:creationId xmlns:a16="http://schemas.microsoft.com/office/drawing/2014/main" id="{FF96559E-D3A7-4FF7-BC87-404842757128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5" name="Dikdörtgen 44">
            <a:extLst>
              <a:ext uri="{FF2B5EF4-FFF2-40B4-BE49-F238E27FC236}">
                <a16:creationId xmlns:a16="http://schemas.microsoft.com/office/drawing/2014/main" id="{4F9F5A80-06D4-4518-BD63-3EC685325237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6" name="Dikdörtgen 45">
            <a:extLst>
              <a:ext uri="{FF2B5EF4-FFF2-40B4-BE49-F238E27FC236}">
                <a16:creationId xmlns:a16="http://schemas.microsoft.com/office/drawing/2014/main" id="{7E1705B1-5F61-4671-87E5-72DE8EA34E94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7" name="Dikdörtgen 46">
            <a:extLst>
              <a:ext uri="{FF2B5EF4-FFF2-40B4-BE49-F238E27FC236}">
                <a16:creationId xmlns:a16="http://schemas.microsoft.com/office/drawing/2014/main" id="{503EB208-F4A9-4B02-BD69-2B655CB4FB95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8" name="Tablo 47">
            <a:extLst>
              <a:ext uri="{FF2B5EF4-FFF2-40B4-BE49-F238E27FC236}">
                <a16:creationId xmlns:a16="http://schemas.microsoft.com/office/drawing/2014/main" id="{5342DCD7-4EF1-4043-ACF7-BBFDD897B7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393120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4" name="Dikdörtgen 23">
            <a:extLst>
              <a:ext uri="{FF2B5EF4-FFF2-40B4-BE49-F238E27FC236}">
                <a16:creationId xmlns:a16="http://schemas.microsoft.com/office/drawing/2014/main" id="{04927507-3D96-4176-9EBE-CF0804B6F999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مُهَنْدِسَا</a:t>
            </a:r>
            <a:r>
              <a:rPr lang="ar-EG" sz="3600" dirty="0">
                <a:gradFill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8D83C74A-3F2D-408A-8993-FCA30B8C6084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69CC6EA4-129A-4B5D-B2A7-FE46E4D1CEEE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8FECF91D-71DC-4423-B3E8-572FA81B3215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CB2A3243-C459-4E73-8EE2-C4F0A709A945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34DE1648-1FD3-4422-8816-809C07B1DE63}"/>
              </a:ext>
            </a:extLst>
          </p:cNvPr>
          <p:cNvSpPr/>
          <p:nvPr/>
        </p:nvSpPr>
        <p:spPr>
          <a:xfrm>
            <a:off x="6330117" y="5717251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حُرَّا</a:t>
            </a:r>
            <a:r>
              <a:rPr lang="ar-EG" sz="3600" dirty="0">
                <a:gradFill flip="none" rotWithShape="1">
                  <a:gsLst>
                    <a:gs pos="46000">
                      <a:schemeClr val="tx1"/>
                    </a:gs>
                    <a:gs pos="48000">
                      <a:srgbClr val="00B05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سُ</a:t>
            </a:r>
            <a:endParaRPr lang="tr-TR" sz="3600" dirty="0">
              <a:gradFill flip="none" rotWithShape="1">
                <a:gsLst>
                  <a:gs pos="46000">
                    <a:schemeClr val="tx1"/>
                  </a:gs>
                  <a:gs pos="48000">
                    <a:srgbClr val="00B05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: Köşeleri Yuvarlatılmış 26">
            <a:extLst>
              <a:ext uri="{FF2B5EF4-FFF2-40B4-BE49-F238E27FC236}">
                <a16:creationId xmlns:a16="http://schemas.microsoft.com/office/drawing/2014/main" id="{B7A13DBB-C6A8-4FF7-B0F5-A63FE6403B96}"/>
              </a:ext>
            </a:extLst>
          </p:cNvPr>
          <p:cNvSpPr/>
          <p:nvPr/>
        </p:nvSpPr>
        <p:spPr>
          <a:xfrm>
            <a:off x="167138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45098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26" grpId="0"/>
      <p:bldP spid="28" grpId="0"/>
      <p:bldP spid="29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752C6ECD-4540-48C8-8AB9-350F5FC70998}"/>
              </a:ext>
            </a:extLst>
          </p:cNvPr>
          <p:cNvGraphicFramePr>
            <a:graphicFrameLocks noGrp="1"/>
          </p:cNvGraphicFramePr>
          <p:nvPr/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sz="3600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10" name="Dikdörtgen 9">
            <a:extLst>
              <a:ext uri="{FF2B5EF4-FFF2-40B4-BE49-F238E27FC236}">
                <a16:creationId xmlns:a16="http://schemas.microsoft.com/office/drawing/2014/main" id="{17B74254-DE9F-48F1-80B5-46D2E6775CD6}"/>
              </a:ext>
            </a:extLst>
          </p:cNvPr>
          <p:cNvSpPr/>
          <p:nvPr/>
        </p:nvSpPr>
        <p:spPr>
          <a:xfrm>
            <a:off x="3333189" y="5715604"/>
            <a:ext cx="1430199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EAFA8F30-3651-41FB-ABCF-93151AA2A04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912389094"/>
                  </p:ext>
                </p:extLst>
              </p:nvPr>
            </p:nvGraphicFramePr>
            <p:xfrm>
              <a:off x="854586" y="5782228"/>
              <a:ext cx="1513006" cy="851065"/>
            </p:xfrm>
            <a:graphic>
              <a:graphicData uri="http://schemas.microsoft.com/office/powerpoint/2016/slidezoom">
                <pslz:sldZm>
                  <pslz:sldZmObj sldId="300" cId="664252396">
                    <pslz:zmPr id="{726FAF24-792F-4CC4-8821-82BE391DD798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513006" cy="851065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EAFA8F30-3651-41FB-ABCF-93151AA2A04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54586" y="5782228"/>
                <a:ext cx="1513006" cy="851065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34" name="Tablo 33">
            <a:extLst>
              <a:ext uri="{FF2B5EF4-FFF2-40B4-BE49-F238E27FC236}">
                <a16:creationId xmlns:a16="http://schemas.microsoft.com/office/drawing/2014/main" id="{BBB005A9-7C50-4495-9974-85C58097CC55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5" name="Bağlayıcı: Eğri 34">
            <a:extLst>
              <a:ext uri="{FF2B5EF4-FFF2-40B4-BE49-F238E27FC236}">
                <a16:creationId xmlns:a16="http://schemas.microsoft.com/office/drawing/2014/main" id="{8D6E7F5F-7215-486D-BEF1-BA510BC9794E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Bağlayıcı: Eğri 35">
            <a:extLst>
              <a:ext uri="{FF2B5EF4-FFF2-40B4-BE49-F238E27FC236}">
                <a16:creationId xmlns:a16="http://schemas.microsoft.com/office/drawing/2014/main" id="{25868107-BA37-48E0-8743-D8BAA656CCBF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7" name="Tablo 36">
            <a:extLst>
              <a:ext uri="{FF2B5EF4-FFF2-40B4-BE49-F238E27FC236}">
                <a16:creationId xmlns:a16="http://schemas.microsoft.com/office/drawing/2014/main" id="{6F665E6B-AB42-4AFC-9072-43B707850764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8" name="Tablo 37">
            <a:extLst>
              <a:ext uri="{FF2B5EF4-FFF2-40B4-BE49-F238E27FC236}">
                <a16:creationId xmlns:a16="http://schemas.microsoft.com/office/drawing/2014/main" id="{D0E2AD88-CCAE-403D-93FD-8A0C2429136D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AA1F85C8-8776-4213-8D97-4C93107735D6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AA1F85C8-8776-4213-8D97-4C93107735D6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3AA0EBEC-7FDC-4D17-9E67-E8C1F8E48E51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3AA0EBEC-7FDC-4D17-9E67-E8C1F8E48E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1" name="Mürekkep 40">
                <a:extLst>
                  <a:ext uri="{FF2B5EF4-FFF2-40B4-BE49-F238E27FC236}">
                    <a16:creationId xmlns:a16="http://schemas.microsoft.com/office/drawing/2014/main" id="{FEA4115B-B6A5-4135-ACC8-0095D9DBBC10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41" name="Mürekkep 40">
                <a:extLst>
                  <a:ext uri="{FF2B5EF4-FFF2-40B4-BE49-F238E27FC236}">
                    <a16:creationId xmlns:a16="http://schemas.microsoft.com/office/drawing/2014/main" id="{FEA4115B-B6A5-4135-ACC8-0095D9DBBC1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Mürekkep 41">
                <a:extLst>
                  <a:ext uri="{FF2B5EF4-FFF2-40B4-BE49-F238E27FC236}">
                    <a16:creationId xmlns:a16="http://schemas.microsoft.com/office/drawing/2014/main" id="{0643E41E-E194-4E13-A94A-6AC4514B6DC6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42" name="Mürekkep 41">
                <a:extLst>
                  <a:ext uri="{FF2B5EF4-FFF2-40B4-BE49-F238E27FC236}">
                    <a16:creationId xmlns:a16="http://schemas.microsoft.com/office/drawing/2014/main" id="{0643E41E-E194-4E13-A94A-6AC4514B6DC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Mürekkep 42">
                <a:extLst>
                  <a:ext uri="{FF2B5EF4-FFF2-40B4-BE49-F238E27FC236}">
                    <a16:creationId xmlns:a16="http://schemas.microsoft.com/office/drawing/2014/main" id="{14B109F4-C8AD-4F8B-9F25-4CD5F4EE2301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3" name="Mürekkep 42">
                <a:extLst>
                  <a:ext uri="{FF2B5EF4-FFF2-40B4-BE49-F238E27FC236}">
                    <a16:creationId xmlns:a16="http://schemas.microsoft.com/office/drawing/2014/main" id="{14B109F4-C8AD-4F8B-9F25-4CD5F4EE230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4" name="Dikdörtgen 43">
            <a:extLst>
              <a:ext uri="{FF2B5EF4-FFF2-40B4-BE49-F238E27FC236}">
                <a16:creationId xmlns:a16="http://schemas.microsoft.com/office/drawing/2014/main" id="{FF96559E-D3A7-4FF7-BC87-404842757128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5" name="Dikdörtgen 44">
            <a:extLst>
              <a:ext uri="{FF2B5EF4-FFF2-40B4-BE49-F238E27FC236}">
                <a16:creationId xmlns:a16="http://schemas.microsoft.com/office/drawing/2014/main" id="{4F9F5A80-06D4-4518-BD63-3EC685325237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6" name="Dikdörtgen 45">
            <a:extLst>
              <a:ext uri="{FF2B5EF4-FFF2-40B4-BE49-F238E27FC236}">
                <a16:creationId xmlns:a16="http://schemas.microsoft.com/office/drawing/2014/main" id="{7E1705B1-5F61-4671-87E5-72DE8EA34E94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7" name="Dikdörtgen 46">
            <a:extLst>
              <a:ext uri="{FF2B5EF4-FFF2-40B4-BE49-F238E27FC236}">
                <a16:creationId xmlns:a16="http://schemas.microsoft.com/office/drawing/2014/main" id="{503EB208-F4A9-4B02-BD69-2B655CB4FB95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8" name="Tablo 47">
            <a:extLst>
              <a:ext uri="{FF2B5EF4-FFF2-40B4-BE49-F238E27FC236}">
                <a16:creationId xmlns:a16="http://schemas.microsoft.com/office/drawing/2014/main" id="{5342DCD7-4EF1-4043-ACF7-BBFDD897B7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415352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4" name="Dikdörtgen 23">
            <a:extLst>
              <a:ext uri="{FF2B5EF4-FFF2-40B4-BE49-F238E27FC236}">
                <a16:creationId xmlns:a16="http://schemas.microsoft.com/office/drawing/2014/main" id="{04927507-3D96-4176-9EBE-CF0804B6F999}"/>
              </a:ext>
            </a:extLst>
          </p:cNvPr>
          <p:cNvSpPr/>
          <p:nvPr/>
        </p:nvSpPr>
        <p:spPr>
          <a:xfrm>
            <a:off x="3702867" y="4109832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مُهَنْدِسَا</a:t>
            </a:r>
            <a:r>
              <a:rPr lang="ar-EG" sz="3600" dirty="0">
                <a:gradFill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5" name="Dikdörtgen 24">
            <a:extLst>
              <a:ext uri="{FF2B5EF4-FFF2-40B4-BE49-F238E27FC236}">
                <a16:creationId xmlns:a16="http://schemas.microsoft.com/office/drawing/2014/main" id="{8D83C74A-3F2D-408A-8993-FCA30B8C6084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69CC6EA4-129A-4B5D-B2A7-FE46E4D1CEEE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8FECF91D-71DC-4423-B3E8-572FA81B3215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CB2A3243-C459-4E73-8EE2-C4F0A709A945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34DE1648-1FD3-4422-8816-809C07B1DE63}"/>
              </a:ext>
            </a:extLst>
          </p:cNvPr>
          <p:cNvSpPr/>
          <p:nvPr/>
        </p:nvSpPr>
        <p:spPr>
          <a:xfrm>
            <a:off x="6330117" y="5717251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حُرَّا</a:t>
            </a:r>
            <a:r>
              <a:rPr lang="ar-EG" sz="3600" dirty="0">
                <a:gradFill flip="none" rotWithShape="1">
                  <a:gsLst>
                    <a:gs pos="46000">
                      <a:schemeClr val="tx1"/>
                    </a:gs>
                    <a:gs pos="48000">
                      <a:srgbClr val="00B05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سُ</a:t>
            </a:r>
            <a:endParaRPr lang="tr-TR" sz="3600" dirty="0">
              <a:gradFill flip="none" rotWithShape="1">
                <a:gsLst>
                  <a:gs pos="46000">
                    <a:schemeClr val="tx1"/>
                  </a:gs>
                  <a:gs pos="48000">
                    <a:srgbClr val="00B05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: Köşeleri Yuvarlatılmış 26">
            <a:extLst>
              <a:ext uri="{FF2B5EF4-FFF2-40B4-BE49-F238E27FC236}">
                <a16:creationId xmlns:a16="http://schemas.microsoft.com/office/drawing/2014/main" id="{B7A13DBB-C6A8-4FF7-B0F5-A63FE6403B96}"/>
              </a:ext>
            </a:extLst>
          </p:cNvPr>
          <p:cNvSpPr/>
          <p:nvPr/>
        </p:nvSpPr>
        <p:spPr>
          <a:xfrm>
            <a:off x="167138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8576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26" grpId="0"/>
      <p:bldP spid="28" grpId="0"/>
      <p:bldP spid="29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74D54721-C694-41C7-8917-4B6B6E0168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5628365"/>
              </p:ext>
            </p:extLst>
          </p:nvPr>
        </p:nvGraphicFramePr>
        <p:xfrm>
          <a:off x="1595792" y="2282597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   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٤. 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عَّ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86000">
                                <a:schemeClr val="tx1"/>
                              </a:gs>
                              <a:gs pos="90000">
                                <a:srgbClr val="FF0000"/>
                              </a:gs>
                            </a:gsLst>
                            <a:lin ang="13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gradFill flip="none" rotWithShape="1">
                          <a:gsLst>
                            <a:gs pos="86000">
                              <a:schemeClr val="tx1"/>
                            </a:gs>
                            <a:gs pos="90000">
                              <a:srgbClr val="FF0000"/>
                            </a:gs>
                          </a:gsLst>
                          <a:lin ang="13200000" scaled="0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طلب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</a:t>
                      </a:r>
                      <a:r>
                        <a:rPr lang="ar-EG" sz="60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68000">
                                <a:srgbClr val="0A0A0A"/>
                              </a:gs>
                              <a:gs pos="80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لِ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53000">
                                <a:srgbClr val="0A0A0A"/>
                              </a:gs>
                              <a:gs pos="53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tr-TR" sz="6000" b="0" dirty="0">
                        <a:gradFill flip="none" rotWithShape="1">
                          <a:gsLst>
                            <a:gs pos="53000">
                              <a:srgbClr val="0A0A0A"/>
                            </a:gs>
                            <a:gs pos="53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18106291"/>
                  </a:ext>
                </a:extLst>
              </a:tr>
            </a:tbl>
          </a:graphicData>
        </a:graphic>
      </p:graphicFrame>
      <p:sp>
        <p:nvSpPr>
          <p:cNvPr id="9" name="Metin kutusu 8">
            <a:extLst>
              <a:ext uri="{FF2B5EF4-FFF2-40B4-BE49-F238E27FC236}">
                <a16:creationId xmlns:a16="http://schemas.microsoft.com/office/drawing/2014/main" id="{3ACF5490-8386-40C1-BE40-CD666C1D78A6}"/>
              </a:ext>
            </a:extLst>
          </p:cNvPr>
          <p:cNvSpPr txBox="1"/>
          <p:nvPr/>
        </p:nvSpPr>
        <p:spPr>
          <a:xfrm>
            <a:off x="1331721" y="3706516"/>
            <a:ext cx="210040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Öğrenci</a:t>
            </a:r>
            <a:endParaRPr lang="tr-TR" sz="3200" dirty="0">
              <a:solidFill>
                <a:srgbClr val="FF000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425239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09FB472E-6874-4549-A6B4-1373B3B160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4082787"/>
              </p:ext>
            </p:extLst>
          </p:nvPr>
        </p:nvGraphicFramePr>
        <p:xfrm>
          <a:off x="1595792" y="2282597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   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٤. 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عَّ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86000">
                                <a:schemeClr val="tx1"/>
                              </a:gs>
                              <a:gs pos="90000">
                                <a:srgbClr val="FF0000"/>
                              </a:gs>
                            </a:gsLst>
                            <a:lin ang="13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gradFill flip="none" rotWithShape="1">
                          <a:gsLst>
                            <a:gs pos="86000">
                              <a:schemeClr val="tx1"/>
                            </a:gs>
                            <a:gs pos="90000">
                              <a:srgbClr val="FF0000"/>
                            </a:gs>
                          </a:gsLst>
                          <a:lin ang="13200000" scaled="0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طُلَّـ</a:t>
                      </a: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</a:t>
                      </a:r>
                      <a:r>
                        <a:rPr lang="ar-EG" sz="60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68000">
                                <a:srgbClr val="0A0A0A"/>
                              </a:gs>
                              <a:gs pos="80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لِ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53000">
                                <a:srgbClr val="0A0A0A"/>
                              </a:gs>
                              <a:gs pos="53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</a:t>
                      </a:r>
                      <a:endParaRPr lang="tr-TR" sz="6000" b="0" dirty="0">
                        <a:gradFill flip="none" rotWithShape="1">
                          <a:gsLst>
                            <a:gs pos="53000">
                              <a:srgbClr val="0A0A0A"/>
                            </a:gs>
                            <a:gs pos="53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18106291"/>
                  </a:ext>
                </a:extLst>
              </a:tr>
            </a:tbl>
          </a:graphicData>
        </a:graphic>
      </p:graphicFrame>
      <p:sp>
        <p:nvSpPr>
          <p:cNvPr id="19" name="Metin kutusu 18">
            <a:extLst>
              <a:ext uri="{FF2B5EF4-FFF2-40B4-BE49-F238E27FC236}">
                <a16:creationId xmlns:a16="http://schemas.microsoft.com/office/drawing/2014/main" id="{5B19D7D0-EFA0-461C-8853-C36E25A3C986}"/>
              </a:ext>
            </a:extLst>
          </p:cNvPr>
          <p:cNvSpPr txBox="1"/>
          <p:nvPr/>
        </p:nvSpPr>
        <p:spPr>
          <a:xfrm>
            <a:off x="1331721" y="3706516"/>
            <a:ext cx="210040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Öğrenci</a:t>
            </a:r>
            <a:r>
              <a:rPr lang="tr-TR" sz="3200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</a:p>
        </p:txBody>
      </p:sp>
    </p:spTree>
    <p:extLst>
      <p:ext uri="{BB962C8B-B14F-4D97-AF65-F5344CB8AC3E}">
        <p14:creationId xmlns:p14="http://schemas.microsoft.com/office/powerpoint/2010/main" val="214303118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ablo 14">
            <a:extLst>
              <a:ext uri="{FF2B5EF4-FFF2-40B4-BE49-F238E27FC236}">
                <a16:creationId xmlns:a16="http://schemas.microsoft.com/office/drawing/2014/main" id="{1B37F7C1-2AD3-4AA5-9806-C80B0BB99829}"/>
              </a:ext>
            </a:extLst>
          </p:cNvPr>
          <p:cNvGraphicFramePr>
            <a:graphicFrameLocks noGrp="1"/>
          </p:cNvGraphicFramePr>
          <p:nvPr/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sz="3600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10" name="Dikdörtgen 9">
            <a:extLst>
              <a:ext uri="{FF2B5EF4-FFF2-40B4-BE49-F238E27FC236}">
                <a16:creationId xmlns:a16="http://schemas.microsoft.com/office/drawing/2014/main" id="{17B74254-DE9F-48F1-80B5-46D2E6775CD6}"/>
              </a:ext>
            </a:extLst>
          </p:cNvPr>
          <p:cNvSpPr/>
          <p:nvPr/>
        </p:nvSpPr>
        <p:spPr>
          <a:xfrm>
            <a:off x="3315165" y="5722603"/>
            <a:ext cx="1430199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1" name="Dikdörtgen 10">
            <a:extLst>
              <a:ext uri="{FF2B5EF4-FFF2-40B4-BE49-F238E27FC236}">
                <a16:creationId xmlns:a16="http://schemas.microsoft.com/office/drawing/2014/main" id="{2798DB9B-9ED0-4D7D-8747-D45FC6A73739}"/>
              </a:ext>
            </a:extLst>
          </p:cNvPr>
          <p:cNvSpPr/>
          <p:nvPr/>
        </p:nvSpPr>
        <p:spPr>
          <a:xfrm>
            <a:off x="979062" y="5709651"/>
            <a:ext cx="1487907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طُلَّـا</a:t>
            </a:r>
            <a:r>
              <a:rPr lang="ar-EG" sz="3600" dirty="0">
                <a:gradFill>
                  <a:gsLst>
                    <a:gs pos="52000">
                      <a:schemeClr val="tx1"/>
                    </a:gs>
                    <a:gs pos="54000">
                      <a:srgbClr val="00B050"/>
                    </a:gs>
                  </a:gsLst>
                  <a:lin ang="162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</a:t>
            </a:r>
            <a:endParaRPr lang="tr-TR" sz="3600" dirty="0">
              <a:gradFill>
                <a:gsLst>
                  <a:gs pos="52000">
                    <a:schemeClr val="tx1"/>
                  </a:gs>
                  <a:gs pos="54000">
                    <a:srgbClr val="00B050"/>
                  </a:gs>
                </a:gsLst>
                <a:lin ang="162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Dikdörtgen 13">
            <a:extLst>
              <a:ext uri="{FF2B5EF4-FFF2-40B4-BE49-F238E27FC236}">
                <a16:creationId xmlns:a16="http://schemas.microsoft.com/office/drawing/2014/main" id="{5288C26E-5840-4033-8C87-F45C634D6D18}"/>
              </a:ext>
            </a:extLst>
          </p:cNvPr>
          <p:cNvSpPr/>
          <p:nvPr/>
        </p:nvSpPr>
        <p:spPr>
          <a:xfrm>
            <a:off x="3756067" y="4086927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مُهَنْدِسَا</a:t>
            </a:r>
            <a:r>
              <a:rPr lang="ar-EG" sz="3600" dirty="0">
                <a:gradFill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2" name="Tablo 31">
            <a:extLst>
              <a:ext uri="{FF2B5EF4-FFF2-40B4-BE49-F238E27FC236}">
                <a16:creationId xmlns:a16="http://schemas.microsoft.com/office/drawing/2014/main" id="{1AE5D6A9-63CF-4DA4-8FAC-08115FB4CBF3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AAC30B22-D7FC-43AD-9E34-04F428D10523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Bağlayıcı: Eğri 33">
            <a:extLst>
              <a:ext uri="{FF2B5EF4-FFF2-40B4-BE49-F238E27FC236}">
                <a16:creationId xmlns:a16="http://schemas.microsoft.com/office/drawing/2014/main" id="{F7D1D50C-2175-47E4-BFD0-C6DAD4B818F1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2F50F99-768C-4F31-BE1D-A66445B1CDE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6" name="Tablo 35">
            <a:extLst>
              <a:ext uri="{FF2B5EF4-FFF2-40B4-BE49-F238E27FC236}">
                <a16:creationId xmlns:a16="http://schemas.microsoft.com/office/drawing/2014/main" id="{31E40F31-B752-4B81-A9C0-EDD99783CBE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C909F0C5-30E5-44AC-AC36-0C53DC4B3E09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C909F0C5-30E5-44AC-AC36-0C53DC4B3E0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FC5285C1-A14B-406F-A30A-E7EDB7305972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FC5285C1-A14B-406F-A30A-E7EDB730597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F425CF7A-79A1-4831-A0CC-99A73E601570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F425CF7A-79A1-4831-A0CC-99A73E60157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F6F6CE1F-239E-47A0-8678-BE723CE22886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F6F6CE1F-239E-47A0-8678-BE723CE2288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1" name="Mürekkep 40">
                <a:extLst>
                  <a:ext uri="{FF2B5EF4-FFF2-40B4-BE49-F238E27FC236}">
                    <a16:creationId xmlns:a16="http://schemas.microsoft.com/office/drawing/2014/main" id="{953C5436-2134-4F03-A8DE-4A0EB4A2FA14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1" name="Mürekkep 40">
                <a:extLst>
                  <a:ext uri="{FF2B5EF4-FFF2-40B4-BE49-F238E27FC236}">
                    <a16:creationId xmlns:a16="http://schemas.microsoft.com/office/drawing/2014/main" id="{953C5436-2134-4F03-A8DE-4A0EB4A2FA1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2" name="Dikdörtgen 41">
            <a:extLst>
              <a:ext uri="{FF2B5EF4-FFF2-40B4-BE49-F238E27FC236}">
                <a16:creationId xmlns:a16="http://schemas.microsoft.com/office/drawing/2014/main" id="{210D283D-675C-4053-A624-FFF9A0F7F01B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62F9AA13-87BE-4591-98AB-E2A8324F883A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F2E9FA12-08D5-49CD-8A78-5AF5D1180543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5" name="Dikdörtgen 44">
            <a:extLst>
              <a:ext uri="{FF2B5EF4-FFF2-40B4-BE49-F238E27FC236}">
                <a16:creationId xmlns:a16="http://schemas.microsoft.com/office/drawing/2014/main" id="{894055F9-F37E-4191-A163-826A485B657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6" name="Tablo 45">
            <a:extLst>
              <a:ext uri="{FF2B5EF4-FFF2-40B4-BE49-F238E27FC236}">
                <a16:creationId xmlns:a16="http://schemas.microsoft.com/office/drawing/2014/main" id="{1E2F1FD9-6021-44A0-A33C-C1A3615D2A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8289948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7" name="Dikdörtgen 26">
            <a:extLst>
              <a:ext uri="{FF2B5EF4-FFF2-40B4-BE49-F238E27FC236}">
                <a16:creationId xmlns:a16="http://schemas.microsoft.com/office/drawing/2014/main" id="{4C7AEC6A-FEE6-4473-A60C-4EA459661A49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458B8964-6844-4A1A-9535-451FC6C166EC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ACB98D46-FC11-41FE-BA4F-105B856ADC59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7" name="Dikdörtgen 46">
            <a:extLst>
              <a:ext uri="{FF2B5EF4-FFF2-40B4-BE49-F238E27FC236}">
                <a16:creationId xmlns:a16="http://schemas.microsoft.com/office/drawing/2014/main" id="{A693389A-7BEC-43BE-A710-B13E7B84520E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8" name="Dikdörtgen 47">
            <a:extLst>
              <a:ext uri="{FF2B5EF4-FFF2-40B4-BE49-F238E27FC236}">
                <a16:creationId xmlns:a16="http://schemas.microsoft.com/office/drawing/2014/main" id="{746CEB9C-202F-484A-8E3E-4630452FDCE5}"/>
              </a:ext>
            </a:extLst>
          </p:cNvPr>
          <p:cNvSpPr/>
          <p:nvPr/>
        </p:nvSpPr>
        <p:spPr>
          <a:xfrm>
            <a:off x="6330117" y="5717251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حُرَّا</a:t>
            </a:r>
            <a:r>
              <a:rPr lang="ar-EG" sz="3600" dirty="0">
                <a:gradFill flip="none" rotWithShape="1">
                  <a:gsLst>
                    <a:gs pos="46000">
                      <a:schemeClr val="tx1"/>
                    </a:gs>
                    <a:gs pos="48000">
                      <a:srgbClr val="00B05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سُ</a:t>
            </a:r>
            <a:endParaRPr lang="tr-TR" sz="3600" dirty="0">
              <a:gradFill flip="none" rotWithShape="1">
                <a:gsLst>
                  <a:gs pos="46000">
                    <a:schemeClr val="tx1"/>
                  </a:gs>
                  <a:gs pos="48000">
                    <a:srgbClr val="00B05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859DAC8D-DD17-4383-8DF3-30D8F9E7A50C}"/>
              </a:ext>
            </a:extLst>
          </p:cNvPr>
          <p:cNvSpPr/>
          <p:nvPr/>
        </p:nvSpPr>
        <p:spPr>
          <a:xfrm>
            <a:off x="583924" y="5845482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31" name="Dikdörtgen: Köşeleri Yuvarlatılmış 30">
            <a:extLst>
              <a:ext uri="{FF2B5EF4-FFF2-40B4-BE49-F238E27FC236}">
                <a16:creationId xmlns:a16="http://schemas.microsoft.com/office/drawing/2014/main" id="{E71B74F9-1DE7-4DAF-B5C7-D36C2A663A69}"/>
              </a:ext>
            </a:extLst>
          </p:cNvPr>
          <p:cNvSpPr/>
          <p:nvPr/>
        </p:nvSpPr>
        <p:spPr>
          <a:xfrm>
            <a:off x="167138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42327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28" grpId="0"/>
      <p:bldP spid="30" grpId="0"/>
      <p:bldP spid="47" grpId="0"/>
      <p:bldP spid="29" grpId="0"/>
      <p:bldP spid="29" grpId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ablo 14">
            <a:extLst>
              <a:ext uri="{FF2B5EF4-FFF2-40B4-BE49-F238E27FC236}">
                <a16:creationId xmlns:a16="http://schemas.microsoft.com/office/drawing/2014/main" id="{1B37F7C1-2AD3-4AA5-9806-C80B0BB99829}"/>
              </a:ext>
            </a:extLst>
          </p:cNvPr>
          <p:cNvGraphicFramePr>
            <a:graphicFrameLocks noGrp="1"/>
          </p:cNvGraphicFramePr>
          <p:nvPr/>
        </p:nvGraphicFramePr>
        <p:xfrm>
          <a:off x="327076" y="2628700"/>
          <a:ext cx="11537849" cy="3796372"/>
        </p:xfrm>
        <a:graphic>
          <a:graphicData uri="http://schemas.openxmlformats.org/drawingml/2006/table">
            <a:tbl>
              <a:tblPr firstRow="1" firstCol="1" bandRow="1"/>
              <a:tblGrid>
                <a:gridCol w="2884462">
                  <a:extLst>
                    <a:ext uri="{9D8B030D-6E8A-4147-A177-3AD203B41FA5}">
                      <a16:colId xmlns:a16="http://schemas.microsoft.com/office/drawing/2014/main" val="746287583"/>
                    </a:ext>
                  </a:extLst>
                </a:gridCol>
                <a:gridCol w="2884463">
                  <a:extLst>
                    <a:ext uri="{9D8B030D-6E8A-4147-A177-3AD203B41FA5}">
                      <a16:colId xmlns:a16="http://schemas.microsoft.com/office/drawing/2014/main" val="652054204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240645742"/>
                    </a:ext>
                  </a:extLst>
                </a:gridCol>
                <a:gridCol w="2884462">
                  <a:extLst>
                    <a:ext uri="{9D8B030D-6E8A-4147-A177-3AD203B41FA5}">
                      <a16:colId xmlns:a16="http://schemas.microsoft.com/office/drawing/2014/main" val="3874762076"/>
                    </a:ext>
                  </a:extLst>
                </a:gridCol>
              </a:tblGrid>
              <a:tr h="585360"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olarak tekrar yazalım.</a:t>
                      </a:r>
                      <a:endParaRPr lang="tr-TR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8463411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اَلشَّخْصِ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مُهَنْدِسَةً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اَلْمُعَلِّمِ</a:t>
                      </a: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وَرَقَةٍ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  <a:prstDash val="soli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0322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52501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7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sz="400" b="1" i="0" u="none" strike="noStrike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/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4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dirty="0"/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0510160"/>
                  </a:ext>
                </a:extLst>
              </a:tr>
              <a:tr h="668871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طَالِبٍ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مُدَرِّسًا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88779" marR="188779" marT="94390" marB="9439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اَلْ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حَارِسِ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</a:t>
                      </a: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مَرِّضَ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</a:t>
                      </a:r>
                      <a:r>
                        <a:rPr lang="ar-EG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sz="3600" dirty="0">
                        <a:solidFill>
                          <a:srgbClr val="7030A0"/>
                        </a:solidFill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18800"/>
                  </a:ext>
                </a:extLst>
              </a:tr>
              <a:tr h="523702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41584" marR="141584" marT="1966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8D08D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6965450"/>
                  </a:ext>
                </a:extLst>
              </a:tr>
            </a:tbl>
          </a:graphicData>
        </a:graphic>
      </p:graphicFrame>
      <p:sp>
        <p:nvSpPr>
          <p:cNvPr id="10" name="Dikdörtgen 9">
            <a:extLst>
              <a:ext uri="{FF2B5EF4-FFF2-40B4-BE49-F238E27FC236}">
                <a16:creationId xmlns:a16="http://schemas.microsoft.com/office/drawing/2014/main" id="{17B74254-DE9F-48F1-80B5-46D2E6775CD6}"/>
              </a:ext>
            </a:extLst>
          </p:cNvPr>
          <p:cNvSpPr/>
          <p:nvPr/>
        </p:nvSpPr>
        <p:spPr>
          <a:xfrm>
            <a:off x="3315165" y="5722603"/>
            <a:ext cx="1430199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1" name="Dikdörtgen 10">
            <a:extLst>
              <a:ext uri="{FF2B5EF4-FFF2-40B4-BE49-F238E27FC236}">
                <a16:creationId xmlns:a16="http://schemas.microsoft.com/office/drawing/2014/main" id="{2798DB9B-9ED0-4D7D-8747-D45FC6A73739}"/>
              </a:ext>
            </a:extLst>
          </p:cNvPr>
          <p:cNvSpPr/>
          <p:nvPr/>
        </p:nvSpPr>
        <p:spPr>
          <a:xfrm>
            <a:off x="979062" y="5709651"/>
            <a:ext cx="1487907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طُلَّـا</a:t>
            </a:r>
            <a:r>
              <a:rPr lang="ar-EG" sz="3600" dirty="0">
                <a:gradFill>
                  <a:gsLst>
                    <a:gs pos="52000">
                      <a:schemeClr val="tx1"/>
                    </a:gs>
                    <a:gs pos="54000">
                      <a:srgbClr val="00B050"/>
                    </a:gs>
                  </a:gsLst>
                  <a:lin ang="162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بٌ</a:t>
            </a:r>
            <a:endParaRPr lang="tr-TR" sz="3600" dirty="0">
              <a:gradFill>
                <a:gsLst>
                  <a:gs pos="52000">
                    <a:schemeClr val="tx1"/>
                  </a:gs>
                  <a:gs pos="54000">
                    <a:srgbClr val="00B050"/>
                  </a:gs>
                </a:gsLst>
                <a:lin ang="162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4" name="Dikdörtgen 13">
            <a:extLst>
              <a:ext uri="{FF2B5EF4-FFF2-40B4-BE49-F238E27FC236}">
                <a16:creationId xmlns:a16="http://schemas.microsoft.com/office/drawing/2014/main" id="{5288C26E-5840-4033-8C87-F45C634D6D18}"/>
              </a:ext>
            </a:extLst>
          </p:cNvPr>
          <p:cNvSpPr/>
          <p:nvPr/>
        </p:nvSpPr>
        <p:spPr>
          <a:xfrm>
            <a:off x="3756067" y="4086927"/>
            <a:ext cx="165462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مُهَنْدِسَا</a:t>
            </a:r>
            <a:r>
              <a:rPr lang="ar-EG" sz="3600" dirty="0">
                <a:gradFill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32" name="Tablo 31">
            <a:extLst>
              <a:ext uri="{FF2B5EF4-FFF2-40B4-BE49-F238E27FC236}">
                <a16:creationId xmlns:a16="http://schemas.microsoft.com/office/drawing/2014/main" id="{1AE5D6A9-63CF-4DA4-8FAC-08115FB4CBF3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33" name="Bağlayıcı: Eğri 32">
            <a:extLst>
              <a:ext uri="{FF2B5EF4-FFF2-40B4-BE49-F238E27FC236}">
                <a16:creationId xmlns:a16="http://schemas.microsoft.com/office/drawing/2014/main" id="{AAC30B22-D7FC-43AD-9E34-04F428D10523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Bağlayıcı: Eğri 33">
            <a:extLst>
              <a:ext uri="{FF2B5EF4-FFF2-40B4-BE49-F238E27FC236}">
                <a16:creationId xmlns:a16="http://schemas.microsoft.com/office/drawing/2014/main" id="{F7D1D50C-2175-47E4-BFD0-C6DAD4B818F1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Tablo 34">
            <a:extLst>
              <a:ext uri="{FF2B5EF4-FFF2-40B4-BE49-F238E27FC236}">
                <a16:creationId xmlns:a16="http://schemas.microsoft.com/office/drawing/2014/main" id="{B2F50F99-768C-4F31-BE1D-A66445B1CDE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36" name="Tablo 35">
            <a:extLst>
              <a:ext uri="{FF2B5EF4-FFF2-40B4-BE49-F238E27FC236}">
                <a16:creationId xmlns:a16="http://schemas.microsoft.com/office/drawing/2014/main" id="{31E40F31-B752-4B81-A9C0-EDD99783CBEF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Mürekkep 36">
                <a:extLst>
                  <a:ext uri="{FF2B5EF4-FFF2-40B4-BE49-F238E27FC236}">
                    <a16:creationId xmlns:a16="http://schemas.microsoft.com/office/drawing/2014/main" id="{C909F0C5-30E5-44AC-AC36-0C53DC4B3E09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37" name="Mürekkep 36">
                <a:extLst>
                  <a:ext uri="{FF2B5EF4-FFF2-40B4-BE49-F238E27FC236}">
                    <a16:creationId xmlns:a16="http://schemas.microsoft.com/office/drawing/2014/main" id="{C909F0C5-30E5-44AC-AC36-0C53DC4B3E0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Mürekkep 37">
                <a:extLst>
                  <a:ext uri="{FF2B5EF4-FFF2-40B4-BE49-F238E27FC236}">
                    <a16:creationId xmlns:a16="http://schemas.microsoft.com/office/drawing/2014/main" id="{FC5285C1-A14B-406F-A30A-E7EDB7305972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38" name="Mürekkep 37">
                <a:extLst>
                  <a:ext uri="{FF2B5EF4-FFF2-40B4-BE49-F238E27FC236}">
                    <a16:creationId xmlns:a16="http://schemas.microsoft.com/office/drawing/2014/main" id="{FC5285C1-A14B-406F-A30A-E7EDB730597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Mürekkep 38">
                <a:extLst>
                  <a:ext uri="{FF2B5EF4-FFF2-40B4-BE49-F238E27FC236}">
                    <a16:creationId xmlns:a16="http://schemas.microsoft.com/office/drawing/2014/main" id="{F425CF7A-79A1-4831-A0CC-99A73E601570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39" name="Mürekkep 38">
                <a:extLst>
                  <a:ext uri="{FF2B5EF4-FFF2-40B4-BE49-F238E27FC236}">
                    <a16:creationId xmlns:a16="http://schemas.microsoft.com/office/drawing/2014/main" id="{F425CF7A-79A1-4831-A0CC-99A73E60157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0" name="Mürekkep 39">
                <a:extLst>
                  <a:ext uri="{FF2B5EF4-FFF2-40B4-BE49-F238E27FC236}">
                    <a16:creationId xmlns:a16="http://schemas.microsoft.com/office/drawing/2014/main" id="{F6F6CE1F-239E-47A0-8678-BE723CE22886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40" name="Mürekkep 39">
                <a:extLst>
                  <a:ext uri="{FF2B5EF4-FFF2-40B4-BE49-F238E27FC236}">
                    <a16:creationId xmlns:a16="http://schemas.microsoft.com/office/drawing/2014/main" id="{F6F6CE1F-239E-47A0-8678-BE723CE2288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1" name="Mürekkep 40">
                <a:extLst>
                  <a:ext uri="{FF2B5EF4-FFF2-40B4-BE49-F238E27FC236}">
                    <a16:creationId xmlns:a16="http://schemas.microsoft.com/office/drawing/2014/main" id="{953C5436-2134-4F03-A8DE-4A0EB4A2FA14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41" name="Mürekkep 40">
                <a:extLst>
                  <a:ext uri="{FF2B5EF4-FFF2-40B4-BE49-F238E27FC236}">
                    <a16:creationId xmlns:a16="http://schemas.microsoft.com/office/drawing/2014/main" id="{953C5436-2134-4F03-A8DE-4A0EB4A2FA1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42" name="Dikdörtgen 41">
            <a:extLst>
              <a:ext uri="{FF2B5EF4-FFF2-40B4-BE49-F238E27FC236}">
                <a16:creationId xmlns:a16="http://schemas.microsoft.com/office/drawing/2014/main" id="{210D283D-675C-4053-A624-FFF9A0F7F01B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43" name="Dikdörtgen 42">
            <a:extLst>
              <a:ext uri="{FF2B5EF4-FFF2-40B4-BE49-F238E27FC236}">
                <a16:creationId xmlns:a16="http://schemas.microsoft.com/office/drawing/2014/main" id="{62F9AA13-87BE-4591-98AB-E2A8324F883A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4" name="Dikdörtgen 43">
            <a:extLst>
              <a:ext uri="{FF2B5EF4-FFF2-40B4-BE49-F238E27FC236}">
                <a16:creationId xmlns:a16="http://schemas.microsoft.com/office/drawing/2014/main" id="{F2E9FA12-08D5-49CD-8A78-5AF5D1180543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45" name="Dikdörtgen 44">
            <a:extLst>
              <a:ext uri="{FF2B5EF4-FFF2-40B4-BE49-F238E27FC236}">
                <a16:creationId xmlns:a16="http://schemas.microsoft.com/office/drawing/2014/main" id="{894055F9-F37E-4191-A163-826A485B657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46" name="Tablo 45">
            <a:extLst>
              <a:ext uri="{FF2B5EF4-FFF2-40B4-BE49-F238E27FC236}">
                <a16:creationId xmlns:a16="http://schemas.microsoft.com/office/drawing/2014/main" id="{1E2F1FD9-6021-44A0-A33C-C1A3615D2A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0925469"/>
              </p:ext>
            </p:extLst>
          </p:nvPr>
        </p:nvGraphicFramePr>
        <p:xfrm>
          <a:off x="7310739" y="677957"/>
          <a:ext cx="4511028" cy="14020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71068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49226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471094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190990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148318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1018009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79660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67372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31440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8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4491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2457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ـــٌـــ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ـــُـــ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تٌ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36000">
                                <a:srgbClr val="000000"/>
                              </a:gs>
                              <a:gs pos="38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ـــُـــ</a:t>
                      </a:r>
                      <a:r>
                        <a:rPr lang="ar-SA" sz="2000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Merfu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8900593"/>
                  </a:ext>
                </a:extLst>
              </a:tr>
              <a:tr h="6737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7" name="Dikdörtgen 26">
            <a:extLst>
              <a:ext uri="{FF2B5EF4-FFF2-40B4-BE49-F238E27FC236}">
                <a16:creationId xmlns:a16="http://schemas.microsoft.com/office/drawing/2014/main" id="{4C7AEC6A-FEE6-4473-A60C-4EA459661A49}"/>
              </a:ext>
            </a:extLst>
          </p:cNvPr>
          <p:cNvSpPr/>
          <p:nvPr/>
        </p:nvSpPr>
        <p:spPr>
          <a:xfrm>
            <a:off x="9590850" y="4102134"/>
            <a:ext cx="15624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strike="sngStrike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اَلْـ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  أَوْرَا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B050"/>
                    </a:gs>
                  </a:gsLst>
                  <a:lin ang="135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قٌ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B050"/>
                  </a:gs>
                </a:gsLst>
                <a:lin ang="135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458B8964-6844-4A1A-9535-451FC6C166EC}"/>
              </a:ext>
            </a:extLst>
          </p:cNvPr>
          <p:cNvSpPr/>
          <p:nvPr/>
        </p:nvSpPr>
        <p:spPr>
          <a:xfrm>
            <a:off x="796439" y="4104151"/>
            <a:ext cx="16498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ـأَشْخَا</a:t>
            </a:r>
            <a:r>
              <a:rPr lang="ar-EG" sz="3600" dirty="0">
                <a:gradFill>
                  <a:gsLst>
                    <a:gs pos="73000">
                      <a:schemeClr val="tx1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صُ</a:t>
            </a:r>
            <a:endParaRPr lang="tr-TR" sz="3600" dirty="0">
              <a:gradFill>
                <a:gsLst>
                  <a:gs pos="73000">
                    <a:schemeClr val="tx1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ACB98D46-FC11-41FE-BA4F-105B856ADC59}"/>
              </a:ext>
            </a:extLst>
          </p:cNvPr>
          <p:cNvSpPr/>
          <p:nvPr/>
        </p:nvSpPr>
        <p:spPr>
          <a:xfrm>
            <a:off x="9183980" y="5709963"/>
            <a:ext cx="153279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مُمَرِّضَ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5000">
                      <a:srgbClr val="00B050"/>
                    </a:gs>
                  </a:gsLst>
                  <a:lin ang="135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تٌ</a:t>
            </a:r>
            <a:endParaRPr lang="tr-TR" sz="3600" dirty="0">
              <a:gradFill>
                <a:gsLst>
                  <a:gs pos="73000">
                    <a:srgbClr val="FF00FF"/>
                  </a:gs>
                  <a:gs pos="75000">
                    <a:srgbClr val="00B050"/>
                  </a:gs>
                </a:gsLst>
                <a:lin ang="135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7" name="Dikdörtgen 46">
            <a:extLst>
              <a:ext uri="{FF2B5EF4-FFF2-40B4-BE49-F238E27FC236}">
                <a16:creationId xmlns:a16="http://schemas.microsoft.com/office/drawing/2014/main" id="{A693389A-7BEC-43BE-A710-B13E7B84520E}"/>
              </a:ext>
            </a:extLst>
          </p:cNvPr>
          <p:cNvSpPr/>
          <p:nvPr/>
        </p:nvSpPr>
        <p:spPr>
          <a:xfrm>
            <a:off x="6598020" y="4102133"/>
            <a:ext cx="152958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chemeClr val="bg1">
                    <a:lumMod val="7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مُعَلِّمُ</a:t>
            </a: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ونَ</a:t>
            </a:r>
            <a:endParaRPr lang="tr-TR" sz="3600" dirty="0">
              <a:solidFill>
                <a:srgbClr val="00B05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8" name="Dikdörtgen 47">
            <a:extLst>
              <a:ext uri="{FF2B5EF4-FFF2-40B4-BE49-F238E27FC236}">
                <a16:creationId xmlns:a16="http://schemas.microsoft.com/office/drawing/2014/main" id="{746CEB9C-202F-484A-8E3E-4630452FDCE5}"/>
              </a:ext>
            </a:extLst>
          </p:cNvPr>
          <p:cNvSpPr/>
          <p:nvPr/>
        </p:nvSpPr>
        <p:spPr>
          <a:xfrm>
            <a:off x="6330117" y="5717251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</a:pPr>
            <a:r>
              <a:rPr lang="ar-EG" sz="3600" dirty="0">
                <a:solidFill>
                  <a:srgbClr val="00B05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حُرَّا</a:t>
            </a:r>
            <a:r>
              <a:rPr lang="ar-EG" sz="3600" dirty="0">
                <a:gradFill flip="none" rotWithShape="1">
                  <a:gsLst>
                    <a:gs pos="46000">
                      <a:schemeClr val="tx1"/>
                    </a:gs>
                    <a:gs pos="48000">
                      <a:srgbClr val="00B05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سُ</a:t>
            </a:r>
            <a:endParaRPr lang="tr-TR" sz="3600" dirty="0">
              <a:gradFill flip="none" rotWithShape="1">
                <a:gsLst>
                  <a:gs pos="46000">
                    <a:schemeClr val="tx1"/>
                  </a:gs>
                  <a:gs pos="48000">
                    <a:srgbClr val="00B05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: Köşeleri Yuvarlatılmış 25">
            <a:extLst>
              <a:ext uri="{FF2B5EF4-FFF2-40B4-BE49-F238E27FC236}">
                <a16:creationId xmlns:a16="http://schemas.microsoft.com/office/drawing/2014/main" id="{D33E864E-487D-4AD7-BB81-2379D6D0E1AF}"/>
              </a:ext>
            </a:extLst>
          </p:cNvPr>
          <p:cNvSpPr/>
          <p:nvPr/>
        </p:nvSpPr>
        <p:spPr>
          <a:xfrm>
            <a:off x="167138" y="4916134"/>
            <a:ext cx="3097161" cy="1848464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9959765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flythrough dir="out" hasBounce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28" grpId="0"/>
      <p:bldP spid="30" grpId="0"/>
      <p:bldP spid="4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7909752"/>
              </p:ext>
            </p:extLst>
          </p:nvPr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6189"/>
              </p:ext>
            </p:extLst>
          </p:nvPr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9453407"/>
              </p:ext>
            </p:extLst>
          </p:nvPr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2235032"/>
              </p:ext>
            </p:extLst>
          </p:nvPr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4798609"/>
              </p:ext>
            </p:extLst>
          </p:nvPr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75878249-E59F-44C5-B643-01CA45E5EEE1}"/>
              </a:ext>
            </a:extLst>
          </p:cNvPr>
          <p:cNvSpPr/>
          <p:nvPr/>
        </p:nvSpPr>
        <p:spPr>
          <a:xfrm>
            <a:off x="8888351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48994507"/>
      </p:ext>
    </p:extLst>
  </p:cSld>
  <p:clrMapOvr>
    <a:masterClrMapping/>
  </p:clrMapOvr>
  <p:transition spd="slow">
    <p:push dir="u"/>
  </p:transition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17653A31-66DC-4E5A-B4D5-73D31990FD88}"/>
              </a:ext>
            </a:extLst>
          </p:cNvPr>
          <p:cNvSpPr/>
          <p:nvPr/>
        </p:nvSpPr>
        <p:spPr>
          <a:xfrm>
            <a:off x="8888351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2235204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1D15EB00-4464-4B17-998C-5AF944564350}"/>
              </a:ext>
            </a:extLst>
          </p:cNvPr>
          <p:cNvSpPr/>
          <p:nvPr/>
        </p:nvSpPr>
        <p:spPr>
          <a:xfrm>
            <a:off x="6125481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5328156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3E6CE4A5-CFFF-4FC1-8B33-8BF79A207599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717561071"/>
                  </p:ext>
                </p:extLst>
              </p:nvPr>
            </p:nvGraphicFramePr>
            <p:xfrm>
              <a:off x="6459782" y="3615950"/>
              <a:ext cx="2101675" cy="1182192"/>
            </p:xfrm>
            <a:graphic>
              <a:graphicData uri="http://schemas.microsoft.com/office/powerpoint/2016/slidezoom">
                <pslz:sldZm>
                  <pslz:sldZmObj sldId="453" cId="2495417818">
                    <pslz:zmPr id="{16C48BCE-79AE-41A9-8BF4-CA5B1FC86195}" returnToParent="0" transitionDur="1000" showBg="0">
                      <p166:blipFill xmlns:p166="http://schemas.microsoft.com/office/powerpoint/2016/6/main">
                        <a:blip r:embed="rId1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2101675" cy="1182192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17" action="ppaction://hlinksldjump"/>
                <a:extLst>
                  <a:ext uri="{FF2B5EF4-FFF2-40B4-BE49-F238E27FC236}">
                    <a16:creationId xmlns:a16="http://schemas.microsoft.com/office/drawing/2014/main" id="{3E6CE4A5-CFFF-4FC1-8B33-8BF79A207599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6459782" y="3615950"/>
                <a:ext cx="2101675" cy="1182192"/>
              </a:xfrm>
              <a:prstGeom prst="rect">
                <a:avLst/>
              </a:prstGeom>
            </p:spPr>
          </p:pic>
        </mc:Fallback>
      </mc:AlternateContent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1D15EB00-4464-4B17-998C-5AF944564350}"/>
              </a:ext>
            </a:extLst>
          </p:cNvPr>
          <p:cNvSpPr/>
          <p:nvPr/>
        </p:nvSpPr>
        <p:spPr>
          <a:xfrm>
            <a:off x="6125481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404763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09FB472E-6874-4549-A6B4-1373B3B160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3416490"/>
              </p:ext>
            </p:extLst>
          </p:nvPr>
        </p:nvGraphicFramePr>
        <p:xfrm>
          <a:off x="1595792" y="2283396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٢. </a:t>
                      </a:r>
                      <a:r>
                        <a:rPr lang="ar-EG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EG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فْ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قْلَــ م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30000">
                                <a:srgbClr val="0A0A0A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قَلَ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30000">
                                <a:srgbClr val="0A0A0A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path path="circle">
                              <a:fillToRect r="100000" b="100000"/>
                            </a:path>
                            <a:tileRect l="-100000" t="-10000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</a:t>
                      </a:r>
                      <a:endParaRPr lang="tr-TR" sz="6000" b="0" dirty="0">
                        <a:gradFill flip="none" rotWithShape="1">
                          <a:gsLst>
                            <a:gs pos="30000">
                              <a:srgbClr val="0A0A0A"/>
                            </a:gs>
                            <a:gs pos="29000">
                              <a:schemeClr val="bg1">
                                <a:lumMod val="75000"/>
                              </a:schemeClr>
                            </a:gs>
                          </a:gsLst>
                          <a:path path="circle">
                            <a:fillToRect r="100000" b="100000"/>
                          </a:path>
                          <a:tileRect l="-100000" t="-100000"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2350532"/>
                  </a:ext>
                </a:extLst>
              </a:tr>
            </a:tbl>
          </a:graphicData>
        </a:graphic>
      </p:graphicFrame>
      <p:sp>
        <p:nvSpPr>
          <p:cNvPr id="38" name="Metin kutusu 37">
            <a:extLst>
              <a:ext uri="{FF2B5EF4-FFF2-40B4-BE49-F238E27FC236}">
                <a16:creationId xmlns:a16="http://schemas.microsoft.com/office/drawing/2014/main" id="{D0FB8442-D835-412E-B434-1251FFCB4899}"/>
              </a:ext>
            </a:extLst>
          </p:cNvPr>
          <p:cNvSpPr txBox="1"/>
          <p:nvPr/>
        </p:nvSpPr>
        <p:spPr>
          <a:xfrm>
            <a:off x="887557" y="3814554"/>
            <a:ext cx="19680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Kalem</a:t>
            </a:r>
            <a:endParaRPr lang="tr-TR" sz="3200" dirty="0">
              <a:solidFill>
                <a:srgbClr val="FF000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5417818"/>
      </p:ext>
    </p:extLst>
  </p:cSld>
  <p:clrMapOvr>
    <a:masterClrMapping/>
  </p:clrMapOvr>
  <p:transition spd="slow">
    <p:push dir="r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11022E-16 1.11022E-16 L -0.36849 0.00093 " pathEditMode="relative" rAng="0" ptsTypes="AA">
                                          <p:cBhvr>
                                            <p:cTn id="9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8424" y="4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1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4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125E-6 2.96296E-6 L -0.00052 0.20069 " pathEditMode="relative" rAng="0" ptsTypes="AA">
                                          <p:cBhvr>
                                            <p:cTn id="15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1002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1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3.7037E-7 L 0.00456 0.2037 " pathEditMode="relative" rAng="0" ptsTypes="AA">
                                          <p:cBhvr>
                                            <p:cTn id="21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1" y="10185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3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6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75E-6 -4.44444E-6 L 0.01367 0.15301 " pathEditMode="relative" rAng="0" ptsTypes="AA">
                                          <p:cBhvr>
                                            <p:cTn id="2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77" y="763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2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2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0 L 0.02291 0.2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46" y="1000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8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4.07407E-6 L 0.03373 0.19584 " pathEditMode="relative" rAng="0" ptsTypes="AA">
                                          <p:cBhvr>
                                            <p:cTn id="3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979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8" grpId="0"/>
          <p:bldP spid="28" grpId="1"/>
          <p:bldP spid="29" grpId="0"/>
          <p:bldP spid="29" grpId="1"/>
          <p:bldP spid="30" grpId="0"/>
          <p:bldP spid="30" grpId="1"/>
          <p:bldP spid="31" grpId="0"/>
          <p:bldP spid="31" grpId="1"/>
          <p:bldP spid="34" grpId="0"/>
          <p:bldP spid="34" grpId="1"/>
          <p:bldP spid="35" grpId="0"/>
          <p:bldP spid="35" grpId="1"/>
          <p:bldP spid="38" grpId="0"/>
        </p:bldLst>
      </p:timing>
    </mc:Fallback>
  </mc:AlternateContent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09FB472E-6874-4549-A6B4-1373B3B160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7235708"/>
              </p:ext>
            </p:extLst>
          </p:nvPr>
        </p:nvGraphicFramePr>
        <p:xfrm>
          <a:off x="1595792" y="2283396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٢. </a:t>
                      </a:r>
                      <a:r>
                        <a:rPr lang="ar-EG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EG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فْ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أَ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قْلَ</a:t>
                      </a: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ـا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30000">
                                <a:srgbClr val="0A0A0A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قَلَ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30000">
                                <a:srgbClr val="0A0A0A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path path="circle">
                              <a:fillToRect r="100000" b="100000"/>
                            </a:path>
                            <a:tileRect l="-100000" t="-10000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</a:t>
                      </a:r>
                      <a:endParaRPr lang="tr-TR" sz="6000" b="0" dirty="0">
                        <a:gradFill flip="none" rotWithShape="1">
                          <a:gsLst>
                            <a:gs pos="30000">
                              <a:srgbClr val="0A0A0A"/>
                            </a:gs>
                            <a:gs pos="29000">
                              <a:schemeClr val="bg1">
                                <a:lumMod val="75000"/>
                              </a:schemeClr>
                            </a:gs>
                          </a:gsLst>
                          <a:path path="circle">
                            <a:fillToRect r="100000" b="100000"/>
                          </a:path>
                          <a:tileRect l="-100000" t="-100000"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2350532"/>
                  </a:ext>
                </a:extLst>
              </a:tr>
            </a:tbl>
          </a:graphicData>
        </a:graphic>
      </p:graphicFrame>
      <p:sp>
        <p:nvSpPr>
          <p:cNvPr id="38" name="Metin kutusu 37">
            <a:extLst>
              <a:ext uri="{FF2B5EF4-FFF2-40B4-BE49-F238E27FC236}">
                <a16:creationId xmlns:a16="http://schemas.microsoft.com/office/drawing/2014/main" id="{D0FB8442-D835-412E-B434-1251FFCB4899}"/>
              </a:ext>
            </a:extLst>
          </p:cNvPr>
          <p:cNvSpPr txBox="1"/>
          <p:nvPr/>
        </p:nvSpPr>
        <p:spPr>
          <a:xfrm>
            <a:off x="887557" y="3814554"/>
            <a:ext cx="19680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Kalem</a:t>
            </a:r>
            <a:r>
              <a:rPr lang="tr-TR" sz="3200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</a:p>
        </p:txBody>
      </p:sp>
    </p:spTree>
    <p:extLst>
      <p:ext uri="{BB962C8B-B14F-4D97-AF65-F5344CB8AC3E}">
        <p14:creationId xmlns:p14="http://schemas.microsoft.com/office/powerpoint/2010/main" val="462280057"/>
      </p:ext>
    </p:extLst>
  </p:cSld>
  <p:clrMapOvr>
    <a:masterClrMapping/>
  </p:clrMapOvr>
  <p:transition spd="slow">
    <p:push dir="r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11022E-16 1.11022E-16 L -0.36849 0.00093 " pathEditMode="relative" rAng="0" ptsTypes="AA">
                                          <p:cBhvr>
                                            <p:cTn id="9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8424" y="4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1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4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125E-6 2.96296E-6 L -0.00052 0.20069 " pathEditMode="relative" rAng="0" ptsTypes="AA">
                                          <p:cBhvr>
                                            <p:cTn id="15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1002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1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3.7037E-7 L 0.00456 0.2037 " pathEditMode="relative" rAng="0" ptsTypes="AA">
                                          <p:cBhvr>
                                            <p:cTn id="21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1" y="10185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3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6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75E-6 -4.44444E-6 L 0.01367 0.15301 " pathEditMode="relative" rAng="0" ptsTypes="AA">
                                          <p:cBhvr>
                                            <p:cTn id="2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77" y="763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2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2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0 L 0.02291 0.2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46" y="1000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8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4.07407E-6 L 0.03373 0.19584 " pathEditMode="relative" rAng="0" ptsTypes="AA">
                                          <p:cBhvr>
                                            <p:cTn id="3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979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8" grpId="0"/>
          <p:bldP spid="28" grpId="1"/>
          <p:bldP spid="29" grpId="0"/>
          <p:bldP spid="29" grpId="1"/>
          <p:bldP spid="30" grpId="0"/>
          <p:bldP spid="30" grpId="1"/>
          <p:bldP spid="31" grpId="0"/>
          <p:bldP spid="31" grpId="1"/>
          <p:bldP spid="34" grpId="0"/>
          <p:bldP spid="34" grpId="1"/>
          <p:bldP spid="35" grpId="0"/>
          <p:bldP spid="35" grpId="1"/>
          <p:bldP spid="38" grpId="0"/>
        </p:bldLst>
      </p:timing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1" name="Dikdörtgen 20">
            <a:extLst>
              <a:ext uri="{FF2B5EF4-FFF2-40B4-BE49-F238E27FC236}">
                <a16:creationId xmlns:a16="http://schemas.microsoft.com/office/drawing/2014/main" id="{F22C5639-F6C1-47F5-A496-F477129471B7}"/>
              </a:ext>
            </a:extLst>
          </p:cNvPr>
          <p:cNvSpPr/>
          <p:nvPr/>
        </p:nvSpPr>
        <p:spPr>
          <a:xfrm>
            <a:off x="7012481" y="3729405"/>
            <a:ext cx="86594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 23">
            <a:extLst>
              <a:ext uri="{FF2B5EF4-FFF2-40B4-BE49-F238E27FC236}">
                <a16:creationId xmlns:a16="http://schemas.microsoft.com/office/drawing/2014/main" id="{728B0245-2843-43EA-A601-7C0FA898291D}"/>
              </a:ext>
            </a:extLst>
          </p:cNvPr>
          <p:cNvSpPr/>
          <p:nvPr/>
        </p:nvSpPr>
        <p:spPr>
          <a:xfrm>
            <a:off x="6414240" y="3810915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68BFC00F-4BF7-4216-9025-BF017E826C9E}"/>
              </a:ext>
            </a:extLst>
          </p:cNvPr>
          <p:cNvSpPr/>
          <p:nvPr/>
        </p:nvSpPr>
        <p:spPr>
          <a:xfrm>
            <a:off x="6125481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0078773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1" grpId="0"/>
      <p:bldP spid="21" grpId="1"/>
      <p:bldP spid="24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3" name="Dikdörtgen 22">
            <a:extLst>
              <a:ext uri="{FF2B5EF4-FFF2-40B4-BE49-F238E27FC236}">
                <a16:creationId xmlns:a16="http://schemas.microsoft.com/office/drawing/2014/main" id="{06D8566B-6726-4EC1-B5A0-FB02BE27186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1" name="Dikdörtgen: Köşeleri Yuvarlatılmış 20">
            <a:extLst>
              <a:ext uri="{FF2B5EF4-FFF2-40B4-BE49-F238E27FC236}">
                <a16:creationId xmlns:a16="http://schemas.microsoft.com/office/drawing/2014/main" id="{29830D21-E169-49B5-B81F-1BF5B5E11F8B}"/>
              </a:ext>
            </a:extLst>
          </p:cNvPr>
          <p:cNvSpPr/>
          <p:nvPr/>
        </p:nvSpPr>
        <p:spPr>
          <a:xfrm>
            <a:off x="6125481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51743068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3" name="Dikdörtgen 22">
            <a:extLst>
              <a:ext uri="{FF2B5EF4-FFF2-40B4-BE49-F238E27FC236}">
                <a16:creationId xmlns:a16="http://schemas.microsoft.com/office/drawing/2014/main" id="{06D8566B-6726-4EC1-B5A0-FB02BE27186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84D11860-817A-449B-A12E-927157F6ABB7}"/>
              </a:ext>
            </a:extLst>
          </p:cNvPr>
          <p:cNvSpPr/>
          <p:nvPr/>
        </p:nvSpPr>
        <p:spPr>
          <a:xfrm>
            <a:off x="3126635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1496907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3" name="Dikdörtgen 22">
            <a:extLst>
              <a:ext uri="{FF2B5EF4-FFF2-40B4-BE49-F238E27FC236}">
                <a16:creationId xmlns:a16="http://schemas.microsoft.com/office/drawing/2014/main" id="{06D8566B-6726-4EC1-B5A0-FB02BE27186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1" name="Dikdörtgen 20">
            <a:extLst>
              <a:ext uri="{FF2B5EF4-FFF2-40B4-BE49-F238E27FC236}">
                <a16:creationId xmlns:a16="http://schemas.microsoft.com/office/drawing/2014/main" id="{818E7C85-1115-4E7F-8BF3-A335F97A4CF4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84D11860-817A-449B-A12E-927157F6ABB7}"/>
              </a:ext>
            </a:extLst>
          </p:cNvPr>
          <p:cNvSpPr/>
          <p:nvPr/>
        </p:nvSpPr>
        <p:spPr>
          <a:xfrm>
            <a:off x="3126635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8190571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3" name="Dikdörtgen 22">
            <a:extLst>
              <a:ext uri="{FF2B5EF4-FFF2-40B4-BE49-F238E27FC236}">
                <a16:creationId xmlns:a16="http://schemas.microsoft.com/office/drawing/2014/main" id="{06D8566B-6726-4EC1-B5A0-FB02BE27186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1" name="Dikdörtgen 20">
            <a:extLst>
              <a:ext uri="{FF2B5EF4-FFF2-40B4-BE49-F238E27FC236}">
                <a16:creationId xmlns:a16="http://schemas.microsoft.com/office/drawing/2014/main" id="{818E7C85-1115-4E7F-8BF3-A335F97A4CF4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7657AB40-345C-477B-AF1F-7B639A819A41}"/>
              </a:ext>
            </a:extLst>
          </p:cNvPr>
          <p:cNvSpPr/>
          <p:nvPr/>
        </p:nvSpPr>
        <p:spPr>
          <a:xfrm>
            <a:off x="294940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0988443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" name="Slayt Önizlemesi 2">
                <a:extLst>
                  <a:ext uri="{FF2B5EF4-FFF2-40B4-BE49-F238E27FC236}">
                    <a16:creationId xmlns:a16="http://schemas.microsoft.com/office/drawing/2014/main" id="{A55BFA97-1262-4879-B846-456B3A20EBAD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225640838"/>
                  </p:ext>
                </p:extLst>
              </p:nvPr>
            </p:nvGraphicFramePr>
            <p:xfrm>
              <a:off x="660811" y="3608436"/>
              <a:ext cx="2254871" cy="1268363"/>
            </p:xfrm>
            <a:graphic>
              <a:graphicData uri="http://schemas.microsoft.com/office/powerpoint/2016/slidezoom">
                <pslz:sldZm>
                  <pslz:sldZmObj sldId="396" cId="199994629">
                    <pslz:zmPr id="{857FF8D6-AD67-4048-96BD-BD6559E52144}" returnToParent="0" transitionDur="1000" showBg="0">
                      <p166:blipFill xmlns:p166="http://schemas.microsoft.com/office/powerpoint/2016/6/main">
                        <a:blip r:embed="rId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2254871" cy="1268363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" name="Slayt Önizlemesi 2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A55BFA97-1262-4879-B846-456B3A20EBA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0811" y="3608436"/>
                <a:ext cx="2254871" cy="1268363"/>
              </a:xfrm>
              <a:prstGeom prst="rect">
                <a:avLst/>
              </a:prstGeom>
            </p:spPr>
          </p:pic>
        </mc:Fallback>
      </mc:AlternateContent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3" name="Dikdörtgen 22">
            <a:extLst>
              <a:ext uri="{FF2B5EF4-FFF2-40B4-BE49-F238E27FC236}">
                <a16:creationId xmlns:a16="http://schemas.microsoft.com/office/drawing/2014/main" id="{06D8566B-6726-4EC1-B5A0-FB02BE27186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1" name="Dikdörtgen 20">
            <a:extLst>
              <a:ext uri="{FF2B5EF4-FFF2-40B4-BE49-F238E27FC236}">
                <a16:creationId xmlns:a16="http://schemas.microsoft.com/office/drawing/2014/main" id="{818E7C85-1115-4E7F-8BF3-A335F97A4CF4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7657AB40-345C-477B-AF1F-7B639A819A41}"/>
              </a:ext>
            </a:extLst>
          </p:cNvPr>
          <p:cNvSpPr/>
          <p:nvPr/>
        </p:nvSpPr>
        <p:spPr>
          <a:xfrm>
            <a:off x="294940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2905207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72964A06-54B6-4F9A-8603-51383A9E6D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7261036"/>
              </p:ext>
            </p:extLst>
          </p:nvPr>
        </p:nvGraphicFramePr>
        <p:xfrm>
          <a:off x="1595792" y="2316388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     </a:t>
                      </a:r>
                      <a:r>
                        <a:rPr lang="ar-EG" sz="7200" b="1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١. </a:t>
                      </a:r>
                      <a:r>
                        <a:rPr lang="ar-EG" sz="7200" b="1" dirty="0">
                          <a:ln>
                            <a:noFill/>
                          </a:ln>
                          <a:gradFill flip="none" rotWithShape="1">
                            <a:gsLst>
                              <a:gs pos="19000">
                                <a:srgbClr val="FF0000"/>
                              </a:gs>
                              <a:gs pos="23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7200" b="1" dirty="0">
                          <a:ln>
                            <a:noFill/>
                          </a:ln>
                          <a:gradFill>
                            <a:gsLst>
                              <a:gs pos="44000">
                                <a:srgbClr val="FF0000"/>
                              </a:gs>
                              <a:gs pos="4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7200" b="1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i="0" u="none" strike="noStrike" dirty="0">
                          <a:gradFill flip="none" rotWithShape="1">
                            <a:gsLst>
                              <a:gs pos="39000">
                                <a:srgbClr val="FF0000"/>
                              </a:gs>
                              <a:gs pos="40000">
                                <a:schemeClr val="tx1"/>
                              </a:gs>
                            </a:gsLst>
                            <a:lin ang="4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ك</a:t>
                      </a:r>
                      <a:r>
                        <a:rPr lang="ar-EG" sz="6000" b="0" i="0" u="none" strike="noStrike" dirty="0">
                          <a:gradFill>
                            <a:gsLst>
                              <a:gs pos="39000">
                                <a:srgbClr val="FF0000"/>
                              </a:gs>
                              <a:gs pos="40000">
                                <a:schemeClr val="tx1"/>
                              </a:gs>
                            </a:gsLst>
                            <a:lin ang="420000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</a:t>
                      </a:r>
                      <a:r>
                        <a:rPr lang="ar-EG" sz="6000" b="0" i="0" u="none" strike="noStrike" dirty="0">
                          <a:gradFill flip="none" rotWithShape="1">
                            <a:gsLst>
                              <a:gs pos="44000">
                                <a:srgbClr val="FF0000"/>
                              </a:gs>
                              <a:gs pos="47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</a:t>
                      </a:r>
                      <a:endParaRPr lang="tr-TR" sz="60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6000" b="0" dirty="0">
                          <a:ln>
                            <a:noFill/>
                          </a:ln>
                          <a:gradFill flip="none" rotWithShape="1">
                            <a:gsLst>
                              <a:gs pos="75000">
                                <a:schemeClr val="tx1"/>
                              </a:gs>
                              <a:gs pos="80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SA" sz="6000" b="0" dirty="0">
                          <a:ln>
                            <a:noFill/>
                          </a:ln>
                          <a:gradFill flip="none" rotWithShape="1">
                            <a:gsLst>
                              <a:gs pos="64000">
                                <a:schemeClr val="tx1"/>
                              </a:gs>
                              <a:gs pos="67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SA" sz="6000" b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6000" b="0" dirty="0">
                          <a:ln>
                            <a:noFill/>
                          </a:ln>
                          <a:gradFill flip="none" rotWithShape="1">
                            <a:gsLst>
                              <a:gs pos="42000">
                                <a:schemeClr val="tx1"/>
                              </a:gs>
                              <a:gs pos="3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</a:t>
                      </a:r>
                      <a:endParaRPr lang="tr-TR" sz="6000" b="0" dirty="0">
                        <a:gradFill flip="none" rotWithShape="1">
                          <a:gsLst>
                            <a:gs pos="42000">
                              <a:schemeClr val="tx1"/>
                            </a:gs>
                            <a:gs pos="39000">
                              <a:schemeClr val="bg1">
                                <a:lumMod val="75000"/>
                              </a:schemeClr>
                            </a:gs>
                          </a:gsLst>
                          <a:lin ang="54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7271717"/>
                  </a:ext>
                </a:extLst>
              </a:tr>
            </a:tbl>
          </a:graphicData>
        </a:graphic>
      </p:graphicFrame>
      <p:sp>
        <p:nvSpPr>
          <p:cNvPr id="10" name="Metin kutusu 9">
            <a:extLst>
              <a:ext uri="{FF2B5EF4-FFF2-40B4-BE49-F238E27FC236}">
                <a16:creationId xmlns:a16="http://schemas.microsoft.com/office/drawing/2014/main" id="{0454519B-FA39-4732-A8AB-E22EE39DD8B4}"/>
              </a:ext>
            </a:extLst>
          </p:cNvPr>
          <p:cNvSpPr txBox="1"/>
          <p:nvPr/>
        </p:nvSpPr>
        <p:spPr>
          <a:xfrm>
            <a:off x="952104" y="3836069"/>
            <a:ext cx="19680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Kitap</a:t>
            </a:r>
            <a:endParaRPr lang="tr-TR" sz="3200" dirty="0">
              <a:solidFill>
                <a:srgbClr val="FF000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9994629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72964A06-54B6-4F9A-8603-51383A9E6D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5486736"/>
              </p:ext>
            </p:extLst>
          </p:nvPr>
        </p:nvGraphicFramePr>
        <p:xfrm>
          <a:off x="1595792" y="2316388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     </a:t>
                      </a:r>
                      <a:r>
                        <a:rPr lang="ar-EG" sz="7200" b="1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١. </a:t>
                      </a:r>
                      <a:r>
                        <a:rPr lang="ar-EG" sz="7200" b="1" dirty="0">
                          <a:ln>
                            <a:noFill/>
                          </a:ln>
                          <a:gradFill flip="none" rotWithShape="1">
                            <a:gsLst>
                              <a:gs pos="19000">
                                <a:srgbClr val="FF0000"/>
                              </a:gs>
                              <a:gs pos="23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7200" b="1" dirty="0">
                          <a:ln>
                            <a:noFill/>
                          </a:ln>
                          <a:gradFill>
                            <a:gsLst>
                              <a:gs pos="44000">
                                <a:srgbClr val="FF0000"/>
                              </a:gs>
                              <a:gs pos="48000">
                                <a:schemeClr val="tx1"/>
                              </a:gs>
                            </a:gsLst>
                            <a:lin ang="5400000" scaled="1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7200" b="1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i="0" u="none" strike="noStrike" dirty="0">
                          <a:gradFill flip="none" rotWithShape="1">
                            <a:gsLst>
                              <a:gs pos="39000">
                                <a:srgbClr val="FF0000"/>
                              </a:gs>
                              <a:gs pos="40000">
                                <a:schemeClr val="tx1"/>
                              </a:gs>
                            </a:gsLst>
                            <a:lin ang="4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كُ</a:t>
                      </a:r>
                      <a:r>
                        <a:rPr lang="ar-EG" sz="6000" b="0" i="0" u="none" strike="noStrike" dirty="0">
                          <a:gradFill>
                            <a:gsLst>
                              <a:gs pos="39000">
                                <a:srgbClr val="FF0000"/>
                              </a:gs>
                              <a:gs pos="40000">
                                <a:schemeClr val="tx1"/>
                              </a:gs>
                            </a:gsLst>
                            <a:lin ang="4200000" scaled="0"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تُ</a:t>
                      </a:r>
                      <a:r>
                        <a:rPr lang="ar-EG" sz="6000" b="0" i="0" u="none" strike="noStrike" dirty="0">
                          <a:gradFill flip="none" rotWithShape="1">
                            <a:gsLst>
                              <a:gs pos="44000">
                                <a:srgbClr val="FF0000"/>
                              </a:gs>
                              <a:gs pos="47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</a:t>
                      </a:r>
                      <a:endParaRPr lang="tr-TR" sz="60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SA" sz="6000" b="0" dirty="0">
                          <a:ln>
                            <a:noFill/>
                          </a:ln>
                          <a:gradFill flip="none" rotWithShape="1">
                            <a:gsLst>
                              <a:gs pos="75000">
                                <a:schemeClr val="tx1"/>
                              </a:gs>
                              <a:gs pos="80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SA" sz="6000" b="0" dirty="0">
                          <a:ln>
                            <a:noFill/>
                          </a:ln>
                          <a:gradFill flip="none" rotWithShape="1">
                            <a:gsLst>
                              <a:gs pos="64000">
                                <a:schemeClr val="tx1"/>
                              </a:gs>
                              <a:gs pos="67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SA" sz="6000" b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6000" b="0" dirty="0">
                          <a:ln>
                            <a:noFill/>
                          </a:ln>
                          <a:gradFill flip="none" rotWithShape="1">
                            <a:gsLst>
                              <a:gs pos="42000">
                                <a:schemeClr val="tx1"/>
                              </a:gs>
                              <a:gs pos="3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ب</a:t>
                      </a:r>
                      <a:endParaRPr lang="tr-TR" sz="6000" b="0" dirty="0">
                        <a:gradFill flip="none" rotWithShape="1">
                          <a:gsLst>
                            <a:gs pos="42000">
                              <a:schemeClr val="tx1"/>
                            </a:gs>
                            <a:gs pos="39000">
                              <a:schemeClr val="bg1">
                                <a:lumMod val="75000"/>
                              </a:schemeClr>
                            </a:gs>
                          </a:gsLst>
                          <a:lin ang="54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7271717"/>
                  </a:ext>
                </a:extLst>
              </a:tr>
            </a:tbl>
          </a:graphicData>
        </a:graphic>
      </p:graphicFrame>
      <p:sp>
        <p:nvSpPr>
          <p:cNvPr id="10" name="Metin kutusu 9">
            <a:extLst>
              <a:ext uri="{FF2B5EF4-FFF2-40B4-BE49-F238E27FC236}">
                <a16:creationId xmlns:a16="http://schemas.microsoft.com/office/drawing/2014/main" id="{0454519B-FA39-4732-A8AB-E22EE39DD8B4}"/>
              </a:ext>
            </a:extLst>
          </p:cNvPr>
          <p:cNvSpPr txBox="1"/>
          <p:nvPr/>
        </p:nvSpPr>
        <p:spPr>
          <a:xfrm>
            <a:off x="952104" y="3836069"/>
            <a:ext cx="19680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Kitap</a:t>
            </a:r>
            <a:r>
              <a:rPr lang="tr-TR" sz="3200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lar</a:t>
            </a:r>
          </a:p>
        </p:txBody>
      </p:sp>
    </p:spTree>
    <p:extLst>
      <p:ext uri="{BB962C8B-B14F-4D97-AF65-F5344CB8AC3E}">
        <p14:creationId xmlns:p14="http://schemas.microsoft.com/office/powerpoint/2010/main" val="1566017007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7908992"/>
              </p:ext>
            </p:extLst>
          </p:nvPr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fontAlgn="ctr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164EE665-7A5D-4CE2-A540-5B1A18E06386}"/>
              </a:ext>
            </a:extLst>
          </p:cNvPr>
          <p:cNvSpPr/>
          <p:nvPr/>
        </p:nvSpPr>
        <p:spPr>
          <a:xfrm>
            <a:off x="554219" y="3809075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E6558C11-FB17-401E-A933-3DE233D1C462}"/>
              </a:ext>
            </a:extLst>
          </p:cNvPr>
          <p:cNvSpPr/>
          <p:nvPr/>
        </p:nvSpPr>
        <p:spPr>
          <a:xfrm>
            <a:off x="294940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37766145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0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1518630"/>
              </p:ext>
            </p:extLst>
          </p:nvPr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fontAlgn="ctr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164EE665-7A5D-4CE2-A540-5B1A18E06386}"/>
              </a:ext>
            </a:extLst>
          </p:cNvPr>
          <p:cNvSpPr/>
          <p:nvPr/>
        </p:nvSpPr>
        <p:spPr>
          <a:xfrm>
            <a:off x="554219" y="3809075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3" name="Dikdörtgen: Köşeleri Yuvarlatılmış 22">
            <a:extLst>
              <a:ext uri="{FF2B5EF4-FFF2-40B4-BE49-F238E27FC236}">
                <a16:creationId xmlns:a16="http://schemas.microsoft.com/office/drawing/2014/main" id="{7A906BBF-3893-4104-85E0-9A7F25F6C6B9}"/>
              </a:ext>
            </a:extLst>
          </p:cNvPr>
          <p:cNvSpPr/>
          <p:nvPr/>
        </p:nvSpPr>
        <p:spPr>
          <a:xfrm>
            <a:off x="294940" y="3224984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5687375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0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5468898"/>
              </p:ext>
            </p:extLst>
          </p:nvPr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fontAlgn="ctr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164EE665-7A5D-4CE2-A540-5B1A18E06386}"/>
              </a:ext>
            </a:extLst>
          </p:cNvPr>
          <p:cNvSpPr/>
          <p:nvPr/>
        </p:nvSpPr>
        <p:spPr>
          <a:xfrm>
            <a:off x="554219" y="3809075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29CF5C52-6D58-4E3D-A0FD-D39A3625865D}"/>
              </a:ext>
            </a:extLst>
          </p:cNvPr>
          <p:cNvSpPr/>
          <p:nvPr/>
        </p:nvSpPr>
        <p:spPr>
          <a:xfrm>
            <a:off x="8863959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9307119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0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9237095"/>
              </p:ext>
            </p:extLst>
          </p:nvPr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fontAlgn="ctr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164EE665-7A5D-4CE2-A540-5B1A18E06386}"/>
              </a:ext>
            </a:extLst>
          </p:cNvPr>
          <p:cNvSpPr/>
          <p:nvPr/>
        </p:nvSpPr>
        <p:spPr>
          <a:xfrm>
            <a:off x="554219" y="3809075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29CF5C52-6D58-4E3D-A0FD-D39A3625865D}"/>
              </a:ext>
            </a:extLst>
          </p:cNvPr>
          <p:cNvSpPr/>
          <p:nvPr/>
        </p:nvSpPr>
        <p:spPr>
          <a:xfrm>
            <a:off x="8863959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2527114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0" grpId="0"/>
      <p:bldP spid="32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909303"/>
              </p:ext>
            </p:extLst>
          </p:nvPr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fontAlgn="ctr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164EE665-7A5D-4CE2-A540-5B1A18E06386}"/>
              </a:ext>
            </a:extLst>
          </p:cNvPr>
          <p:cNvSpPr/>
          <p:nvPr/>
        </p:nvSpPr>
        <p:spPr>
          <a:xfrm>
            <a:off x="554219" y="3809075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: Köşeleri Yuvarlatılmış 26">
            <a:extLst>
              <a:ext uri="{FF2B5EF4-FFF2-40B4-BE49-F238E27FC236}">
                <a16:creationId xmlns:a16="http://schemas.microsoft.com/office/drawing/2014/main" id="{9DB3C088-C571-49C5-8F06-7AA080C91D34}"/>
              </a:ext>
            </a:extLst>
          </p:cNvPr>
          <p:cNvSpPr/>
          <p:nvPr/>
        </p:nvSpPr>
        <p:spPr>
          <a:xfrm>
            <a:off x="5983099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3957345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0" grpId="0"/>
      <p:bldP spid="32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7618594"/>
              </p:ext>
            </p:extLst>
          </p:nvPr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fontAlgn="ctr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03173" y="3707749"/>
            <a:ext cx="136127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164EE665-7A5D-4CE2-A540-5B1A18E06386}"/>
              </a:ext>
            </a:extLst>
          </p:cNvPr>
          <p:cNvSpPr/>
          <p:nvPr/>
        </p:nvSpPr>
        <p:spPr>
          <a:xfrm>
            <a:off x="554219" y="3809075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3" name="Slayt Önizlemesi 32">
                <a:extLst>
                  <a:ext uri="{FF2B5EF4-FFF2-40B4-BE49-F238E27FC236}">
                    <a16:creationId xmlns:a16="http://schemas.microsoft.com/office/drawing/2014/main" id="{AFEA3400-3660-447F-80C3-4A978FBEF75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4028438318"/>
                  </p:ext>
                </p:extLst>
              </p:nvPr>
            </p:nvGraphicFramePr>
            <p:xfrm>
              <a:off x="6528619" y="5726909"/>
              <a:ext cx="1850153" cy="1040710"/>
            </p:xfrm>
            <a:graphic>
              <a:graphicData uri="http://schemas.microsoft.com/office/powerpoint/2016/slidezoom">
                <pslz:sldZm>
                  <pslz:sldZmObj sldId="401" cId="3464318806">
                    <pslz:zmPr id="{1A323242-2649-434A-B693-B69F3ED3D2AE}" returnToParent="0" transitionDur="1000" showBg="0">
                      <p166:blipFill xmlns:p166="http://schemas.microsoft.com/office/powerpoint/2016/6/main">
                        <a:blip r:embed="rId1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850153" cy="1040710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3" name="Slayt Önizlemesi 32">
                <a:hlinkClick r:id="rId14" action="ppaction://hlinksldjump"/>
                <a:extLst>
                  <a:ext uri="{FF2B5EF4-FFF2-40B4-BE49-F238E27FC236}">
                    <a16:creationId xmlns:a16="http://schemas.microsoft.com/office/drawing/2014/main" id="{AFEA3400-3660-447F-80C3-4A978FBEF75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528619" y="5726909"/>
                <a:ext cx="1850153" cy="1040710"/>
              </a:xfrm>
              <a:prstGeom prst="rect">
                <a:avLst/>
              </a:prstGeom>
            </p:spPr>
          </p:pic>
        </mc:Fallback>
      </mc:AlternateContent>
      <p:sp>
        <p:nvSpPr>
          <p:cNvPr id="27" name="Dikdörtgen: Köşeleri Yuvarlatılmış 26">
            <a:extLst>
              <a:ext uri="{FF2B5EF4-FFF2-40B4-BE49-F238E27FC236}">
                <a16:creationId xmlns:a16="http://schemas.microsoft.com/office/drawing/2014/main" id="{9DB3C088-C571-49C5-8F06-7AA080C91D34}"/>
              </a:ext>
            </a:extLst>
          </p:cNvPr>
          <p:cNvSpPr/>
          <p:nvPr/>
        </p:nvSpPr>
        <p:spPr>
          <a:xfrm>
            <a:off x="5983099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0382716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0" grpId="0"/>
      <p:bldP spid="32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B009C7AB-3B57-4753-9E66-A7D293548A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0100653"/>
              </p:ext>
            </p:extLst>
          </p:nvPr>
        </p:nvGraphicFramePr>
        <p:xfrm>
          <a:off x="1595792" y="2282597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 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٦. 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7000">
                                <a:schemeClr val="tx1"/>
                              </a:gs>
                              <a:gs pos="78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عَ</a:t>
                      </a:r>
                      <a:r>
                        <a:rPr lang="ar-EG" sz="7200" b="1" kern="1200" dirty="0">
                          <a:gradFill flip="none" rotWithShape="1">
                            <a:gsLst>
                              <a:gs pos="18000">
                                <a:srgbClr val="FF0000"/>
                              </a:gs>
                              <a:gs pos="19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لَـ</a:t>
                      </a:r>
                      <a:r>
                        <a:rPr lang="ar-EG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اء</a:t>
                      </a:r>
                      <a:r>
                        <a:rPr lang="tr-TR" sz="7200" b="1" kern="1200" dirty="0">
                          <a:gradFill flip="none" rotWithShape="1">
                            <a:gsLst>
                              <a:gs pos="86000">
                                <a:schemeClr val="tx1"/>
                              </a:gs>
                              <a:gs pos="90000">
                                <a:srgbClr val="FF0000"/>
                              </a:gs>
                            </a:gsLst>
                            <a:lin ang="13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     </a:t>
                      </a:r>
                      <a:endParaRPr lang="tr-TR" sz="7200" b="1" dirty="0">
                        <a:gradFill flip="none" rotWithShape="1">
                          <a:gsLst>
                            <a:gs pos="86000">
                              <a:schemeClr val="tx1"/>
                            </a:gs>
                            <a:gs pos="90000">
                              <a:srgbClr val="FF0000"/>
                            </a:gs>
                          </a:gsLst>
                          <a:lin ang="13200000" scaled="0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فقر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24000">
                                <a:srgbClr val="111111"/>
                              </a:gs>
                              <a:gs pos="22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فَ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24000">
                                <a:srgbClr val="111111"/>
                              </a:gs>
                              <a:gs pos="22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قِ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28000">
                                <a:srgbClr val="111111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49000">
                                <a:srgbClr val="111111"/>
                              </a:gs>
                              <a:gs pos="56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ـر</a:t>
                      </a:r>
                      <a:endParaRPr lang="tr-TR" sz="6000" b="0" dirty="0">
                        <a:gradFill flip="none" rotWithShape="1">
                          <a:gsLst>
                            <a:gs pos="49000">
                              <a:srgbClr val="111111"/>
                            </a:gs>
                            <a:gs pos="56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5164958"/>
                  </a:ext>
                </a:extLst>
              </a:tr>
            </a:tbl>
          </a:graphicData>
        </a:graphic>
      </p:graphicFrame>
      <p:sp>
        <p:nvSpPr>
          <p:cNvPr id="11" name="Metin kutusu 10">
            <a:extLst>
              <a:ext uri="{FF2B5EF4-FFF2-40B4-BE49-F238E27FC236}">
                <a16:creationId xmlns:a16="http://schemas.microsoft.com/office/drawing/2014/main" id="{D487DB3D-1B0F-4BDF-BC6C-BB97F1701A4D}"/>
              </a:ext>
            </a:extLst>
          </p:cNvPr>
          <p:cNvSpPr txBox="1"/>
          <p:nvPr/>
        </p:nvSpPr>
        <p:spPr>
          <a:xfrm>
            <a:off x="1123101" y="3729647"/>
            <a:ext cx="16141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Fakir</a:t>
            </a:r>
            <a:endParaRPr lang="tr-TR" sz="3200" dirty="0">
              <a:solidFill>
                <a:srgbClr val="FF000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4318806"/>
      </p:ext>
    </p:extLst>
  </p:cSld>
  <p:clrMapOvr>
    <a:masterClrMapping/>
  </p:clrMapOvr>
  <p:transition spd="slow">
    <p:push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09FB472E-6874-4549-A6B4-1373B3B160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929002"/>
              </p:ext>
            </p:extLst>
          </p:nvPr>
        </p:nvGraphicFramePr>
        <p:xfrm>
          <a:off x="1595792" y="2282597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٦. 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7000">
                                <a:schemeClr val="tx1"/>
                              </a:gs>
                              <a:gs pos="78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عَ</a:t>
                      </a:r>
                      <a:r>
                        <a:rPr lang="ar-EG" sz="7200" b="1" kern="1200" dirty="0">
                          <a:gradFill flip="none" rotWithShape="1">
                            <a:gsLst>
                              <a:gs pos="18000">
                                <a:srgbClr val="FF0000"/>
                              </a:gs>
                              <a:gs pos="19000">
                                <a:schemeClr val="tx1"/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لَـ</a:t>
                      </a:r>
                      <a:r>
                        <a:rPr lang="ar-EG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اء</a:t>
                      </a:r>
                      <a:r>
                        <a:rPr lang="tr-TR" sz="7200" b="1" kern="1200" dirty="0">
                          <a:gradFill flip="none" rotWithShape="1">
                            <a:gsLst>
                              <a:gs pos="86000">
                                <a:schemeClr val="tx1"/>
                              </a:gs>
                              <a:gs pos="90000">
                                <a:srgbClr val="FF0000"/>
                              </a:gs>
                            </a:gsLst>
                            <a:lin ang="13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     </a:t>
                      </a:r>
                      <a:endParaRPr lang="tr-TR" sz="7200" b="1" dirty="0">
                        <a:gradFill flip="none" rotWithShape="1">
                          <a:gsLst>
                            <a:gs pos="86000">
                              <a:schemeClr val="tx1"/>
                            </a:gs>
                            <a:gs pos="90000">
                              <a:srgbClr val="FF0000"/>
                            </a:gs>
                          </a:gsLst>
                          <a:lin ang="13200000" scaled="0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kern="1200" dirty="0">
                          <a:gradFill flip="none" rotWithShape="1">
                            <a:gsLst>
                              <a:gs pos="77000">
                                <a:schemeClr val="tx1"/>
                              </a:gs>
                              <a:gs pos="78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6000" b="0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قَ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رَ</a:t>
                      </a: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ء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24000">
                                <a:srgbClr val="111111"/>
                              </a:gs>
                              <a:gs pos="22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فَ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24000">
                                <a:srgbClr val="111111"/>
                              </a:gs>
                              <a:gs pos="22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قِ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28000">
                                <a:srgbClr val="111111"/>
                              </a:gs>
                              <a:gs pos="29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49000">
                                <a:srgbClr val="111111"/>
                              </a:gs>
                              <a:gs pos="56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ـر</a:t>
                      </a:r>
                      <a:endParaRPr lang="tr-TR" sz="6000" b="0" dirty="0">
                        <a:gradFill flip="none" rotWithShape="1">
                          <a:gsLst>
                            <a:gs pos="49000">
                              <a:srgbClr val="111111"/>
                            </a:gs>
                            <a:gs pos="56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5164958"/>
                  </a:ext>
                </a:extLst>
              </a:tr>
            </a:tbl>
          </a:graphicData>
        </a:graphic>
      </p:graphicFrame>
      <p:sp>
        <p:nvSpPr>
          <p:cNvPr id="19" name="Metin kutusu 18">
            <a:extLst>
              <a:ext uri="{FF2B5EF4-FFF2-40B4-BE49-F238E27FC236}">
                <a16:creationId xmlns:a16="http://schemas.microsoft.com/office/drawing/2014/main" id="{68ED0465-3D4F-44D8-91DB-7BBEC2EF4907}"/>
              </a:ext>
            </a:extLst>
          </p:cNvPr>
          <p:cNvSpPr txBox="1"/>
          <p:nvPr/>
        </p:nvSpPr>
        <p:spPr>
          <a:xfrm>
            <a:off x="1123101" y="3729647"/>
            <a:ext cx="16141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Fakir</a:t>
            </a:r>
            <a:r>
              <a:rPr lang="tr-TR" sz="3200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</a:p>
        </p:txBody>
      </p:sp>
    </p:spTree>
    <p:extLst>
      <p:ext uri="{BB962C8B-B14F-4D97-AF65-F5344CB8AC3E}">
        <p14:creationId xmlns:p14="http://schemas.microsoft.com/office/powerpoint/2010/main" val="1645345202"/>
      </p:ext>
    </p:extLst>
  </p:cSld>
  <p:clrMapOvr>
    <a:masterClrMapping/>
  </p:clrMapOvr>
  <p:transition spd="slow">
    <p:push dir="r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4.44444E-6 L -0.36706 0.00069 " pathEditMode="relative" rAng="0" ptsTypes="AA">
                                          <p:cBhvr>
                                            <p:cTn id="9" dur="2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8359" y="2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1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4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125E-6 4.44444E-6 L 0.00208 0.19791 " pathEditMode="relative" rAng="0" ptsTypes="AA">
                                          <p:cBhvr>
                                            <p:cTn id="1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04" y="988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1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875E-6 -1.11111E-6 L 0.00873 0.16829 " pathEditMode="relative" rAng="0" ptsTypes="AA">
                                          <p:cBhvr>
                                            <p:cTn id="21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30" y="840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3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6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3.7037E-6 L 0.01016 0.2368 " pathEditMode="relative" rAng="0" ptsTypes="AA">
                                          <p:cBhvr>
                                            <p:cTn id="27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08" y="1182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2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2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-3.33333E-6 L 0.01654 0.1919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20" y="958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8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3.7037E-7 L 0.02031 0.18657 " pathEditMode="relative" rAng="0" ptsTypes="AA">
                                          <p:cBhvr>
                                            <p:cTn id="39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016" y="932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/>
          <p:bldP spid="26" grpId="0"/>
          <p:bldP spid="26" grpId="1"/>
          <p:bldP spid="27" grpId="0"/>
          <p:bldP spid="27" grpId="1"/>
          <p:bldP spid="28" grpId="0"/>
          <p:bldP spid="28" grpId="1"/>
          <p:bldP spid="29" grpId="0"/>
          <p:bldP spid="29" grpId="1"/>
          <p:bldP spid="30" grpId="0"/>
          <p:bldP spid="30" grpId="1"/>
          <p:bldP spid="34" grpId="0"/>
          <p:bldP spid="34" grpId="1"/>
        </p:bldLst>
      </p:timing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761005"/>
              </p:ext>
            </p:extLst>
          </p:nvPr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</a:t>
                      </a: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36836" y="3707749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5DE6C342-A3B5-4681-8B73-5DBF633E4620}"/>
              </a:ext>
            </a:extLst>
          </p:cNvPr>
          <p:cNvSpPr/>
          <p:nvPr/>
        </p:nvSpPr>
        <p:spPr>
          <a:xfrm>
            <a:off x="6869665" y="5830671"/>
            <a:ext cx="113524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فُقَرَا</a:t>
            </a:r>
            <a:r>
              <a:rPr lang="ar-EG" sz="3600" dirty="0">
                <a:gradFill flip="none" rotWithShape="1">
                  <a:gsLst>
                    <a:gs pos="73000">
                      <a:schemeClr val="tx1"/>
                    </a:gs>
                    <a:gs pos="76000">
                      <a:srgbClr val="FF0066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ء</a:t>
            </a:r>
            <a:endParaRPr lang="tr-TR" sz="3600" dirty="0">
              <a:gradFill flip="none" rotWithShape="1">
                <a:gsLst>
                  <a:gs pos="73000">
                    <a:schemeClr val="tx1"/>
                  </a:gs>
                  <a:gs pos="76000">
                    <a:srgbClr val="FF0066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335BCC56-41A4-4F54-8D0F-9DCABE931BB4}"/>
              </a:ext>
            </a:extLst>
          </p:cNvPr>
          <p:cNvSpPr/>
          <p:nvPr/>
        </p:nvSpPr>
        <p:spPr>
          <a:xfrm>
            <a:off x="6413321" y="5925415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29" name="Dikdörtgen: Köşeleri Yuvarlatılmış 28">
            <a:extLst>
              <a:ext uri="{FF2B5EF4-FFF2-40B4-BE49-F238E27FC236}">
                <a16:creationId xmlns:a16="http://schemas.microsoft.com/office/drawing/2014/main" id="{EA2872F1-A3AA-4797-8FCB-80A187354DDF}"/>
              </a:ext>
            </a:extLst>
          </p:cNvPr>
          <p:cNvSpPr/>
          <p:nvPr/>
        </p:nvSpPr>
        <p:spPr>
          <a:xfrm>
            <a:off x="5983099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9445397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7" grpId="1"/>
      <p:bldP spid="30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</a:t>
                      </a: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36836" y="3707749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5DE6C342-A3B5-4681-8B73-5DBF633E4620}"/>
              </a:ext>
            </a:extLst>
          </p:cNvPr>
          <p:cNvSpPr/>
          <p:nvPr/>
        </p:nvSpPr>
        <p:spPr>
          <a:xfrm>
            <a:off x="6869665" y="5830671"/>
            <a:ext cx="113524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فُقَرَا</a:t>
            </a:r>
            <a:r>
              <a:rPr lang="ar-EG" sz="3600" dirty="0">
                <a:gradFill flip="none" rotWithShape="1">
                  <a:gsLst>
                    <a:gs pos="73000">
                      <a:schemeClr val="tx1"/>
                    </a:gs>
                    <a:gs pos="76000">
                      <a:srgbClr val="FF0066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ءِ</a:t>
            </a:r>
            <a:endParaRPr lang="tr-TR" sz="3600" dirty="0">
              <a:gradFill flip="none" rotWithShape="1">
                <a:gsLst>
                  <a:gs pos="73000">
                    <a:schemeClr val="tx1"/>
                  </a:gs>
                  <a:gs pos="76000">
                    <a:srgbClr val="FF0066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4" name="Dikdörtgen: Köşeleri Yuvarlatılmış 23">
            <a:extLst>
              <a:ext uri="{FF2B5EF4-FFF2-40B4-BE49-F238E27FC236}">
                <a16:creationId xmlns:a16="http://schemas.microsoft.com/office/drawing/2014/main" id="{9FEB27F8-F9C5-4E3D-BA8E-2FAB44FF21C6}"/>
              </a:ext>
            </a:extLst>
          </p:cNvPr>
          <p:cNvSpPr/>
          <p:nvPr/>
        </p:nvSpPr>
        <p:spPr>
          <a:xfrm>
            <a:off x="5983099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0000700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7" grpId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</a:t>
                      </a: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36836" y="3707749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5DE6C342-A3B5-4681-8B73-5DBF633E4620}"/>
              </a:ext>
            </a:extLst>
          </p:cNvPr>
          <p:cNvSpPr/>
          <p:nvPr/>
        </p:nvSpPr>
        <p:spPr>
          <a:xfrm>
            <a:off x="6869665" y="5830671"/>
            <a:ext cx="113524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فُقَرَا</a:t>
            </a:r>
            <a:r>
              <a:rPr lang="ar-EG" sz="3600" dirty="0">
                <a:gradFill flip="none" rotWithShape="1">
                  <a:gsLst>
                    <a:gs pos="73000">
                      <a:schemeClr val="tx1"/>
                    </a:gs>
                    <a:gs pos="76000">
                      <a:srgbClr val="FF0066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ءِ</a:t>
            </a:r>
            <a:endParaRPr lang="tr-TR" sz="3600" dirty="0">
              <a:gradFill flip="none" rotWithShape="1">
                <a:gsLst>
                  <a:gs pos="73000">
                    <a:schemeClr val="tx1"/>
                  </a:gs>
                  <a:gs pos="76000">
                    <a:srgbClr val="FF0066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: Köşeleri Yuvarlatılmış 28">
            <a:extLst>
              <a:ext uri="{FF2B5EF4-FFF2-40B4-BE49-F238E27FC236}">
                <a16:creationId xmlns:a16="http://schemas.microsoft.com/office/drawing/2014/main" id="{7D5575CC-6D4E-42C6-A3C5-0D574410DD79}"/>
              </a:ext>
            </a:extLst>
          </p:cNvPr>
          <p:cNvSpPr/>
          <p:nvPr/>
        </p:nvSpPr>
        <p:spPr>
          <a:xfrm>
            <a:off x="3043247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7274655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7" grpId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</a:t>
                      </a: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36836" y="3707749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5DE6C342-A3B5-4681-8B73-5DBF633E4620}"/>
              </a:ext>
            </a:extLst>
          </p:cNvPr>
          <p:cNvSpPr/>
          <p:nvPr/>
        </p:nvSpPr>
        <p:spPr>
          <a:xfrm>
            <a:off x="6869665" y="5830671"/>
            <a:ext cx="113524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فُقَرَا</a:t>
            </a:r>
            <a:r>
              <a:rPr lang="ar-EG" sz="3600" dirty="0">
                <a:gradFill flip="none" rotWithShape="1">
                  <a:gsLst>
                    <a:gs pos="73000">
                      <a:schemeClr val="tx1"/>
                    </a:gs>
                    <a:gs pos="76000">
                      <a:srgbClr val="FF0066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ءِ</a:t>
            </a:r>
            <a:endParaRPr lang="tr-TR" sz="3600" dirty="0">
              <a:gradFill flip="none" rotWithShape="1">
                <a:gsLst>
                  <a:gs pos="73000">
                    <a:schemeClr val="tx1"/>
                  </a:gs>
                  <a:gs pos="76000">
                    <a:srgbClr val="FF0066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4" name="Dikdörtgen 33">
            <a:extLst>
              <a:ext uri="{FF2B5EF4-FFF2-40B4-BE49-F238E27FC236}">
                <a16:creationId xmlns:a16="http://schemas.microsoft.com/office/drawing/2014/main" id="{081A4B7E-1915-4922-B637-D2660AEDE13E}"/>
              </a:ext>
            </a:extLst>
          </p:cNvPr>
          <p:cNvSpPr/>
          <p:nvPr/>
        </p:nvSpPr>
        <p:spPr>
          <a:xfrm>
            <a:off x="3675931" y="5830671"/>
            <a:ext cx="147027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6000">
                      <a:srgbClr val="FF0066"/>
                    </a:gs>
                  </a:gsLst>
                  <a:lin ang="54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>
                <a:gsLst>
                  <a:gs pos="73000">
                    <a:srgbClr val="FF00FF"/>
                  </a:gs>
                  <a:gs pos="76000">
                    <a:srgbClr val="FF0066"/>
                  </a:gs>
                </a:gsLst>
                <a:lin ang="54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: Köşeleri Yuvarlatılmış 28">
            <a:extLst>
              <a:ext uri="{FF2B5EF4-FFF2-40B4-BE49-F238E27FC236}">
                <a16:creationId xmlns:a16="http://schemas.microsoft.com/office/drawing/2014/main" id="{7D5575CC-6D4E-42C6-A3C5-0D574410DD79}"/>
              </a:ext>
            </a:extLst>
          </p:cNvPr>
          <p:cNvSpPr/>
          <p:nvPr/>
        </p:nvSpPr>
        <p:spPr>
          <a:xfrm>
            <a:off x="3043247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9669433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7" grpId="1"/>
      <p:bldP spid="34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</a:t>
                      </a: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36836" y="3707749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5DE6C342-A3B5-4681-8B73-5DBF633E4620}"/>
              </a:ext>
            </a:extLst>
          </p:cNvPr>
          <p:cNvSpPr/>
          <p:nvPr/>
        </p:nvSpPr>
        <p:spPr>
          <a:xfrm>
            <a:off x="6869665" y="5830671"/>
            <a:ext cx="113524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فُقَرَا</a:t>
            </a:r>
            <a:r>
              <a:rPr lang="ar-EG" sz="3600" dirty="0">
                <a:gradFill flip="none" rotWithShape="1">
                  <a:gsLst>
                    <a:gs pos="73000">
                      <a:schemeClr val="tx1"/>
                    </a:gs>
                    <a:gs pos="76000">
                      <a:srgbClr val="FF0066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ءِ</a:t>
            </a:r>
            <a:endParaRPr lang="tr-TR" sz="3600" dirty="0">
              <a:gradFill flip="none" rotWithShape="1">
                <a:gsLst>
                  <a:gs pos="73000">
                    <a:schemeClr val="tx1"/>
                  </a:gs>
                  <a:gs pos="76000">
                    <a:srgbClr val="FF0066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4" name="Dikdörtgen 33">
            <a:extLst>
              <a:ext uri="{FF2B5EF4-FFF2-40B4-BE49-F238E27FC236}">
                <a16:creationId xmlns:a16="http://schemas.microsoft.com/office/drawing/2014/main" id="{081A4B7E-1915-4922-B637-D2660AEDE13E}"/>
              </a:ext>
            </a:extLst>
          </p:cNvPr>
          <p:cNvSpPr/>
          <p:nvPr/>
        </p:nvSpPr>
        <p:spPr>
          <a:xfrm>
            <a:off x="3675931" y="5830671"/>
            <a:ext cx="147027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6000">
                      <a:srgbClr val="FF0066"/>
                    </a:gs>
                  </a:gsLst>
                  <a:lin ang="54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>
                <a:gsLst>
                  <a:gs pos="73000">
                    <a:srgbClr val="FF00FF"/>
                  </a:gs>
                  <a:gs pos="76000">
                    <a:srgbClr val="FF0066"/>
                  </a:gs>
                </a:gsLst>
                <a:lin ang="54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: Köşeleri Yuvarlatılmış 28">
            <a:extLst>
              <a:ext uri="{FF2B5EF4-FFF2-40B4-BE49-F238E27FC236}">
                <a16:creationId xmlns:a16="http://schemas.microsoft.com/office/drawing/2014/main" id="{84875FC1-00BF-42AE-A289-2729ABB52091}"/>
              </a:ext>
            </a:extLst>
          </p:cNvPr>
          <p:cNvSpPr/>
          <p:nvPr/>
        </p:nvSpPr>
        <p:spPr>
          <a:xfrm>
            <a:off x="241047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6443150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7" grpId="1"/>
      <p:bldP spid="34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</a:t>
                      </a: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36836" y="3707749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5DE6C342-A3B5-4681-8B73-5DBF633E4620}"/>
              </a:ext>
            </a:extLst>
          </p:cNvPr>
          <p:cNvSpPr/>
          <p:nvPr/>
        </p:nvSpPr>
        <p:spPr>
          <a:xfrm>
            <a:off x="6869665" y="5830671"/>
            <a:ext cx="113524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فُقَرَا</a:t>
            </a:r>
            <a:r>
              <a:rPr lang="ar-EG" sz="3600" dirty="0">
                <a:gradFill flip="none" rotWithShape="1">
                  <a:gsLst>
                    <a:gs pos="73000">
                      <a:schemeClr val="tx1"/>
                    </a:gs>
                    <a:gs pos="76000">
                      <a:srgbClr val="FF0066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ءِ</a:t>
            </a:r>
            <a:endParaRPr lang="tr-TR" sz="3600" dirty="0">
              <a:gradFill flip="none" rotWithShape="1">
                <a:gsLst>
                  <a:gs pos="73000">
                    <a:schemeClr val="tx1"/>
                  </a:gs>
                  <a:gs pos="76000">
                    <a:srgbClr val="FF0066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4" name="Dikdörtgen 33">
            <a:extLst>
              <a:ext uri="{FF2B5EF4-FFF2-40B4-BE49-F238E27FC236}">
                <a16:creationId xmlns:a16="http://schemas.microsoft.com/office/drawing/2014/main" id="{081A4B7E-1915-4922-B637-D2660AEDE13E}"/>
              </a:ext>
            </a:extLst>
          </p:cNvPr>
          <p:cNvSpPr/>
          <p:nvPr/>
        </p:nvSpPr>
        <p:spPr>
          <a:xfrm>
            <a:off x="3675931" y="5830671"/>
            <a:ext cx="147027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6000">
                      <a:srgbClr val="FF0066"/>
                    </a:gs>
                  </a:gsLst>
                  <a:lin ang="54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>
                <a:gsLst>
                  <a:gs pos="73000">
                    <a:srgbClr val="FF00FF"/>
                  </a:gs>
                  <a:gs pos="76000">
                    <a:srgbClr val="FF0066"/>
                  </a:gs>
                </a:gsLst>
                <a:lin ang="54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5" name="Slayt Önizlemesi 34">
                <a:extLst>
                  <a:ext uri="{FF2B5EF4-FFF2-40B4-BE49-F238E27FC236}">
                    <a16:creationId xmlns:a16="http://schemas.microsoft.com/office/drawing/2014/main" id="{162521DA-83FE-40D5-94F6-4BA67DDCB9F1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950803816"/>
                  </p:ext>
                </p:extLst>
              </p:nvPr>
            </p:nvGraphicFramePr>
            <p:xfrm>
              <a:off x="836698" y="5781510"/>
              <a:ext cx="1778683" cy="1000510"/>
            </p:xfrm>
            <a:graphic>
              <a:graphicData uri="http://schemas.microsoft.com/office/powerpoint/2016/slidezoom">
                <pslz:sldZm>
                  <pslz:sldZmObj sldId="403" cId="3091439503">
                    <pslz:zmPr id="{E8CDFDE4-BB9B-4E76-A1DD-8A6A6724E56F}" returnToParent="0" transitionDur="1000" showBg="0">
                      <p166:blipFill xmlns:p166="http://schemas.microsoft.com/office/powerpoint/2016/6/main">
                        <a:blip r:embed="rId1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778683" cy="1000510"/>
                        </a:xfrm>
                        <a:prstGeom prst="rect">
                          <a:avLst/>
                        </a:prstGeom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5" name="Slayt Önizlemesi 34">
                <a:hlinkClick r:id="rId14" action="ppaction://hlinksldjump"/>
                <a:extLst>
                  <a:ext uri="{FF2B5EF4-FFF2-40B4-BE49-F238E27FC236}">
                    <a16:creationId xmlns:a16="http://schemas.microsoft.com/office/drawing/2014/main" id="{162521DA-83FE-40D5-94F6-4BA67DDCB9F1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836698" y="5781510"/>
                <a:ext cx="1778683" cy="1000510"/>
              </a:xfrm>
              <a:prstGeom prst="rect">
                <a:avLst/>
              </a:prstGeom>
            </p:spPr>
          </p:pic>
        </mc:Fallback>
      </mc:AlternateContent>
      <p:sp>
        <p:nvSpPr>
          <p:cNvPr id="29" name="Dikdörtgen: Köşeleri Yuvarlatılmış 28">
            <a:extLst>
              <a:ext uri="{FF2B5EF4-FFF2-40B4-BE49-F238E27FC236}">
                <a16:creationId xmlns:a16="http://schemas.microsoft.com/office/drawing/2014/main" id="{84875FC1-00BF-42AE-A289-2729ABB52091}"/>
              </a:ext>
            </a:extLst>
          </p:cNvPr>
          <p:cNvSpPr/>
          <p:nvPr/>
        </p:nvSpPr>
        <p:spPr>
          <a:xfrm>
            <a:off x="241047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9317172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4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7" grpId="1"/>
      <p:bldP spid="34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62C55827-2D9E-405C-BC62-5F5AFF28A8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1052334"/>
              </p:ext>
            </p:extLst>
          </p:nvPr>
        </p:nvGraphicFramePr>
        <p:xfrm>
          <a:off x="1595792" y="2282597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٤. 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عَّ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86000">
                                <a:schemeClr val="tx1"/>
                              </a:gs>
                              <a:gs pos="90000">
                                <a:srgbClr val="FF0000"/>
                              </a:gs>
                            </a:gsLst>
                            <a:lin ang="13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تجر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27000">
                                <a:srgbClr val="0A0A0A"/>
                              </a:gs>
                              <a:gs pos="26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60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14000">
                                <a:srgbClr val="0A0A0A"/>
                              </a:gs>
                              <a:gs pos="13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جِ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39000">
                                <a:srgbClr val="0A0A0A"/>
                              </a:gs>
                              <a:gs pos="37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4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ر</a:t>
                      </a:r>
                      <a:endParaRPr lang="tr-TR" sz="6000" b="0" dirty="0">
                        <a:gradFill flip="none" rotWithShape="1">
                          <a:gsLst>
                            <a:gs pos="27000">
                              <a:srgbClr val="0A0A0A"/>
                            </a:gs>
                            <a:gs pos="28000">
                              <a:schemeClr val="bg1">
                                <a:lumMod val="75000"/>
                              </a:schemeClr>
                            </a:gs>
                          </a:gsLst>
                          <a:lin ang="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2350532"/>
                  </a:ext>
                </a:extLst>
              </a:tr>
            </a:tbl>
          </a:graphicData>
        </a:graphic>
      </p:graphicFrame>
      <p:sp>
        <p:nvSpPr>
          <p:cNvPr id="9" name="Metin kutusu 8">
            <a:extLst>
              <a:ext uri="{FF2B5EF4-FFF2-40B4-BE49-F238E27FC236}">
                <a16:creationId xmlns:a16="http://schemas.microsoft.com/office/drawing/2014/main" id="{C79A955D-6F13-40EA-A27D-E53BBA8CBFC8}"/>
              </a:ext>
            </a:extLst>
          </p:cNvPr>
          <p:cNvSpPr txBox="1"/>
          <p:nvPr/>
        </p:nvSpPr>
        <p:spPr>
          <a:xfrm>
            <a:off x="1408088" y="3698807"/>
            <a:ext cx="18925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Tacir</a:t>
            </a:r>
            <a:endParaRPr lang="tr-TR" sz="3200" dirty="0">
              <a:solidFill>
                <a:srgbClr val="FF000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143950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09FB472E-6874-4549-A6B4-1373B3B160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914885"/>
              </p:ext>
            </p:extLst>
          </p:nvPr>
        </p:nvGraphicFramePr>
        <p:xfrm>
          <a:off x="1595792" y="2282597"/>
          <a:ext cx="9000417" cy="22928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95893">
                  <a:extLst>
                    <a:ext uri="{9D8B030D-6E8A-4147-A177-3AD203B41FA5}">
                      <a16:colId xmlns:a16="http://schemas.microsoft.com/office/drawing/2014/main" val="3293232149"/>
                    </a:ext>
                  </a:extLst>
                </a:gridCol>
                <a:gridCol w="1254422">
                  <a:extLst>
                    <a:ext uri="{9D8B030D-6E8A-4147-A177-3AD203B41FA5}">
                      <a16:colId xmlns:a16="http://schemas.microsoft.com/office/drawing/2014/main" val="2561938654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489780001"/>
                    </a:ext>
                  </a:extLst>
                </a:gridCol>
                <a:gridCol w="1125051">
                  <a:extLst>
                    <a:ext uri="{9D8B030D-6E8A-4147-A177-3AD203B41FA5}">
                      <a16:colId xmlns:a16="http://schemas.microsoft.com/office/drawing/2014/main" val="155494513"/>
                    </a:ext>
                  </a:extLst>
                </a:gridCol>
              </a:tblGrid>
              <a:tr h="97953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SA" sz="7200" b="1" kern="1200" dirty="0"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٤. 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76000">
                                <a:schemeClr val="tx1"/>
                              </a:gs>
                              <a:gs pos="77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50000">
                                <a:schemeClr val="tx1"/>
                              </a:gs>
                              <a:gs pos="52000">
                                <a:srgbClr val="FF0000"/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عَّ</a:t>
                      </a:r>
                      <a:r>
                        <a:rPr lang="ar-SA" sz="7200" b="1" kern="1200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7200" b="1" kern="1200" dirty="0">
                          <a:gradFill flip="none" rotWithShape="1">
                            <a:gsLst>
                              <a:gs pos="86000">
                                <a:schemeClr val="tx1"/>
                              </a:gs>
                              <a:gs pos="90000">
                                <a:srgbClr val="FF0000"/>
                              </a:gs>
                            </a:gsLst>
                            <a:lin ang="13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+mn-ea"/>
                          <a:cs typeface="Calibri Light" panose="020F0302020204030204" pitchFamily="34" charset="0"/>
                        </a:rPr>
                        <a:t>ل</a:t>
                      </a:r>
                      <a:endParaRPr lang="tr-TR" sz="7200" b="1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7200" b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7200" b="0" dirty="0">
                        <a:solidFill>
                          <a:schemeClr val="tx1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44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4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209767"/>
                  </a:ext>
                </a:extLst>
              </a:tr>
              <a:tr h="235851"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tr-TR" sz="1200" b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200" b="0" dirty="0">
                        <a:solidFill>
                          <a:sysClr val="windowText" lastClr="000000"/>
                        </a:soli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587919"/>
                  </a:ext>
                </a:extLst>
              </a:tr>
              <a:tr h="816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تُجَّ</a:t>
                      </a:r>
                      <a:r>
                        <a:rPr lang="ar-EG" sz="6000" b="0" dirty="0">
                          <a:solidFill>
                            <a:srgbClr val="FF0000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solidFill>
                            <a:schemeClr val="tx1"/>
                          </a:solidFill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ر</a:t>
                      </a:r>
                      <a:endParaRPr lang="tr-TR" sz="6000" b="0" dirty="0">
                        <a:solidFill>
                          <a:schemeClr val="tx1"/>
                        </a:solidFill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EG" sz="6000" b="0" dirty="0">
                          <a:gradFill flip="none" rotWithShape="1">
                            <a:gsLst>
                              <a:gs pos="27000">
                                <a:srgbClr val="0A0A0A"/>
                              </a:gs>
                              <a:gs pos="26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54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6000" b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14000">
                                <a:srgbClr val="0A0A0A"/>
                              </a:gs>
                              <a:gs pos="13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16200000" scaled="1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جِ</a:t>
                      </a:r>
                      <a:r>
                        <a:rPr lang="ar-EG" sz="6000" b="0" dirty="0">
                          <a:gradFill flip="none" rotWithShape="1">
                            <a:gsLst>
                              <a:gs pos="39000">
                                <a:srgbClr val="0A0A0A"/>
                              </a:gs>
                              <a:gs pos="37000">
                                <a:schemeClr val="bg1">
                                  <a:lumMod val="75000"/>
                                </a:schemeClr>
                              </a:gs>
                            </a:gsLst>
                            <a:lin ang="4200000" scaled="0"/>
                            <a:tileRect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ر</a:t>
                      </a:r>
                      <a:endParaRPr lang="tr-TR" sz="6000" b="0" dirty="0">
                        <a:gradFill flip="none" rotWithShape="1">
                          <a:gsLst>
                            <a:gs pos="27000">
                              <a:srgbClr val="0A0A0A"/>
                            </a:gs>
                            <a:gs pos="28000">
                              <a:schemeClr val="bg1">
                                <a:lumMod val="75000"/>
                              </a:schemeClr>
                            </a:gs>
                          </a:gsLst>
                          <a:lin ang="0" scaled="1"/>
                          <a:tileRect/>
                        </a:gradFill>
                        <a:effectLst/>
                        <a:latin typeface="Calibri Light" panose="020F0302020204030204" pitchFamily="34" charset="0"/>
                        <a:ea typeface="Times New Roman" panose="02020603050405020304" pitchFamily="18" charset="0"/>
                        <a:cs typeface="Calibri Light" panose="020F03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lg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2350532"/>
                  </a:ext>
                </a:extLst>
              </a:tr>
            </a:tbl>
          </a:graphicData>
        </a:graphic>
      </p:graphicFrame>
      <p:sp>
        <p:nvSpPr>
          <p:cNvPr id="17" name="Metin kutusu 16">
            <a:extLst>
              <a:ext uri="{FF2B5EF4-FFF2-40B4-BE49-F238E27FC236}">
                <a16:creationId xmlns:a16="http://schemas.microsoft.com/office/drawing/2014/main" id="{1ABB6CBB-9AEB-4A85-A759-5363D3EFA1AB}"/>
              </a:ext>
            </a:extLst>
          </p:cNvPr>
          <p:cNvSpPr txBox="1"/>
          <p:nvPr/>
        </p:nvSpPr>
        <p:spPr>
          <a:xfrm>
            <a:off x="1408088" y="3698807"/>
            <a:ext cx="18925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Tacir</a:t>
            </a:r>
            <a:r>
              <a:rPr lang="tr-TR" sz="3200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ler</a:t>
            </a:r>
          </a:p>
        </p:txBody>
      </p:sp>
    </p:spTree>
    <p:extLst>
      <p:ext uri="{BB962C8B-B14F-4D97-AF65-F5344CB8AC3E}">
        <p14:creationId xmlns:p14="http://schemas.microsoft.com/office/powerpoint/2010/main" val="1224871553"/>
      </p:ext>
    </p:extLst>
  </p:cSld>
  <p:clrMapOvr>
    <a:masterClrMapping/>
  </p:clrMapOvr>
  <p:transition spd="slow">
    <p:push dir="u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66667E-6 1.48148E-6 L -0.36888 0.00092 " pathEditMode="relative" rAng="0" ptsTypes="AA">
                                          <p:cBhvr>
                                            <p:cTn id="9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8451" y="4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1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4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1.11111E-6 L 0.02552 0.20116 " pathEditMode="relative" rAng="0" ptsTypes="AA">
                                          <p:cBhvr>
                                            <p:cTn id="15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76" y="1004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17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875E-6 -1.85185E-6 L 0.02318 0.18264 " pathEditMode="relative" rAng="0" ptsTypes="AA">
                                          <p:cBhvr>
                                            <p:cTn id="21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59" y="912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3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6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2.59259E-6 L 0.02031 0.18148 " pathEditMode="relative" rAng="0" ptsTypes="AA">
                                          <p:cBhvr>
                                            <p:cTn id="2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016" y="907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29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2" presetID="42" presetClass="path" presetSubtype="0" ac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5.55112E-17 L 0.03581 0.19236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784" y="960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21" grpId="0"/>
          <p:bldP spid="21" grpId="1"/>
          <p:bldP spid="22" grpId="0"/>
          <p:bldP spid="22" grpId="1"/>
          <p:bldP spid="23" grpId="0"/>
          <p:bldP spid="23" grpId="1"/>
          <p:bldP spid="25" grpId="0"/>
          <p:bldP spid="25" grpId="1"/>
          <p:bldP spid="26" grpId="0"/>
          <p:bldP spid="26" grpId="1"/>
        </p:bldLst>
      </p:timing>
    </mc:Fallback>
  </mc:AlternateContent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</a:t>
                      </a: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36836" y="3707749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B77E08C5-4BCA-4A83-9378-A37D0FD6F15E}"/>
              </a:ext>
            </a:extLst>
          </p:cNvPr>
          <p:cNvSpPr/>
          <p:nvPr/>
        </p:nvSpPr>
        <p:spPr>
          <a:xfrm>
            <a:off x="6875561" y="5827332"/>
            <a:ext cx="113524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فُقَرَا</a:t>
            </a:r>
            <a:r>
              <a:rPr lang="ar-EG" sz="3600" dirty="0">
                <a:gradFill flip="none" rotWithShape="1">
                  <a:gsLst>
                    <a:gs pos="73000">
                      <a:schemeClr val="tx1"/>
                    </a:gs>
                    <a:gs pos="76000">
                      <a:srgbClr val="FF0066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ءِ</a:t>
            </a:r>
            <a:endParaRPr lang="tr-TR" sz="3600" dirty="0">
              <a:gradFill flip="none" rotWithShape="1">
                <a:gsLst>
                  <a:gs pos="73000">
                    <a:schemeClr val="tx1"/>
                  </a:gs>
                  <a:gs pos="76000">
                    <a:srgbClr val="FF0066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4" name="Dikdörtgen 33">
            <a:extLst>
              <a:ext uri="{FF2B5EF4-FFF2-40B4-BE49-F238E27FC236}">
                <a16:creationId xmlns:a16="http://schemas.microsoft.com/office/drawing/2014/main" id="{081A4B7E-1915-4922-B637-D2660AEDE13E}"/>
              </a:ext>
            </a:extLst>
          </p:cNvPr>
          <p:cNvSpPr/>
          <p:nvPr/>
        </p:nvSpPr>
        <p:spPr>
          <a:xfrm>
            <a:off x="3675931" y="5830671"/>
            <a:ext cx="147027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6000">
                      <a:srgbClr val="FF0066"/>
                    </a:gs>
                  </a:gsLst>
                  <a:lin ang="54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>
                <a:gsLst>
                  <a:gs pos="73000">
                    <a:srgbClr val="FF00FF"/>
                  </a:gs>
                  <a:gs pos="76000">
                    <a:srgbClr val="FF0066"/>
                  </a:gs>
                </a:gsLst>
                <a:lin ang="54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A6E6E4FC-213E-49F4-A84C-DDB24D5714BD}"/>
              </a:ext>
            </a:extLst>
          </p:cNvPr>
          <p:cNvSpPr/>
          <p:nvPr/>
        </p:nvSpPr>
        <p:spPr>
          <a:xfrm>
            <a:off x="1161586" y="5807743"/>
            <a:ext cx="87876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تُجَّا</a:t>
            </a:r>
            <a:r>
              <a:rPr lang="ar-EG" sz="3600" dirty="0">
                <a:gradFill>
                  <a:gsLst>
                    <a:gs pos="88000">
                      <a:schemeClr val="tx1"/>
                    </a:gs>
                    <a:gs pos="90000">
                      <a:srgbClr val="FF0066"/>
                    </a:gs>
                  </a:gsLst>
                  <a:lin ang="54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ر</a:t>
            </a:r>
            <a:endParaRPr lang="tr-TR" sz="3600" dirty="0">
              <a:gradFill>
                <a:gsLst>
                  <a:gs pos="88000">
                    <a:schemeClr val="tx1"/>
                  </a:gs>
                  <a:gs pos="90000">
                    <a:srgbClr val="FF0066"/>
                  </a:gs>
                </a:gsLst>
                <a:lin ang="54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 26">
            <a:extLst>
              <a:ext uri="{FF2B5EF4-FFF2-40B4-BE49-F238E27FC236}">
                <a16:creationId xmlns:a16="http://schemas.microsoft.com/office/drawing/2014/main" id="{9302A1B0-ED73-4168-8BFA-15C9FBBAAE21}"/>
              </a:ext>
            </a:extLst>
          </p:cNvPr>
          <p:cNvSpPr/>
          <p:nvPr/>
        </p:nvSpPr>
        <p:spPr>
          <a:xfrm>
            <a:off x="771468" y="5926967"/>
            <a:ext cx="598241" cy="10802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EG" sz="6000" dirty="0">
                <a:solidFill>
                  <a:srgbClr val="FF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DecoType Naskh" panose="02010400000000000000" pitchFamily="2" charset="-78"/>
              </a:rPr>
              <a:t>؟</a:t>
            </a:r>
            <a:endParaRPr lang="tr-TR" sz="6000" dirty="0">
              <a:solidFill>
                <a:srgbClr val="FF0000"/>
              </a:solidFill>
              <a:latin typeface="Calibri Light" panose="020F0302020204030204" pitchFamily="34" charset="0"/>
              <a:ea typeface="Times New Roman" panose="02020603050405020304" pitchFamily="18" charset="0"/>
              <a:cs typeface="DecoType Naskh" panose="02010400000000000000" pitchFamily="2" charset="-78"/>
            </a:endParaRPr>
          </a:p>
        </p:txBody>
      </p:sp>
      <p:sp>
        <p:nvSpPr>
          <p:cNvPr id="31" name="Dikdörtgen: Köşeleri Yuvarlatılmış 30">
            <a:extLst>
              <a:ext uri="{FF2B5EF4-FFF2-40B4-BE49-F238E27FC236}">
                <a16:creationId xmlns:a16="http://schemas.microsoft.com/office/drawing/2014/main" id="{558F759E-EE11-48CF-AC3C-734A5E1830DA}"/>
              </a:ext>
            </a:extLst>
          </p:cNvPr>
          <p:cNvSpPr/>
          <p:nvPr/>
        </p:nvSpPr>
        <p:spPr>
          <a:xfrm>
            <a:off x="241047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5896267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4" presetClass="exit" presetSubtype="1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0" grpId="1"/>
      <p:bldP spid="27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o 6">
            <a:extLst>
              <a:ext uri="{FF2B5EF4-FFF2-40B4-BE49-F238E27FC236}">
                <a16:creationId xmlns:a16="http://schemas.microsoft.com/office/drawing/2014/main" id="{0EF6AA92-D800-410D-8487-B2E89CA12416}"/>
              </a:ext>
            </a:extLst>
          </p:cNvPr>
          <p:cNvGraphicFramePr>
            <a:graphicFrameLocks noGrp="1"/>
          </p:cNvGraphicFramePr>
          <p:nvPr/>
        </p:nvGraphicFramePr>
        <p:xfrm>
          <a:off x="329204" y="2604542"/>
          <a:ext cx="11533592" cy="3936005"/>
        </p:xfrm>
        <a:graphic>
          <a:graphicData uri="http://schemas.openxmlformats.org/drawingml/2006/table">
            <a:tbl>
              <a:tblPr firstRow="1" firstCol="1" bandRow="1"/>
              <a:tblGrid>
                <a:gridCol w="2544428">
                  <a:extLst>
                    <a:ext uri="{9D8B030D-6E8A-4147-A177-3AD203B41FA5}">
                      <a16:colId xmlns:a16="http://schemas.microsoft.com/office/drawing/2014/main" val="2211938862"/>
                    </a:ext>
                  </a:extLst>
                </a:gridCol>
                <a:gridCol w="180700">
                  <a:extLst>
                    <a:ext uri="{9D8B030D-6E8A-4147-A177-3AD203B41FA5}">
                      <a16:colId xmlns:a16="http://schemas.microsoft.com/office/drawing/2014/main" val="1841196115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879567169"/>
                    </a:ext>
                  </a:extLst>
                </a:gridCol>
                <a:gridCol w="1902424">
                  <a:extLst>
                    <a:ext uri="{9D8B030D-6E8A-4147-A177-3AD203B41FA5}">
                      <a16:colId xmlns:a16="http://schemas.microsoft.com/office/drawing/2014/main" val="658059111"/>
                    </a:ext>
                  </a:extLst>
                </a:gridCol>
                <a:gridCol w="784913">
                  <a:extLst>
                    <a:ext uri="{9D8B030D-6E8A-4147-A177-3AD203B41FA5}">
                      <a16:colId xmlns:a16="http://schemas.microsoft.com/office/drawing/2014/main" val="3501371292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432809598"/>
                    </a:ext>
                  </a:extLst>
                </a:gridCol>
                <a:gridCol w="2723983">
                  <a:extLst>
                    <a:ext uri="{9D8B030D-6E8A-4147-A177-3AD203B41FA5}">
                      <a16:colId xmlns:a16="http://schemas.microsoft.com/office/drawing/2014/main" val="2019225719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3321618036"/>
                    </a:ext>
                  </a:extLst>
                </a:gridCol>
                <a:gridCol w="168004">
                  <a:extLst>
                    <a:ext uri="{9D8B030D-6E8A-4147-A177-3AD203B41FA5}">
                      <a16:colId xmlns:a16="http://schemas.microsoft.com/office/drawing/2014/main" val="231800554"/>
                    </a:ext>
                  </a:extLst>
                </a:gridCol>
                <a:gridCol w="2725128">
                  <a:extLst>
                    <a:ext uri="{9D8B030D-6E8A-4147-A177-3AD203B41FA5}">
                      <a16:colId xmlns:a16="http://schemas.microsoft.com/office/drawing/2014/main" val="3989503671"/>
                    </a:ext>
                  </a:extLst>
                </a:gridCol>
              </a:tblGrid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4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1549192"/>
                  </a:ext>
                </a:extLst>
              </a:tr>
              <a:tr h="594164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٤. اَلْكِتَابِ</a:t>
                      </a:r>
                      <a:endParaRPr lang="ar-SA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مُدِيرَتَـيْـنِ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۳. مُدِيرَ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تَـ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</a:t>
                      </a:r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ِ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۲. قَلَمٍ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ar-EG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</a:t>
                      </a:r>
                      <a:r>
                        <a:rPr lang="ar-EG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EG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EG" sz="36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۱. اَلطَّالِبَتَانِ</a:t>
                      </a:r>
                      <a:endParaRPr lang="tr-TR" dirty="0"/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5941653"/>
                  </a:ext>
                </a:extLst>
              </a:tr>
              <a:tr h="285398"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4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3215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1" i="0" u="none" strike="noStrike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00" b="0" i="0" u="none" strike="noStrike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 </a:t>
                      </a:r>
                      <a:endParaRPr lang="ar-SA" sz="2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9CC2E5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4690607"/>
                  </a:ext>
                </a:extLst>
              </a:tr>
              <a:tr h="594164">
                <a:tc gridSpan="10"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Aşağıda verilen kelimeleri; çoğul ve </a:t>
                      </a:r>
                      <a:r>
                        <a:rPr lang="tr-TR" sz="2400" b="1" i="0" u="none" strike="noStrike" dirty="0" err="1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4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olarak tekrar yazalım.</a:t>
                      </a:r>
                      <a:endParaRPr lang="tr-TR" sz="24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847291"/>
                  </a:ext>
                </a:extLst>
              </a:tr>
              <a:tr h="664903">
                <a:tc gridSpan="2">
                  <a:txBody>
                    <a:bodyPr/>
                    <a:lstStyle/>
                    <a:p>
                      <a:pPr algn="ctr" rtl="1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٨. تَاجِرٌ</a:t>
                      </a:r>
                      <a:endParaRPr lang="ar-EG" sz="3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</a:t>
                      </a:r>
                      <a:r>
                        <a:rPr lang="ar-SA" sz="3600" b="0" i="0" u="none" strike="noStrike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ةً</a:t>
                      </a:r>
                      <a:endParaRPr lang="tr-TR" dirty="0">
                        <a:solidFill>
                          <a:srgbClr val="FF00FF"/>
                        </a:solidFill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٧.  مُدَرِّسَةً</a:t>
                      </a:r>
                      <a:endParaRPr lang="tr-TR" dirty="0"/>
                    </a:p>
                  </a:txBody>
                  <a:tcPr marL="142604" marR="142604" marT="71302" marB="71302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٦.  اَلْفَقيـرُ</a:t>
                      </a:r>
                      <a:endParaRPr lang="tr-TR" dirty="0">
                        <a:solidFill>
                          <a:schemeClr val="tx1"/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مُهَنْدِسَانِ</a:t>
                      </a:r>
                      <a:endParaRPr lang="ar-SA" sz="3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36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٥. مُهَنْدِسَ</a:t>
                      </a:r>
                      <a:r>
                        <a:rPr lang="ar-SA" sz="36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06953" marR="106953" marT="14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16358"/>
                  </a:ext>
                </a:extLst>
              </a:tr>
              <a:tr h="393740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06953" marR="106953" marT="14855" marB="0" anchor="ctr">
                    <a:lnL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2604" marR="142604" marT="71302" marB="71302" anchor="ctr">
                    <a:lnL>
                      <a:noFill/>
                    </a:lnL>
                    <a:lnR w="1270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C75D5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1078149"/>
                  </a:ext>
                </a:extLst>
              </a:tr>
            </a:tbl>
          </a:graphicData>
        </a:graphic>
      </p:graphicFrame>
      <p:sp>
        <p:nvSpPr>
          <p:cNvPr id="8" name="Dikdörtgen 7">
            <a:extLst>
              <a:ext uri="{FF2B5EF4-FFF2-40B4-BE49-F238E27FC236}">
                <a16:creationId xmlns:a16="http://schemas.microsoft.com/office/drawing/2014/main" id="{2D349894-3886-4C13-97EB-EEF0E5246724}"/>
              </a:ext>
            </a:extLst>
          </p:cNvPr>
          <p:cNvSpPr/>
          <p:nvPr/>
        </p:nvSpPr>
        <p:spPr>
          <a:xfrm>
            <a:off x="9575678" y="3708529"/>
            <a:ext cx="146386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طَّالِبَ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5000">
                      <a:srgbClr val="FF00FF"/>
                    </a:gs>
                    <a:gs pos="80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تِ</a:t>
            </a:r>
            <a:endParaRPr lang="tr-TR" sz="3600" dirty="0">
              <a:gradFill flip="none" rotWithShape="1">
                <a:gsLst>
                  <a:gs pos="75000">
                    <a:srgbClr val="FF00FF"/>
                  </a:gs>
                  <a:gs pos="80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F0669FA-E6E2-45F5-9AA7-64CF323DB81D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07338"/>
          <a:ext cx="6810157" cy="1332973"/>
        </p:xfrm>
        <a:graphic>
          <a:graphicData uri="http://schemas.openxmlformats.org/drawingml/2006/table">
            <a:tbl>
              <a:tblPr firstRow="1" firstCol="1" bandRow="1"/>
              <a:tblGrid>
                <a:gridCol w="2979409">
                  <a:extLst>
                    <a:ext uri="{9D8B030D-6E8A-4147-A177-3AD203B41FA5}">
                      <a16:colId xmlns:a16="http://schemas.microsoft.com/office/drawing/2014/main" val="1704845330"/>
                    </a:ext>
                  </a:extLst>
                </a:gridCol>
                <a:gridCol w="3830748">
                  <a:extLst>
                    <a:ext uri="{9D8B030D-6E8A-4147-A177-3AD203B41FA5}">
                      <a16:colId xmlns:a16="http://schemas.microsoft.com/office/drawing/2014/main" val="4019851284"/>
                    </a:ext>
                  </a:extLst>
                </a:gridCol>
              </a:tblGrid>
              <a:tr h="387895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000" b="1" i="0" u="none" strike="noStrike" dirty="0">
                          <a:solidFill>
                            <a:srgbClr val="C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Cem’ (Çoğul) İsimler</a:t>
                      </a:r>
                      <a:endParaRPr lang="tr-TR" sz="3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493349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1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87457" marR="187457" marT="93729" marB="9372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126142"/>
                  </a:ext>
                </a:extLst>
              </a:tr>
              <a:tr h="209776"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Düzenli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(Salim) 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Çoğullar: Bazı eklerle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rtl="0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Pts val="1200"/>
                        <a:buFont typeface="+mj-lt"/>
                        <a:buNone/>
                      </a:pP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2. Düzensiz </a:t>
                      </a:r>
                      <a:r>
                        <a:rPr lang="tr-TR" sz="18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(Teksir)</a:t>
                      </a:r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Çoğullar: Bazı kalıplarla oluşturulur.</a:t>
                      </a:r>
                      <a:endParaRPr lang="tr-TR" sz="1800" b="1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40593" marR="140593" marT="19527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150308"/>
                  </a:ext>
                </a:extLst>
              </a:tr>
            </a:tbl>
          </a:graphicData>
        </a:graphic>
      </p:graphicFrame>
      <p:cxnSp>
        <p:nvCxnSpPr>
          <p:cNvPr id="6" name="Bağlayıcı: Eğri 5">
            <a:extLst>
              <a:ext uri="{FF2B5EF4-FFF2-40B4-BE49-F238E27FC236}">
                <a16:creationId xmlns:a16="http://schemas.microsoft.com/office/drawing/2014/main" id="{4F241FA3-1358-4C89-979A-19CDDE70C400}"/>
              </a:ext>
            </a:extLst>
          </p:cNvPr>
          <p:cNvCxnSpPr>
            <a:cxnSpLocks/>
          </p:cNvCxnSpPr>
          <p:nvPr/>
        </p:nvCxnSpPr>
        <p:spPr>
          <a:xfrm rot="10800000" flipV="1">
            <a:off x="1311556" y="521492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Bağlayıcı: Eğri 8">
            <a:extLst>
              <a:ext uri="{FF2B5EF4-FFF2-40B4-BE49-F238E27FC236}">
                <a16:creationId xmlns:a16="http://schemas.microsoft.com/office/drawing/2014/main" id="{E2DE5DFF-C0D9-4EDD-A077-2FC2023B0E82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877847" y="521491"/>
            <a:ext cx="2479487" cy="160969"/>
          </a:xfrm>
          <a:prstGeom prst="curvedConnector3">
            <a:avLst>
              <a:gd name="adj1" fmla="val 100268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6707805D-B881-4DAD-860A-ED839D7A2ECB}"/>
              </a:ext>
            </a:extLst>
          </p:cNvPr>
          <p:cNvGraphicFramePr>
            <a:graphicFrameLocks noGrp="1"/>
          </p:cNvGraphicFramePr>
          <p:nvPr/>
        </p:nvGraphicFramePr>
        <p:xfrm>
          <a:off x="431899" y="1463091"/>
          <a:ext cx="3247472" cy="1013760"/>
        </p:xfrm>
        <a:graphic>
          <a:graphicData uri="http://schemas.openxmlformats.org/drawingml/2006/table">
            <a:tbl>
              <a:tblPr firstRow="1" firstCol="1" bandRow="1"/>
              <a:tblGrid>
                <a:gridCol w="1329414">
                  <a:extLst>
                    <a:ext uri="{9D8B030D-6E8A-4147-A177-3AD203B41FA5}">
                      <a16:colId xmlns:a16="http://schemas.microsoft.com/office/drawing/2014/main" val="2552768274"/>
                    </a:ext>
                  </a:extLst>
                </a:gridCol>
                <a:gridCol w="1918058">
                  <a:extLst>
                    <a:ext uri="{9D8B030D-6E8A-4147-A177-3AD203B41FA5}">
                      <a16:colId xmlns:a16="http://schemas.microsoft.com/office/drawing/2014/main" val="4250405413"/>
                    </a:ext>
                  </a:extLst>
                </a:gridCol>
              </a:tblGrid>
              <a:tr h="320002">
                <a:tc rowSpan="3">
                  <a:txBody>
                    <a:bodyPr/>
                    <a:lstStyle/>
                    <a:p>
                      <a:pPr algn="ctr" rtl="1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Öğretmen</a:t>
                      </a:r>
                      <a:r>
                        <a:rPr lang="tr-TR" sz="1200" b="0" i="0" u="sng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ler</a:t>
                      </a:r>
                      <a:endParaRPr lang="tr-TR" sz="1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مُعَلِّمٌ › مُعَلِّمُ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537579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70C0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مُعَلِّمٍ › مُعَلِّمِ</a:t>
                      </a:r>
                      <a:r>
                        <a:rPr lang="ar-EG" sz="18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يـنَ 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551095"/>
                  </a:ext>
                </a:extLst>
              </a:tr>
              <a:tr h="320002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7472" indent="-347472" algn="r" rtl="1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FF"/>
                        </a:buClr>
                        <a:buSzPct val="80000"/>
                        <a:buFont typeface="Symbol" panose="05050102010706020507" pitchFamily="18" charset="2"/>
                        <a:buChar char="·"/>
                      </a:pP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ة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ar-EG" sz="1800" b="0" i="0" u="none" strike="noStrike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› </a:t>
                      </a:r>
                      <a:r>
                        <a:rPr lang="ar-EG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EG" sz="1800" b="0" i="0" u="none" strike="noStrike" dirty="0">
                          <a:solidFill>
                            <a:srgbClr val="FF33CC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ات</a:t>
                      </a:r>
                      <a:endParaRPr lang="ar-EG" sz="18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63698"/>
                  </a:ext>
                </a:extLst>
              </a:tr>
            </a:tbl>
          </a:graphicData>
        </a:graphic>
      </p:graphicFrame>
      <p:graphicFrame>
        <p:nvGraphicFramePr>
          <p:cNvPr id="11" name="Tablo 10">
            <a:extLst>
              <a:ext uri="{FF2B5EF4-FFF2-40B4-BE49-F238E27FC236}">
                <a16:creationId xmlns:a16="http://schemas.microsoft.com/office/drawing/2014/main" id="{F890B5BE-5945-46A0-91F9-B31E3ACBA387}"/>
              </a:ext>
            </a:extLst>
          </p:cNvPr>
          <p:cNvGraphicFramePr>
            <a:graphicFrameLocks noGrp="1"/>
          </p:cNvGraphicFramePr>
          <p:nvPr/>
        </p:nvGraphicFramePr>
        <p:xfrm>
          <a:off x="3791043" y="1413172"/>
          <a:ext cx="2862470" cy="1215528"/>
        </p:xfrm>
        <a:graphic>
          <a:graphicData uri="http://schemas.openxmlformats.org/drawingml/2006/table">
            <a:tbl>
              <a:tblPr firstRow="1" firstCol="1" bandRow="1"/>
              <a:tblGrid>
                <a:gridCol w="1700165">
                  <a:extLst>
                    <a:ext uri="{9D8B030D-6E8A-4147-A177-3AD203B41FA5}">
                      <a16:colId xmlns:a16="http://schemas.microsoft.com/office/drawing/2014/main" val="71822545"/>
                    </a:ext>
                  </a:extLst>
                </a:gridCol>
                <a:gridCol w="1162305">
                  <a:extLst>
                    <a:ext uri="{9D8B030D-6E8A-4147-A177-3AD203B41FA5}">
                      <a16:colId xmlns:a16="http://schemas.microsoft.com/office/drawing/2014/main" val="337105015"/>
                    </a:ext>
                  </a:extLst>
                </a:gridCol>
              </a:tblGrid>
              <a:tr h="247651"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77000">
                                <a:srgbClr val="FF0000"/>
                              </a:gs>
                              <a:gs pos="7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فُ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>
                            <a:gsLst>
                              <a:gs pos="52000">
                                <a:srgbClr val="FF0000"/>
                              </a:gs>
                              <a:gs pos="50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عُ</a:t>
                      </a:r>
                      <a:r>
                        <a:rPr lang="ar-EG" sz="2000" b="1" i="0" u="none" strike="noStrike" dirty="0">
                          <a:ln>
                            <a:noFill/>
                          </a:ln>
                          <a:gradFill flip="none" rotWithShape="1">
                            <a:gsLst>
                              <a:gs pos="73000">
                                <a:srgbClr val="FF0000"/>
                              </a:gs>
                              <a:gs pos="72000">
                                <a:srgbClr val="000000"/>
                              </a:gs>
                            </a:gsLst>
                            <a:lin ang="13500000" scaled="1"/>
                            <a:tileRect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لٌ</a:t>
                      </a:r>
                      <a:endParaRPr lang="ar-EG" sz="1800" b="0" i="0" u="none" strike="noStrike" dirty="0">
                        <a:gradFill flip="none" rotWithShape="1">
                          <a:gsLst>
                            <a:gs pos="73000">
                              <a:srgbClr val="FF0000"/>
                            </a:gs>
                            <a:gs pos="72000">
                              <a:srgbClr val="000000"/>
                            </a:gs>
                          </a:gsLst>
                          <a:lin ang="13500000" scaled="1"/>
                          <a:tileRect/>
                        </a:gra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05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05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99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ar-EG" sz="5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81000">
                                <a:srgbClr val="7F7F7F"/>
                              </a:gs>
                              <a:gs pos="78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كِ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61000">
                                <a:srgbClr val="000000"/>
                              </a:gs>
                              <a:gs pos="6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تَ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AE" sz="1800" b="0" i="0" u="none" strike="noStrike" dirty="0">
                          <a:ln>
                            <a:noFill/>
                          </a:ln>
                          <a:gradFill>
                            <a:gsLst>
                              <a:gs pos="49000">
                                <a:srgbClr val="000000"/>
                              </a:gs>
                              <a:gs pos="55000">
                                <a:srgbClr val="A6A6A6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AE" sz="1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442158"/>
                  </a:ext>
                </a:extLst>
              </a:tr>
              <a:tr h="247651">
                <a:tc>
                  <a:txBody>
                    <a:bodyPr/>
                    <a:lstStyle/>
                    <a:p>
                      <a:pPr algn="ctr" rtl="1" fontAlgn="b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r>
                        <a:rPr lang="tr-TR" sz="12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lar</a:t>
                      </a:r>
                      <a:endParaRPr lang="tr-TR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1653" marR="161653" marT="22452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Kitap</a:t>
                      </a:r>
                      <a:endParaRPr lang="tr-TR" sz="1200" dirty="0"/>
                    </a:p>
                  </a:txBody>
                  <a:tcPr marL="215537" marR="215537" marT="107769" marB="107769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615365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14:cNvPr>
              <p14:cNvContentPartPr/>
              <p14:nvPr/>
            </p14:nvContentPartPr>
            <p14:xfrm>
              <a:off x="5726990" y="1862964"/>
              <a:ext cx="686331" cy="426731"/>
            </p14:xfrm>
          </p:contentPart>
        </mc:Choice>
        <mc:Fallback xmlns="">
          <p:pic>
            <p:nvPicPr>
              <p:cNvPr id="12" name="Mürekkep 11">
                <a:extLst>
                  <a:ext uri="{FF2B5EF4-FFF2-40B4-BE49-F238E27FC236}">
                    <a16:creationId xmlns:a16="http://schemas.microsoft.com/office/drawing/2014/main" id="{5DEA1B5E-343D-48FB-8AF8-D7685E334A8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722671" y="1858646"/>
                <a:ext cx="694969" cy="435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14:cNvPr>
              <p14:cNvContentPartPr/>
              <p14:nvPr/>
            </p14:nvContentPartPr>
            <p14:xfrm rot="14989435" flipH="1">
              <a:off x="5364842" y="1475775"/>
              <a:ext cx="301698" cy="759348"/>
            </p14:xfrm>
          </p:contentPart>
        </mc:Choice>
        <mc:Fallback xmlns="">
          <p:pic>
            <p:nvPicPr>
              <p:cNvPr id="13" name="Mürekkep 12">
                <a:extLst>
                  <a:ext uri="{FF2B5EF4-FFF2-40B4-BE49-F238E27FC236}">
                    <a16:creationId xmlns:a16="http://schemas.microsoft.com/office/drawing/2014/main" id="{91006BCC-B18E-453C-BF51-2CC6A9E36ED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 rot="14989435" flipH="1">
                <a:off x="5360527" y="1471454"/>
                <a:ext cx="310328" cy="767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14:cNvPr>
              <p14:cNvContentPartPr/>
              <p14:nvPr/>
            </p14:nvContentPartPr>
            <p14:xfrm rot="9837519">
              <a:off x="5070299" y="1818536"/>
              <a:ext cx="71948" cy="73090"/>
            </p14:xfrm>
          </p:contentPart>
        </mc:Choice>
        <mc:Fallback xmlns="">
          <p:pic>
            <p:nvPicPr>
              <p:cNvPr id="14" name="Mürekkep 13">
                <a:extLst>
                  <a:ext uri="{FF2B5EF4-FFF2-40B4-BE49-F238E27FC236}">
                    <a16:creationId xmlns:a16="http://schemas.microsoft.com/office/drawing/2014/main" id="{C25478EC-1C12-4DAB-A1A9-DBCA83DF168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 rot="9837519">
                <a:off x="5066046" y="1814237"/>
                <a:ext cx="80454" cy="81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14:cNvPr>
              <p14:cNvContentPartPr/>
              <p14:nvPr/>
            </p14:nvContentPartPr>
            <p14:xfrm rot="2465113" flipV="1">
              <a:off x="4328015" y="1919817"/>
              <a:ext cx="83368" cy="88043"/>
            </p14:xfrm>
          </p:contentPart>
        </mc:Choice>
        <mc:Fallback xmlns="">
          <p:pic>
            <p:nvPicPr>
              <p:cNvPr id="15" name="Mürekkep 14">
                <a:extLst>
                  <a:ext uri="{FF2B5EF4-FFF2-40B4-BE49-F238E27FC236}">
                    <a16:creationId xmlns:a16="http://schemas.microsoft.com/office/drawing/2014/main" id="{2CD0F955-6AC5-4765-BBC7-85AE6C94FC2D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 rot="2465113" flipV="1">
                <a:off x="4323703" y="1915505"/>
                <a:ext cx="91992" cy="96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14:cNvPr>
              <p14:cNvContentPartPr/>
              <p14:nvPr/>
            </p14:nvContentPartPr>
            <p14:xfrm rot="20024825" flipV="1">
              <a:off x="4279849" y="1627374"/>
              <a:ext cx="121203" cy="325876"/>
            </p14:xfrm>
          </p:contentPart>
        </mc:Choice>
        <mc:Fallback xmlns="">
          <p:pic>
            <p:nvPicPr>
              <p:cNvPr id="16" name="Mürekkep 15">
                <a:extLst>
                  <a:ext uri="{FF2B5EF4-FFF2-40B4-BE49-F238E27FC236}">
                    <a16:creationId xmlns:a16="http://schemas.microsoft.com/office/drawing/2014/main" id="{9541D2E4-4A6B-4170-A496-1AAF6B035CC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 rot="20024825" flipV="1">
                <a:off x="4275533" y="1623058"/>
                <a:ext cx="129835" cy="334508"/>
              </a:xfrm>
              <a:prstGeom prst="rect">
                <a:avLst/>
              </a:prstGeom>
            </p:spPr>
          </p:pic>
        </mc:Fallback>
      </mc:AlternateContent>
      <p:sp>
        <p:nvSpPr>
          <p:cNvPr id="17" name="Dikdörtgen 16">
            <a:extLst>
              <a:ext uri="{FF2B5EF4-FFF2-40B4-BE49-F238E27FC236}">
                <a16:creationId xmlns:a16="http://schemas.microsoft.com/office/drawing/2014/main" id="{291E2124-7FD7-4DE0-8F30-1F9E36694B83}"/>
              </a:ext>
            </a:extLst>
          </p:cNvPr>
          <p:cNvSpPr/>
          <p:nvPr/>
        </p:nvSpPr>
        <p:spPr>
          <a:xfrm>
            <a:off x="4338588" y="1903264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gradFill>
                  <a:gsLst>
                    <a:gs pos="61000">
                      <a:srgbClr val="FF0000"/>
                    </a:gs>
                    <a:gs pos="58000">
                      <a:srgbClr val="000000"/>
                    </a:gs>
                  </a:gsLst>
                  <a:lin ang="14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ك</a:t>
            </a:r>
            <a:r>
              <a:rPr lang="ar-EG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ــ</a:t>
            </a:r>
            <a:r>
              <a:rPr lang="ar-EG" dirty="0">
                <a:gradFill>
                  <a:gsLst>
                    <a:gs pos="34000">
                      <a:srgbClr val="FF0000"/>
                    </a:gs>
                    <a:gs pos="35000">
                      <a:srgbClr val="000000"/>
                    </a:gs>
                  </a:gsLst>
                  <a:lin ang="54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ت</a:t>
            </a:r>
            <a:r>
              <a:rPr lang="ar-EG" dirty="0">
                <a:gradFill>
                  <a:gsLst>
                    <a:gs pos="58000">
                      <a:srgbClr val="FF0000"/>
                    </a:gs>
                    <a:gs pos="57000">
                      <a:srgbClr val="000000"/>
                    </a:gs>
                  </a:gsLst>
                  <a:lin ang="16200000" scaled="0"/>
                </a:gradFill>
                <a:latin typeface="Calibri" panose="020F0502020204030204" pitchFamily="34" charset="0"/>
                <a:ea typeface="Times New Roman" panose="02020603050405020304" pitchFamily="18" charset="0"/>
                <a:cs typeface="Calibri Light" panose="020F0302020204030204" pitchFamily="34" charset="0"/>
              </a:rPr>
              <a:t>ب</a:t>
            </a:r>
            <a:endParaRPr lang="ar-EG" sz="2400" dirty="0">
              <a:latin typeface="Arial" panose="020B0604020202020204" pitchFamily="34" charset="0"/>
            </a:endParaRPr>
          </a:p>
        </p:txBody>
      </p:sp>
      <p:sp>
        <p:nvSpPr>
          <p:cNvPr id="18" name="Dikdörtgen 17">
            <a:extLst>
              <a:ext uri="{FF2B5EF4-FFF2-40B4-BE49-F238E27FC236}">
                <a16:creationId xmlns:a16="http://schemas.microsoft.com/office/drawing/2014/main" id="{EC087836-6B50-4087-B850-8B6EDBCB979D}"/>
              </a:ext>
            </a:extLst>
          </p:cNvPr>
          <p:cNvSpPr/>
          <p:nvPr/>
        </p:nvSpPr>
        <p:spPr>
          <a:xfrm>
            <a:off x="4650624" y="1738957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" name="Dikdörtgen 18">
            <a:extLst>
              <a:ext uri="{FF2B5EF4-FFF2-40B4-BE49-F238E27FC236}">
                <a16:creationId xmlns:a16="http://schemas.microsoft.com/office/drawing/2014/main" id="{88CACD11-575B-4532-89E7-B756C0609309}"/>
              </a:ext>
            </a:extLst>
          </p:cNvPr>
          <p:cNvSpPr/>
          <p:nvPr/>
        </p:nvSpPr>
        <p:spPr>
          <a:xfrm>
            <a:off x="4543929" y="1768171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ُ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0" name="Dikdörtgen 19">
            <a:extLst>
              <a:ext uri="{FF2B5EF4-FFF2-40B4-BE49-F238E27FC236}">
                <a16:creationId xmlns:a16="http://schemas.microsoft.com/office/drawing/2014/main" id="{8FD0BCDE-6768-4FAF-A8F2-32F99F933602}"/>
              </a:ext>
            </a:extLst>
          </p:cNvPr>
          <p:cNvSpPr/>
          <p:nvPr/>
        </p:nvSpPr>
        <p:spPr>
          <a:xfrm>
            <a:off x="4442988" y="1809166"/>
            <a:ext cx="29046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b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dirty="0">
                <a:solidFill>
                  <a:srgbClr val="FF0000"/>
                </a:solidFill>
                <a:latin typeface="Calibri" panose="020F0502020204030204" pitchFamily="34" charset="0"/>
                <a:cs typeface="Calibri Light" panose="020F0302020204030204" pitchFamily="34" charset="0"/>
              </a:rPr>
              <a:t>  ٌ</a:t>
            </a:r>
            <a:endParaRPr lang="ar-EG" sz="24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graphicFrame>
        <p:nvGraphicFramePr>
          <p:cNvPr id="22" name="Tablo 21">
            <a:extLst>
              <a:ext uri="{FF2B5EF4-FFF2-40B4-BE49-F238E27FC236}">
                <a16:creationId xmlns:a16="http://schemas.microsoft.com/office/drawing/2014/main" id="{AF7D92DF-961E-4FC7-8A86-96E5980644BF}"/>
              </a:ext>
            </a:extLst>
          </p:cNvPr>
          <p:cNvGraphicFramePr>
            <a:graphicFrameLocks noGrp="1"/>
          </p:cNvGraphicFramePr>
          <p:nvPr/>
        </p:nvGraphicFramePr>
        <p:xfrm>
          <a:off x="7252658" y="586986"/>
          <a:ext cx="4560971" cy="1706880"/>
        </p:xfrm>
        <a:graphic>
          <a:graphicData uri="http://schemas.openxmlformats.org/drawingml/2006/table">
            <a:tbl>
              <a:tblPr firstRow="1" firstCol="1" bandRow="1">
                <a:tableStyleId>{8799B23B-EC83-4686-B30A-512413B5E67A}</a:tableStyleId>
              </a:tblPr>
              <a:tblGrid>
                <a:gridCol w="190990">
                  <a:extLst>
                    <a:ext uri="{9D8B030D-6E8A-4147-A177-3AD203B41FA5}">
                      <a16:colId xmlns:a16="http://schemas.microsoft.com/office/drawing/2014/main" val="1462952328"/>
                    </a:ext>
                  </a:extLst>
                </a:gridCol>
                <a:gridCol w="530860">
                  <a:extLst>
                    <a:ext uri="{9D8B030D-6E8A-4147-A177-3AD203B41FA5}">
                      <a16:colId xmlns:a16="http://schemas.microsoft.com/office/drawing/2014/main" val="1667493151"/>
                    </a:ext>
                  </a:extLst>
                </a:gridCol>
                <a:gridCol w="525953">
                  <a:extLst>
                    <a:ext uri="{9D8B030D-6E8A-4147-A177-3AD203B41FA5}">
                      <a16:colId xmlns:a16="http://schemas.microsoft.com/office/drawing/2014/main" val="2479785700"/>
                    </a:ext>
                  </a:extLst>
                </a:gridCol>
                <a:gridCol w="213215">
                  <a:extLst>
                    <a:ext uri="{9D8B030D-6E8A-4147-A177-3AD203B41FA5}">
                      <a16:colId xmlns:a16="http://schemas.microsoft.com/office/drawing/2014/main" val="3680726475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1171444354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val="3858471389"/>
                    </a:ext>
                  </a:extLst>
                </a:gridCol>
                <a:gridCol w="678353">
                  <a:extLst>
                    <a:ext uri="{9D8B030D-6E8A-4147-A177-3AD203B41FA5}">
                      <a16:colId xmlns:a16="http://schemas.microsoft.com/office/drawing/2014/main" val="1766987253"/>
                    </a:ext>
                  </a:extLst>
                </a:gridCol>
                <a:gridCol w="279890">
                  <a:extLst>
                    <a:ext uri="{9D8B030D-6E8A-4147-A177-3AD203B41FA5}">
                      <a16:colId xmlns:a16="http://schemas.microsoft.com/office/drawing/2014/main" val="3681414818"/>
                    </a:ext>
                  </a:extLst>
                </a:gridCol>
                <a:gridCol w="857740">
                  <a:extLst>
                    <a:ext uri="{9D8B030D-6E8A-4147-A177-3AD203B41FA5}">
                      <a16:colId xmlns:a16="http://schemas.microsoft.com/office/drawing/2014/main" val="426248417"/>
                    </a:ext>
                  </a:extLst>
                </a:gridCol>
              </a:tblGrid>
              <a:tr h="111475">
                <a:tc row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Düzensiz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Düzenli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2428889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5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8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525032"/>
                  </a:ext>
                </a:extLst>
              </a:tr>
              <a:tr h="41803"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33C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4209804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31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929224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</a:t>
                      </a:r>
                      <a:r>
                        <a:rPr lang="ar-SA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</a:t>
                      </a:r>
                      <a:r>
                        <a:rPr lang="ar-EG" sz="20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 اَلـــ</a:t>
                      </a:r>
                      <a:endParaRPr lang="tr-TR" sz="20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</a:t>
                      </a:r>
                      <a:r>
                        <a:rPr lang="ar-EG" sz="2000" b="1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  <a:sym typeface="Wingdings" panose="05000000000000000000" pitchFamily="2" charset="2"/>
                        </a:rPr>
                        <a:t>ال</a:t>
                      </a:r>
                      <a:endParaRPr lang="tr-TR" sz="2000" b="1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2000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7081294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113322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843202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2000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ـــــًـــا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ـــَـــ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Mansub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690545"/>
                  </a:ext>
                </a:extLst>
              </a:tr>
              <a:tr h="278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gradFill>
                            <a:gsLst>
                              <a:gs pos="38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23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ar-EG" sz="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400" b="1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400" b="1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748570"/>
                  </a:ext>
                </a:extLst>
              </a:tr>
              <a:tr h="139344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ـــــٍـــ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gradFill>
                            <a:gsLst>
                              <a:gs pos="50000">
                                <a:srgbClr val="FF00FF"/>
                              </a:gs>
                              <a:gs pos="92000">
                                <a:srgbClr val="FF00FF"/>
                              </a:gs>
                              <a:gs pos="8000">
                                <a:srgbClr val="FF00FF"/>
                              </a:gs>
                              <a:gs pos="30000">
                                <a:srgbClr val="0070C0"/>
                              </a:gs>
                              <a:gs pos="63000">
                                <a:srgbClr val="0070C0"/>
                              </a:gs>
                            </a:gsLst>
                            <a:lin ang="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ـــِـــ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تٍ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</a:t>
                      </a:r>
                      <a:r>
                        <a:rPr lang="ar-SA" sz="2000" dirty="0">
                          <a:gradFill>
                            <a:gsLst>
                              <a:gs pos="54000">
                                <a:srgbClr val="000000"/>
                              </a:gs>
                              <a:gs pos="57000">
                                <a:srgbClr val="FF00FF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ـــَـ</a:t>
                      </a:r>
                      <a:r>
                        <a:rPr lang="ar-SA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</a:t>
                      </a:r>
                      <a:r>
                        <a:rPr lang="ar-EG" sz="2000" dirty="0">
                          <a:solidFill>
                            <a:srgbClr val="FF00FF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EG" sz="2000" dirty="0">
                          <a:gradFill>
                            <a:gsLst>
                              <a:gs pos="22000">
                                <a:srgbClr val="000000"/>
                              </a:gs>
                              <a:gs pos="25000">
                                <a:srgbClr val="FF00FF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2000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ـ ـــِـــيــنَ</a:t>
                      </a:r>
                      <a:endParaRPr lang="tr-TR" sz="2000" dirty="0">
                        <a:solidFill>
                          <a:srgbClr val="0070C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9E7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20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20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1800" b="1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Mecrur</a:t>
                      </a:r>
                      <a:endParaRPr lang="tr-TR" sz="2400" b="1" dirty="0">
                        <a:solidFill>
                          <a:srgbClr val="C00000"/>
                        </a:solidFill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435632"/>
                  </a:ext>
                </a:extLst>
              </a:tr>
              <a:tr h="41803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ar-SA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tr-TR" sz="600" dirty="0">
                          <a:effectLst/>
                          <a:latin typeface="Calibri Light" panose="020F0302020204030204" pitchFamily="34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600" dirty="0">
                        <a:effectLst/>
                        <a:latin typeface="Calibri Light" panose="020F0302020204030204" pitchFamily="34" charset="0"/>
                        <a:ea typeface="Calibri" panose="020F05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38345" marR="3834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7030A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1367980"/>
                  </a:ext>
                </a:extLst>
              </a:tr>
            </a:tbl>
          </a:graphicData>
        </a:graphic>
      </p:graphicFrame>
      <p:sp>
        <p:nvSpPr>
          <p:cNvPr id="25" name="Dikdörtgen 24">
            <a:extLst>
              <a:ext uri="{FF2B5EF4-FFF2-40B4-BE49-F238E27FC236}">
                <a16:creationId xmlns:a16="http://schemas.microsoft.com/office/drawing/2014/main" id="{09728A4C-275F-4F1E-8906-4317C59E72E2}"/>
              </a:ext>
            </a:extLst>
          </p:cNvPr>
          <p:cNvSpPr/>
          <p:nvPr/>
        </p:nvSpPr>
        <p:spPr>
          <a:xfrm>
            <a:off x="6923067" y="3725776"/>
            <a:ext cx="96212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أَقْلَـا</a:t>
            </a:r>
            <a:r>
              <a:rPr lang="ar-EG" sz="3600" dirty="0">
                <a:gradFill flip="none" rotWithShape="1">
                  <a:gsLst>
                    <a:gs pos="53000">
                      <a:schemeClr val="tx1"/>
                    </a:gs>
                    <a:gs pos="57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مً</a:t>
            </a: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endParaRPr lang="tr-TR" sz="3600" dirty="0">
              <a:solidFill>
                <a:srgbClr val="0070C0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6" name="Dikdörtgen 25">
            <a:extLst>
              <a:ext uri="{FF2B5EF4-FFF2-40B4-BE49-F238E27FC236}">
                <a16:creationId xmlns:a16="http://schemas.microsoft.com/office/drawing/2014/main" id="{1177AB03-DF35-49B5-95DC-1CC9762C61D9}"/>
              </a:ext>
            </a:extLst>
          </p:cNvPr>
          <p:cNvSpPr/>
          <p:nvPr/>
        </p:nvSpPr>
        <p:spPr>
          <a:xfrm>
            <a:off x="3836836" y="3707749"/>
            <a:ext cx="129394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مُدِيرَ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 flip="none" rotWithShape="1">
                  <a:gsLst>
                    <a:gs pos="77000">
                      <a:srgbClr val="FF00FF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</a:t>
            </a:r>
            <a:r>
              <a:rPr lang="ar-EG" sz="3600" dirty="0">
                <a:gradFill flip="none" rotWithShape="1">
                  <a:gsLst>
                    <a:gs pos="77000">
                      <a:schemeClr val="tx1"/>
                    </a:gs>
                    <a:gs pos="78000">
                      <a:srgbClr val="0070C0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ٍ</a:t>
            </a:r>
            <a:endParaRPr lang="tr-TR" sz="3600" dirty="0">
              <a:gradFill flip="none" rotWithShape="1">
                <a:gsLst>
                  <a:gs pos="77000">
                    <a:schemeClr val="tx1"/>
                  </a:gs>
                  <a:gs pos="78000">
                    <a:srgbClr val="0070C0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8" name="Dikdörtgen 27">
            <a:extLst>
              <a:ext uri="{FF2B5EF4-FFF2-40B4-BE49-F238E27FC236}">
                <a16:creationId xmlns:a16="http://schemas.microsoft.com/office/drawing/2014/main" id="{0CF13360-CE9E-43F4-AB62-2CB9688732EB}"/>
              </a:ext>
            </a:extLst>
          </p:cNvPr>
          <p:cNvSpPr/>
          <p:nvPr/>
        </p:nvSpPr>
        <p:spPr>
          <a:xfrm>
            <a:off x="1049479" y="3716251"/>
            <a:ext cx="1106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كُتُ</a:t>
            </a:r>
            <a:r>
              <a:rPr lang="ar-EG" sz="3600" dirty="0">
                <a:gradFill flip="none" rotWithShape="1">
                  <a:gsLst>
                    <a:gs pos="52000">
                      <a:schemeClr val="tx1"/>
                    </a:gs>
                    <a:gs pos="55000">
                      <a:srgbClr val="0070C0"/>
                    </a:gs>
                  </a:gsLst>
                  <a:lin ang="162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بَ</a:t>
            </a:r>
            <a:endParaRPr lang="tr-TR" sz="3600" dirty="0">
              <a:gradFill flip="none" rotWithShape="1">
                <a:gsLst>
                  <a:gs pos="52000">
                    <a:schemeClr val="tx1"/>
                  </a:gs>
                  <a:gs pos="55000">
                    <a:srgbClr val="0070C0"/>
                  </a:gs>
                </a:gsLst>
                <a:lin ang="162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2" name="Dikdörtgen 31">
            <a:extLst>
              <a:ext uri="{FF2B5EF4-FFF2-40B4-BE49-F238E27FC236}">
                <a16:creationId xmlns:a16="http://schemas.microsoft.com/office/drawing/2014/main" id="{6E6732A2-ABF3-41BE-A942-B598162D5729}"/>
              </a:ext>
            </a:extLst>
          </p:cNvPr>
          <p:cNvSpPr/>
          <p:nvPr/>
        </p:nvSpPr>
        <p:spPr>
          <a:xfrm>
            <a:off x="9640664" y="5830671"/>
            <a:ext cx="15872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مُهَنْدِسِ</a:t>
            </a: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يـنِ</a:t>
            </a:r>
            <a:endParaRPr lang="tr-TR" sz="3600" dirty="0">
              <a:solidFill>
                <a:srgbClr val="FF0066"/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9" name="Dikdörtgen 28">
            <a:extLst>
              <a:ext uri="{FF2B5EF4-FFF2-40B4-BE49-F238E27FC236}">
                <a16:creationId xmlns:a16="http://schemas.microsoft.com/office/drawing/2014/main" id="{B77E08C5-4BCA-4A83-9378-A37D0FD6F15E}"/>
              </a:ext>
            </a:extLst>
          </p:cNvPr>
          <p:cNvSpPr/>
          <p:nvPr/>
        </p:nvSpPr>
        <p:spPr>
          <a:xfrm>
            <a:off x="6875561" y="5827332"/>
            <a:ext cx="113524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solidFill>
                  <a:srgbClr val="FF0066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اَلْ</a:t>
            </a: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فُقَرَا</a:t>
            </a:r>
            <a:r>
              <a:rPr lang="ar-EG" sz="3600" dirty="0">
                <a:gradFill flip="none" rotWithShape="1">
                  <a:gsLst>
                    <a:gs pos="73000">
                      <a:schemeClr val="tx1"/>
                    </a:gs>
                    <a:gs pos="76000">
                      <a:srgbClr val="FF0066"/>
                    </a:gs>
                  </a:gsLst>
                  <a:lin ang="5400000" scaled="1"/>
                  <a:tileRect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ءِ</a:t>
            </a:r>
            <a:endParaRPr lang="tr-TR" sz="3600" dirty="0">
              <a:gradFill flip="none" rotWithShape="1">
                <a:gsLst>
                  <a:gs pos="73000">
                    <a:schemeClr val="tx1"/>
                  </a:gs>
                  <a:gs pos="76000">
                    <a:srgbClr val="FF0066"/>
                  </a:gs>
                </a:gsLst>
                <a:lin ang="5400000" scaled="1"/>
                <a:tileRect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4" name="Dikdörtgen 33">
            <a:extLst>
              <a:ext uri="{FF2B5EF4-FFF2-40B4-BE49-F238E27FC236}">
                <a16:creationId xmlns:a16="http://schemas.microsoft.com/office/drawing/2014/main" id="{081A4B7E-1915-4922-B637-D2660AEDE13E}"/>
              </a:ext>
            </a:extLst>
          </p:cNvPr>
          <p:cNvSpPr/>
          <p:nvPr/>
        </p:nvSpPr>
        <p:spPr>
          <a:xfrm>
            <a:off x="3675931" y="5830671"/>
            <a:ext cx="1470274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مُدَرِّسَ</a:t>
            </a:r>
            <a:r>
              <a:rPr lang="ar-EG" sz="3600" dirty="0">
                <a:solidFill>
                  <a:srgbClr val="FF00FF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ا</a:t>
            </a:r>
            <a:r>
              <a:rPr lang="ar-EG" sz="3600" dirty="0">
                <a:gradFill>
                  <a:gsLst>
                    <a:gs pos="73000">
                      <a:srgbClr val="FF00FF"/>
                    </a:gs>
                    <a:gs pos="76000">
                      <a:srgbClr val="FF0066"/>
                    </a:gs>
                  </a:gsLst>
                  <a:lin ang="54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تٍ</a:t>
            </a:r>
            <a:endParaRPr lang="tr-TR" sz="3600" dirty="0">
              <a:gradFill>
                <a:gsLst>
                  <a:gs pos="73000">
                    <a:srgbClr val="FF00FF"/>
                  </a:gs>
                  <a:gs pos="76000">
                    <a:srgbClr val="FF0066"/>
                  </a:gs>
                </a:gsLst>
                <a:lin ang="54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0" name="Dikdörtgen 29">
            <a:extLst>
              <a:ext uri="{FF2B5EF4-FFF2-40B4-BE49-F238E27FC236}">
                <a16:creationId xmlns:a16="http://schemas.microsoft.com/office/drawing/2014/main" id="{A6E6E4FC-213E-49F4-A84C-DDB24D5714BD}"/>
              </a:ext>
            </a:extLst>
          </p:cNvPr>
          <p:cNvSpPr/>
          <p:nvPr/>
        </p:nvSpPr>
        <p:spPr>
          <a:xfrm>
            <a:off x="1161586" y="5807743"/>
            <a:ext cx="87876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1" font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ar-EG" sz="3600" dirty="0">
                <a:latin typeface="Calibri Light" panose="020F0302020204030204" pitchFamily="34" charset="0"/>
                <a:cs typeface="Calibri Light" panose="020F0302020204030204" pitchFamily="34" charset="0"/>
              </a:rPr>
              <a:t>تُجَّا</a:t>
            </a:r>
            <a:r>
              <a:rPr lang="ar-EG" sz="3600" dirty="0">
                <a:gradFill>
                  <a:gsLst>
                    <a:gs pos="88000">
                      <a:schemeClr val="tx1"/>
                    </a:gs>
                    <a:gs pos="90000">
                      <a:srgbClr val="FF0066"/>
                    </a:gs>
                  </a:gsLst>
                  <a:lin ang="5400000" scaled="1"/>
                </a:gradFill>
                <a:latin typeface="Calibri Light" panose="020F0302020204030204" pitchFamily="34" charset="0"/>
                <a:cs typeface="Calibri Light" panose="020F0302020204030204" pitchFamily="34" charset="0"/>
              </a:rPr>
              <a:t>رٍ</a:t>
            </a:r>
            <a:endParaRPr lang="tr-TR" sz="3600" dirty="0">
              <a:gradFill>
                <a:gsLst>
                  <a:gs pos="88000">
                    <a:schemeClr val="tx1"/>
                  </a:gs>
                  <a:gs pos="90000">
                    <a:srgbClr val="FF0066"/>
                  </a:gs>
                </a:gsLst>
                <a:lin ang="5400000" scaled="1"/>
              </a:gra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7" name="Dikdörtgen: Köşeleri Yuvarlatılmış 26">
            <a:extLst>
              <a:ext uri="{FF2B5EF4-FFF2-40B4-BE49-F238E27FC236}">
                <a16:creationId xmlns:a16="http://schemas.microsoft.com/office/drawing/2014/main" id="{B2F74EF2-0FF3-4461-82A6-EAD07C580108}"/>
              </a:ext>
            </a:extLst>
          </p:cNvPr>
          <p:cNvSpPr/>
          <p:nvPr/>
        </p:nvSpPr>
        <p:spPr>
          <a:xfrm>
            <a:off x="241047" y="5160080"/>
            <a:ext cx="3097161" cy="167147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2801071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4" presetClass="exit" presetSubtype="1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0" grpId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A13599C5-B76C-4FD3-88F6-6B62ABB864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8975310"/>
              </p:ext>
            </p:extLst>
          </p:nvPr>
        </p:nvGraphicFramePr>
        <p:xfrm>
          <a:off x="184800" y="1279510"/>
          <a:ext cx="11822401" cy="4297606"/>
        </p:xfrm>
        <a:graphic>
          <a:graphicData uri="http://schemas.openxmlformats.org/drawingml/2006/table">
            <a:tbl>
              <a:tblPr firstRow="1" firstCol="1" bandRow="1"/>
              <a:tblGrid>
                <a:gridCol w="2753785">
                  <a:extLst>
                    <a:ext uri="{9D8B030D-6E8A-4147-A177-3AD203B41FA5}">
                      <a16:colId xmlns:a16="http://schemas.microsoft.com/office/drawing/2014/main" val="1307509132"/>
                    </a:ext>
                  </a:extLst>
                </a:gridCol>
                <a:gridCol w="2579077">
                  <a:extLst>
                    <a:ext uri="{9D8B030D-6E8A-4147-A177-3AD203B41FA5}">
                      <a16:colId xmlns:a16="http://schemas.microsoft.com/office/drawing/2014/main" val="2948787874"/>
                    </a:ext>
                  </a:extLst>
                </a:gridCol>
                <a:gridCol w="2094523">
                  <a:extLst>
                    <a:ext uri="{9D8B030D-6E8A-4147-A177-3AD203B41FA5}">
                      <a16:colId xmlns:a16="http://schemas.microsoft.com/office/drawing/2014/main" val="4158878627"/>
                    </a:ext>
                  </a:extLst>
                </a:gridCol>
                <a:gridCol w="2368061">
                  <a:extLst>
                    <a:ext uri="{9D8B030D-6E8A-4147-A177-3AD203B41FA5}">
                      <a16:colId xmlns:a16="http://schemas.microsoft.com/office/drawing/2014/main" val="1904033616"/>
                    </a:ext>
                  </a:extLst>
                </a:gridCol>
                <a:gridCol w="2026955">
                  <a:extLst>
                    <a:ext uri="{9D8B030D-6E8A-4147-A177-3AD203B41FA5}">
                      <a16:colId xmlns:a16="http://schemas.microsoft.com/office/drawing/2014/main" val="3014088289"/>
                    </a:ext>
                  </a:extLst>
                </a:gridCol>
              </a:tblGrid>
              <a:tr h="1180578">
                <a:tc gridSpan="5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Not:</a:t>
                      </a:r>
                      <a:r>
                        <a:rPr lang="tr-TR" sz="28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Çoğullar; tekil ve ikillerden farklı olarak cümledeki yerine veya öncelerine eklenen eklere göre hem hareke hem harf açısından sonları değişebilir.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6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0089516"/>
                  </a:ext>
                </a:extLst>
              </a:tr>
              <a:tr h="123124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Tekil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hareke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İkil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Hem hareke hem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6864631"/>
                  </a:ext>
                </a:extLst>
              </a:tr>
              <a:tr h="70294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dirty="0">
                          <a:gradFill>
                            <a:gsLst>
                              <a:gs pos="45000">
                                <a:srgbClr val="FF0000"/>
                              </a:gs>
                              <a:gs pos="49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مٌ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SA" sz="360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35000">
                                <a:srgbClr val="00B050"/>
                              </a:gs>
                              <a:gs pos="37000">
                                <a:srgbClr val="FF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747979"/>
                  </a:ext>
                </a:extLst>
              </a:tr>
              <a:tr h="25252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799858"/>
                  </a:ext>
                </a:extLst>
              </a:tr>
              <a:tr h="210912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SA" sz="3600" dirty="0">
                          <a:gradFill>
                            <a:gsLst>
                              <a:gs pos="8000">
                                <a:srgbClr val="FF0000"/>
                              </a:gs>
                              <a:gs pos="29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مٍ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</a:t>
                      </a:r>
                      <a:r>
                        <a:rPr lang="ar-EG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نَ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21000">
                                <a:srgbClr val="FF0000"/>
                              </a:gs>
                              <a:gs pos="17000">
                                <a:srgbClr val="00B05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0567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15901106"/>
      </p:ext>
    </p:extLst>
  </p:cSld>
  <p:clrMapOvr>
    <a:masterClrMapping/>
  </p:clrMapOvr>
  <p:transition spd="slow">
    <p:push dir="u"/>
  </p:transition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A13599C5-B76C-4FD3-88F6-6B62ABB86400}"/>
              </a:ext>
            </a:extLst>
          </p:cNvPr>
          <p:cNvGraphicFramePr>
            <a:graphicFrameLocks noGrp="1"/>
          </p:cNvGraphicFramePr>
          <p:nvPr/>
        </p:nvGraphicFramePr>
        <p:xfrm>
          <a:off x="184800" y="1279510"/>
          <a:ext cx="11822401" cy="4297606"/>
        </p:xfrm>
        <a:graphic>
          <a:graphicData uri="http://schemas.openxmlformats.org/drawingml/2006/table">
            <a:tbl>
              <a:tblPr firstRow="1" firstCol="1" bandRow="1"/>
              <a:tblGrid>
                <a:gridCol w="2753785">
                  <a:extLst>
                    <a:ext uri="{9D8B030D-6E8A-4147-A177-3AD203B41FA5}">
                      <a16:colId xmlns:a16="http://schemas.microsoft.com/office/drawing/2014/main" val="1307509132"/>
                    </a:ext>
                  </a:extLst>
                </a:gridCol>
                <a:gridCol w="2579077">
                  <a:extLst>
                    <a:ext uri="{9D8B030D-6E8A-4147-A177-3AD203B41FA5}">
                      <a16:colId xmlns:a16="http://schemas.microsoft.com/office/drawing/2014/main" val="2948787874"/>
                    </a:ext>
                  </a:extLst>
                </a:gridCol>
                <a:gridCol w="2094523">
                  <a:extLst>
                    <a:ext uri="{9D8B030D-6E8A-4147-A177-3AD203B41FA5}">
                      <a16:colId xmlns:a16="http://schemas.microsoft.com/office/drawing/2014/main" val="4158878627"/>
                    </a:ext>
                  </a:extLst>
                </a:gridCol>
                <a:gridCol w="2368061">
                  <a:extLst>
                    <a:ext uri="{9D8B030D-6E8A-4147-A177-3AD203B41FA5}">
                      <a16:colId xmlns:a16="http://schemas.microsoft.com/office/drawing/2014/main" val="1904033616"/>
                    </a:ext>
                  </a:extLst>
                </a:gridCol>
                <a:gridCol w="2026955">
                  <a:extLst>
                    <a:ext uri="{9D8B030D-6E8A-4147-A177-3AD203B41FA5}">
                      <a16:colId xmlns:a16="http://schemas.microsoft.com/office/drawing/2014/main" val="3014088289"/>
                    </a:ext>
                  </a:extLst>
                </a:gridCol>
              </a:tblGrid>
              <a:tr h="1180578">
                <a:tc gridSpan="5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Not:</a:t>
                      </a:r>
                      <a:r>
                        <a:rPr lang="tr-TR" sz="28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Çoğullar; tekil ve ikillerden farklı olarak cümledeki yerine veya öncelerine eklenen eklere göre hem hareke hem harf açısından sonları değişebilir.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6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0089516"/>
                  </a:ext>
                </a:extLst>
              </a:tr>
              <a:tr h="123124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Tekil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hareke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İkil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Hem hareke hem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6864631"/>
                  </a:ext>
                </a:extLst>
              </a:tr>
              <a:tr h="70294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dirty="0">
                          <a:gradFill>
                            <a:gsLst>
                              <a:gs pos="45000">
                                <a:srgbClr val="FF0000"/>
                              </a:gs>
                              <a:gs pos="49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مٌ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SA" sz="360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35000">
                                <a:srgbClr val="00B050"/>
                              </a:gs>
                              <a:gs pos="37000">
                                <a:srgbClr val="FF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747979"/>
                  </a:ext>
                </a:extLst>
              </a:tr>
              <a:tr h="25252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799858"/>
                  </a:ext>
                </a:extLst>
              </a:tr>
              <a:tr h="210912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SA" sz="3600" dirty="0">
                          <a:gradFill>
                            <a:gsLst>
                              <a:gs pos="8000">
                                <a:srgbClr val="FF0000"/>
                              </a:gs>
                              <a:gs pos="29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مٍ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</a:t>
                      </a:r>
                      <a:r>
                        <a:rPr lang="ar-EG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نَ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21000">
                                <a:srgbClr val="FF0000"/>
                              </a:gs>
                              <a:gs pos="17000">
                                <a:srgbClr val="00B05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056732"/>
                  </a:ext>
                </a:extLst>
              </a:tr>
            </a:tbl>
          </a:graphicData>
        </a:graphic>
      </p:graphicFrame>
      <p:sp>
        <p:nvSpPr>
          <p:cNvPr id="3" name="Dikdörtgen: Köşeleri Yuvarlatılmış 2">
            <a:extLst>
              <a:ext uri="{FF2B5EF4-FFF2-40B4-BE49-F238E27FC236}">
                <a16:creationId xmlns:a16="http://schemas.microsoft.com/office/drawing/2014/main" id="{570F1877-E132-4407-80D2-14BB61D9C56E}"/>
              </a:ext>
            </a:extLst>
          </p:cNvPr>
          <p:cNvSpPr/>
          <p:nvPr/>
        </p:nvSpPr>
        <p:spPr>
          <a:xfrm>
            <a:off x="290209" y="2338222"/>
            <a:ext cx="2531650" cy="350213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05105613"/>
      </p:ext>
    </p:extLst>
  </p:cSld>
  <p:clrMapOvr>
    <a:masterClrMapping/>
  </p:clrMapOvr>
  <p:transition spd="slow">
    <p:push dir="u"/>
  </p:transition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A13599C5-B76C-4FD3-88F6-6B62ABB86400}"/>
              </a:ext>
            </a:extLst>
          </p:cNvPr>
          <p:cNvGraphicFramePr>
            <a:graphicFrameLocks noGrp="1"/>
          </p:cNvGraphicFramePr>
          <p:nvPr/>
        </p:nvGraphicFramePr>
        <p:xfrm>
          <a:off x="184800" y="1279510"/>
          <a:ext cx="11822401" cy="4297797"/>
        </p:xfrm>
        <a:graphic>
          <a:graphicData uri="http://schemas.openxmlformats.org/drawingml/2006/table">
            <a:tbl>
              <a:tblPr firstRow="1" firstCol="1" bandRow="1"/>
              <a:tblGrid>
                <a:gridCol w="2753785">
                  <a:extLst>
                    <a:ext uri="{9D8B030D-6E8A-4147-A177-3AD203B41FA5}">
                      <a16:colId xmlns:a16="http://schemas.microsoft.com/office/drawing/2014/main" val="1307509132"/>
                    </a:ext>
                  </a:extLst>
                </a:gridCol>
                <a:gridCol w="2579077">
                  <a:extLst>
                    <a:ext uri="{9D8B030D-6E8A-4147-A177-3AD203B41FA5}">
                      <a16:colId xmlns:a16="http://schemas.microsoft.com/office/drawing/2014/main" val="2948787874"/>
                    </a:ext>
                  </a:extLst>
                </a:gridCol>
                <a:gridCol w="2094523">
                  <a:extLst>
                    <a:ext uri="{9D8B030D-6E8A-4147-A177-3AD203B41FA5}">
                      <a16:colId xmlns:a16="http://schemas.microsoft.com/office/drawing/2014/main" val="4158878627"/>
                    </a:ext>
                  </a:extLst>
                </a:gridCol>
                <a:gridCol w="2368061">
                  <a:extLst>
                    <a:ext uri="{9D8B030D-6E8A-4147-A177-3AD203B41FA5}">
                      <a16:colId xmlns:a16="http://schemas.microsoft.com/office/drawing/2014/main" val="1904033616"/>
                    </a:ext>
                  </a:extLst>
                </a:gridCol>
                <a:gridCol w="2026955">
                  <a:extLst>
                    <a:ext uri="{9D8B030D-6E8A-4147-A177-3AD203B41FA5}">
                      <a16:colId xmlns:a16="http://schemas.microsoft.com/office/drawing/2014/main" val="3014088289"/>
                    </a:ext>
                  </a:extLst>
                </a:gridCol>
              </a:tblGrid>
              <a:tr h="1180578">
                <a:tc gridSpan="5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Not:</a:t>
                      </a:r>
                      <a:r>
                        <a:rPr lang="tr-TR" sz="28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Çoğullar; tekil ve ikillerden farklı olarak cümledeki yerine veya öncelerine eklenen eklere göre hem hareke hem harf açısından sonları değişebilir.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6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0089516"/>
                  </a:ext>
                </a:extLst>
              </a:tr>
              <a:tr h="123124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Tekil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hareke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İkil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Hem hareke hem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6864631"/>
                  </a:ext>
                </a:extLst>
              </a:tr>
              <a:tr h="70294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dirty="0">
                          <a:gradFill>
                            <a:gsLst>
                              <a:gs pos="45000">
                                <a:srgbClr val="FF0000"/>
                              </a:gs>
                              <a:gs pos="49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مٌ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SA" sz="360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35000">
                                <a:srgbClr val="00B050"/>
                              </a:gs>
                              <a:gs pos="37000">
                                <a:srgbClr val="FF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747979"/>
                  </a:ext>
                </a:extLst>
              </a:tr>
              <a:tr h="25252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799858"/>
                  </a:ext>
                </a:extLst>
              </a:tr>
              <a:tr h="210912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SA" sz="3600" dirty="0">
                          <a:gradFill>
                            <a:gsLst>
                              <a:gs pos="8000">
                                <a:srgbClr val="FF0000"/>
                              </a:gs>
                              <a:gs pos="29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مٍ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</a:t>
                      </a:r>
                      <a:r>
                        <a:rPr lang="ar-EG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نَ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21000">
                                <a:srgbClr val="FF0000"/>
                              </a:gs>
                              <a:gs pos="17000">
                                <a:srgbClr val="00B05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056732"/>
                  </a:ext>
                </a:extLst>
              </a:tr>
            </a:tbl>
          </a:graphicData>
        </a:graphic>
      </p:graphicFrame>
      <p:sp>
        <p:nvSpPr>
          <p:cNvPr id="3" name="Dikdörtgen: Köşeleri Yuvarlatılmış 2">
            <a:extLst>
              <a:ext uri="{FF2B5EF4-FFF2-40B4-BE49-F238E27FC236}">
                <a16:creationId xmlns:a16="http://schemas.microsoft.com/office/drawing/2014/main" id="{570F1877-E132-4407-80D2-14BB61D9C56E}"/>
              </a:ext>
            </a:extLst>
          </p:cNvPr>
          <p:cNvSpPr/>
          <p:nvPr/>
        </p:nvSpPr>
        <p:spPr>
          <a:xfrm>
            <a:off x="290209" y="2338222"/>
            <a:ext cx="2531650" cy="350213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" name="Dikdörtgen: Köşeleri Yuvarlatılmış 5">
            <a:extLst>
              <a:ext uri="{FF2B5EF4-FFF2-40B4-BE49-F238E27FC236}">
                <a16:creationId xmlns:a16="http://schemas.microsoft.com/office/drawing/2014/main" id="{6210CCDB-0558-4D73-BD06-D513C7A847E2}"/>
              </a:ext>
            </a:extLst>
          </p:cNvPr>
          <p:cNvSpPr/>
          <p:nvPr/>
        </p:nvSpPr>
        <p:spPr>
          <a:xfrm>
            <a:off x="3013589" y="2338222"/>
            <a:ext cx="2384322" cy="3502139"/>
          </a:xfrm>
          <a:prstGeom prst="roundRect">
            <a:avLst/>
          </a:prstGeom>
          <a:noFill/>
          <a:ln>
            <a:solidFill>
              <a:srgbClr val="00B050"/>
            </a:solidFill>
          </a:ln>
          <a:effectLst>
            <a:glow rad="101600">
              <a:srgbClr val="00B05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01939189"/>
      </p:ext>
    </p:extLst>
  </p:cSld>
  <p:clrMapOvr>
    <a:masterClrMapping/>
  </p:clrMapOvr>
  <p:transition spd="slow">
    <p:push dir="u"/>
  </p:transition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A13599C5-B76C-4FD3-88F6-6B62ABB86400}"/>
              </a:ext>
            </a:extLst>
          </p:cNvPr>
          <p:cNvGraphicFramePr>
            <a:graphicFrameLocks noGrp="1"/>
          </p:cNvGraphicFramePr>
          <p:nvPr/>
        </p:nvGraphicFramePr>
        <p:xfrm>
          <a:off x="184800" y="1279510"/>
          <a:ext cx="11822401" cy="4297797"/>
        </p:xfrm>
        <a:graphic>
          <a:graphicData uri="http://schemas.openxmlformats.org/drawingml/2006/table">
            <a:tbl>
              <a:tblPr firstRow="1" firstCol="1" bandRow="1"/>
              <a:tblGrid>
                <a:gridCol w="2753785">
                  <a:extLst>
                    <a:ext uri="{9D8B030D-6E8A-4147-A177-3AD203B41FA5}">
                      <a16:colId xmlns:a16="http://schemas.microsoft.com/office/drawing/2014/main" val="1307509132"/>
                    </a:ext>
                  </a:extLst>
                </a:gridCol>
                <a:gridCol w="2579077">
                  <a:extLst>
                    <a:ext uri="{9D8B030D-6E8A-4147-A177-3AD203B41FA5}">
                      <a16:colId xmlns:a16="http://schemas.microsoft.com/office/drawing/2014/main" val="2948787874"/>
                    </a:ext>
                  </a:extLst>
                </a:gridCol>
                <a:gridCol w="2094523">
                  <a:extLst>
                    <a:ext uri="{9D8B030D-6E8A-4147-A177-3AD203B41FA5}">
                      <a16:colId xmlns:a16="http://schemas.microsoft.com/office/drawing/2014/main" val="4158878627"/>
                    </a:ext>
                  </a:extLst>
                </a:gridCol>
                <a:gridCol w="2368061">
                  <a:extLst>
                    <a:ext uri="{9D8B030D-6E8A-4147-A177-3AD203B41FA5}">
                      <a16:colId xmlns:a16="http://schemas.microsoft.com/office/drawing/2014/main" val="1904033616"/>
                    </a:ext>
                  </a:extLst>
                </a:gridCol>
                <a:gridCol w="2026955">
                  <a:extLst>
                    <a:ext uri="{9D8B030D-6E8A-4147-A177-3AD203B41FA5}">
                      <a16:colId xmlns:a16="http://schemas.microsoft.com/office/drawing/2014/main" val="3014088289"/>
                    </a:ext>
                  </a:extLst>
                </a:gridCol>
              </a:tblGrid>
              <a:tr h="1180578">
                <a:tc gridSpan="5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Not:</a:t>
                      </a:r>
                      <a:r>
                        <a:rPr lang="tr-TR" sz="28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Çoğullar; tekil ve ikillerden farklı olarak cümledeki yerine veya öncelerine eklenen eklere göre hem hareke hem harf açısından sonları değişebilir.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6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0089516"/>
                  </a:ext>
                </a:extLst>
              </a:tr>
              <a:tr h="123124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Tekil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hareke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İkil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Hem hareke hem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6864631"/>
                  </a:ext>
                </a:extLst>
              </a:tr>
              <a:tr h="70294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dirty="0">
                          <a:gradFill>
                            <a:gsLst>
                              <a:gs pos="45000">
                                <a:srgbClr val="FF0000"/>
                              </a:gs>
                              <a:gs pos="49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مٌ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SA" sz="360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35000">
                                <a:srgbClr val="00B050"/>
                              </a:gs>
                              <a:gs pos="37000">
                                <a:srgbClr val="FF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747979"/>
                  </a:ext>
                </a:extLst>
              </a:tr>
              <a:tr h="25252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799858"/>
                  </a:ext>
                </a:extLst>
              </a:tr>
              <a:tr h="210912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SA" sz="3600" dirty="0">
                          <a:gradFill>
                            <a:gsLst>
                              <a:gs pos="8000">
                                <a:srgbClr val="FF0000"/>
                              </a:gs>
                              <a:gs pos="29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مٍ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</a:t>
                      </a:r>
                      <a:r>
                        <a:rPr lang="ar-EG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نَ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21000">
                                <a:srgbClr val="FF0000"/>
                              </a:gs>
                              <a:gs pos="17000">
                                <a:srgbClr val="00B05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056732"/>
                  </a:ext>
                </a:extLst>
              </a:tr>
            </a:tbl>
          </a:graphicData>
        </a:graphic>
      </p:graphicFrame>
      <p:sp>
        <p:nvSpPr>
          <p:cNvPr id="3" name="Dikdörtgen: Köşeleri Yuvarlatılmış 2">
            <a:extLst>
              <a:ext uri="{FF2B5EF4-FFF2-40B4-BE49-F238E27FC236}">
                <a16:creationId xmlns:a16="http://schemas.microsoft.com/office/drawing/2014/main" id="{570F1877-E132-4407-80D2-14BB61D9C56E}"/>
              </a:ext>
            </a:extLst>
          </p:cNvPr>
          <p:cNvSpPr/>
          <p:nvPr/>
        </p:nvSpPr>
        <p:spPr>
          <a:xfrm>
            <a:off x="290209" y="2338222"/>
            <a:ext cx="2531650" cy="350213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" name="Dikdörtgen: Köşeleri Yuvarlatılmış 5">
            <a:extLst>
              <a:ext uri="{FF2B5EF4-FFF2-40B4-BE49-F238E27FC236}">
                <a16:creationId xmlns:a16="http://schemas.microsoft.com/office/drawing/2014/main" id="{6210CCDB-0558-4D73-BD06-D513C7A847E2}"/>
              </a:ext>
            </a:extLst>
          </p:cNvPr>
          <p:cNvSpPr/>
          <p:nvPr/>
        </p:nvSpPr>
        <p:spPr>
          <a:xfrm>
            <a:off x="3013589" y="2338222"/>
            <a:ext cx="2384322" cy="3502139"/>
          </a:xfrm>
          <a:prstGeom prst="roundRect">
            <a:avLst/>
          </a:prstGeom>
          <a:noFill/>
          <a:ln>
            <a:solidFill>
              <a:srgbClr val="00B050"/>
            </a:solidFill>
          </a:ln>
          <a:effectLst>
            <a:glow rad="101600">
              <a:srgbClr val="00B05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" name="Dikdörtgen: Köşeleri Yuvarlatılmış 6">
            <a:extLst>
              <a:ext uri="{FF2B5EF4-FFF2-40B4-BE49-F238E27FC236}">
                <a16:creationId xmlns:a16="http://schemas.microsoft.com/office/drawing/2014/main" id="{534E78F7-B23E-4FDC-9D0A-2B4E9A225A5B}"/>
              </a:ext>
            </a:extLst>
          </p:cNvPr>
          <p:cNvSpPr/>
          <p:nvPr/>
        </p:nvSpPr>
        <p:spPr>
          <a:xfrm>
            <a:off x="5663382" y="3542674"/>
            <a:ext cx="1818968" cy="2297687"/>
          </a:xfrm>
          <a:prstGeom prst="roundRect">
            <a:avLst/>
          </a:prstGeom>
          <a:noFill/>
          <a:ln>
            <a:solidFill>
              <a:srgbClr val="00B050"/>
            </a:solidFill>
          </a:ln>
          <a:effectLst>
            <a:glow rad="101600">
              <a:srgbClr val="00B05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306203034"/>
      </p:ext>
    </p:extLst>
  </p:cSld>
  <p:clrMapOvr>
    <a:masterClrMapping/>
  </p:clrMapOvr>
  <p:transition spd="slow">
    <p:push dir="u"/>
  </p:transition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A13599C5-B76C-4FD3-88F6-6B62ABB86400}"/>
              </a:ext>
            </a:extLst>
          </p:cNvPr>
          <p:cNvGraphicFramePr>
            <a:graphicFrameLocks noGrp="1"/>
          </p:cNvGraphicFramePr>
          <p:nvPr/>
        </p:nvGraphicFramePr>
        <p:xfrm>
          <a:off x="184800" y="1279510"/>
          <a:ext cx="11822401" cy="4297797"/>
        </p:xfrm>
        <a:graphic>
          <a:graphicData uri="http://schemas.openxmlformats.org/drawingml/2006/table">
            <a:tbl>
              <a:tblPr firstRow="1" firstCol="1" bandRow="1"/>
              <a:tblGrid>
                <a:gridCol w="2753785">
                  <a:extLst>
                    <a:ext uri="{9D8B030D-6E8A-4147-A177-3AD203B41FA5}">
                      <a16:colId xmlns:a16="http://schemas.microsoft.com/office/drawing/2014/main" val="1307509132"/>
                    </a:ext>
                  </a:extLst>
                </a:gridCol>
                <a:gridCol w="2579077">
                  <a:extLst>
                    <a:ext uri="{9D8B030D-6E8A-4147-A177-3AD203B41FA5}">
                      <a16:colId xmlns:a16="http://schemas.microsoft.com/office/drawing/2014/main" val="2948787874"/>
                    </a:ext>
                  </a:extLst>
                </a:gridCol>
                <a:gridCol w="2094523">
                  <a:extLst>
                    <a:ext uri="{9D8B030D-6E8A-4147-A177-3AD203B41FA5}">
                      <a16:colId xmlns:a16="http://schemas.microsoft.com/office/drawing/2014/main" val="4158878627"/>
                    </a:ext>
                  </a:extLst>
                </a:gridCol>
                <a:gridCol w="2368061">
                  <a:extLst>
                    <a:ext uri="{9D8B030D-6E8A-4147-A177-3AD203B41FA5}">
                      <a16:colId xmlns:a16="http://schemas.microsoft.com/office/drawing/2014/main" val="1904033616"/>
                    </a:ext>
                  </a:extLst>
                </a:gridCol>
                <a:gridCol w="2026955">
                  <a:extLst>
                    <a:ext uri="{9D8B030D-6E8A-4147-A177-3AD203B41FA5}">
                      <a16:colId xmlns:a16="http://schemas.microsoft.com/office/drawing/2014/main" val="3014088289"/>
                    </a:ext>
                  </a:extLst>
                </a:gridCol>
              </a:tblGrid>
              <a:tr h="1180578">
                <a:tc gridSpan="5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Not:</a:t>
                      </a:r>
                      <a:r>
                        <a:rPr lang="tr-TR" sz="28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Çoğullar; tekil ve ikillerden farklı olarak cümledeki yerine veya öncelerine eklenen eklere göre hem hareke hem harf açısından sonları değişebilir.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tr-TR" sz="600" b="1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0089516"/>
                  </a:ext>
                </a:extLst>
              </a:tr>
              <a:tr h="123124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Tekil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hareke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İkil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Sadece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800" b="1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Çoğul İsimlerde;</a:t>
                      </a:r>
                      <a:endParaRPr lang="tr-TR" sz="2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24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Hem hareke hem harf 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1100" dirty="0"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6864631"/>
                  </a:ext>
                </a:extLst>
              </a:tr>
              <a:tr h="70294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EG" sz="3600" dirty="0">
                          <a:gradFill>
                            <a:gsLst>
                              <a:gs pos="45000">
                                <a:srgbClr val="FF0000"/>
                              </a:gs>
                              <a:gs pos="49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مٌ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مُعَلِّمُ</a:t>
                      </a:r>
                      <a:r>
                        <a:rPr lang="ar-SA" sz="360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ونَ</a:t>
                      </a:r>
                      <a:endParaRPr lang="tr-TR" sz="3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EG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</a:t>
                      </a: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35000">
                                <a:srgbClr val="00B050"/>
                              </a:gs>
                              <a:gs pos="37000">
                                <a:srgbClr val="FF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747979"/>
                  </a:ext>
                </a:extLst>
              </a:tr>
              <a:tr h="252528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tr-TR" sz="3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Wingdings 3" panose="05040102010807070707" pitchFamily="18" charset="2"/>
                        </a:rPr>
                        <a:t></a:t>
                      </a:r>
                      <a:endParaRPr lang="tr-TR" sz="3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799858"/>
                  </a:ext>
                </a:extLst>
              </a:tr>
              <a:tr h="210912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</a:t>
                      </a:r>
                      <a:r>
                        <a:rPr lang="ar-SA" sz="3600" dirty="0">
                          <a:gradFill>
                            <a:gsLst>
                              <a:gs pos="8000">
                                <a:srgbClr val="FF0000"/>
                              </a:gs>
                              <a:gs pos="29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مٍ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اَلطَّالِبَ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مُعَلِّمِ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</a:t>
                      </a:r>
                      <a:r>
                        <a:rPr lang="ar-EG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نَ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اَلْمُعَلِّمَ</a:t>
                      </a:r>
                      <a:r>
                        <a:rPr lang="ar-SA" sz="36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r>
                        <a:rPr lang="ar-SA" sz="3600" dirty="0">
                          <a:gradFill>
                            <a:gsLst>
                              <a:gs pos="21000">
                                <a:srgbClr val="FF0000"/>
                              </a:gs>
                              <a:gs pos="17000">
                                <a:srgbClr val="00B05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تِ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ar-SA" sz="36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اَلطُّلَّا</a:t>
                      </a:r>
                      <a:r>
                        <a:rPr lang="ar-SA" sz="3600" dirty="0">
                          <a:gradFill>
                            <a:gsLst>
                              <a:gs pos="44000">
                                <a:srgbClr val="FF0000"/>
                              </a:gs>
                              <a:gs pos="4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tr-TR" sz="3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056732"/>
                  </a:ext>
                </a:extLst>
              </a:tr>
            </a:tbl>
          </a:graphicData>
        </a:graphic>
      </p:graphicFrame>
      <p:sp>
        <p:nvSpPr>
          <p:cNvPr id="3" name="Dikdörtgen: Köşeleri Yuvarlatılmış 2">
            <a:extLst>
              <a:ext uri="{FF2B5EF4-FFF2-40B4-BE49-F238E27FC236}">
                <a16:creationId xmlns:a16="http://schemas.microsoft.com/office/drawing/2014/main" id="{570F1877-E132-4407-80D2-14BB61D9C56E}"/>
              </a:ext>
            </a:extLst>
          </p:cNvPr>
          <p:cNvSpPr/>
          <p:nvPr/>
        </p:nvSpPr>
        <p:spPr>
          <a:xfrm>
            <a:off x="290209" y="2338222"/>
            <a:ext cx="2531650" cy="3502139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" name="Dikdörtgen: Köşeleri Yuvarlatılmış 3">
            <a:extLst>
              <a:ext uri="{FF2B5EF4-FFF2-40B4-BE49-F238E27FC236}">
                <a16:creationId xmlns:a16="http://schemas.microsoft.com/office/drawing/2014/main" id="{621C7BE2-F89F-471E-B351-A8353E5DBD3C}"/>
              </a:ext>
            </a:extLst>
          </p:cNvPr>
          <p:cNvSpPr/>
          <p:nvPr/>
        </p:nvSpPr>
        <p:spPr>
          <a:xfrm>
            <a:off x="7846142" y="3542674"/>
            <a:ext cx="3937821" cy="2297687"/>
          </a:xfrm>
          <a:prstGeom prst="roundRect">
            <a:avLst/>
          </a:prstGeom>
          <a:noFill/>
          <a:ln>
            <a:solidFill>
              <a:srgbClr val="FF0000"/>
            </a:solidFill>
          </a:ln>
          <a:effectLst>
            <a:glow rad="101600">
              <a:srgbClr val="FF000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" name="Dikdörtgen: Köşeleri Yuvarlatılmış 5">
            <a:extLst>
              <a:ext uri="{FF2B5EF4-FFF2-40B4-BE49-F238E27FC236}">
                <a16:creationId xmlns:a16="http://schemas.microsoft.com/office/drawing/2014/main" id="{6210CCDB-0558-4D73-BD06-D513C7A847E2}"/>
              </a:ext>
            </a:extLst>
          </p:cNvPr>
          <p:cNvSpPr/>
          <p:nvPr/>
        </p:nvSpPr>
        <p:spPr>
          <a:xfrm>
            <a:off x="3013589" y="2338222"/>
            <a:ext cx="2384322" cy="3502139"/>
          </a:xfrm>
          <a:prstGeom prst="roundRect">
            <a:avLst/>
          </a:prstGeom>
          <a:noFill/>
          <a:ln>
            <a:solidFill>
              <a:srgbClr val="00B050"/>
            </a:solidFill>
          </a:ln>
          <a:effectLst>
            <a:glow rad="101600">
              <a:srgbClr val="00B05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" name="Dikdörtgen: Köşeleri Yuvarlatılmış 6">
            <a:extLst>
              <a:ext uri="{FF2B5EF4-FFF2-40B4-BE49-F238E27FC236}">
                <a16:creationId xmlns:a16="http://schemas.microsoft.com/office/drawing/2014/main" id="{534E78F7-B23E-4FDC-9D0A-2B4E9A225A5B}"/>
              </a:ext>
            </a:extLst>
          </p:cNvPr>
          <p:cNvSpPr/>
          <p:nvPr/>
        </p:nvSpPr>
        <p:spPr>
          <a:xfrm>
            <a:off x="5663382" y="3542674"/>
            <a:ext cx="1818968" cy="2297687"/>
          </a:xfrm>
          <a:prstGeom prst="roundRect">
            <a:avLst/>
          </a:prstGeom>
          <a:noFill/>
          <a:ln>
            <a:solidFill>
              <a:srgbClr val="00B050"/>
            </a:solidFill>
          </a:ln>
          <a:effectLst>
            <a:glow rad="101600">
              <a:srgbClr val="00B050">
                <a:alpha val="6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58948166"/>
      </p:ext>
    </p:extLst>
  </p:cSld>
  <p:clrMapOvr>
    <a:masterClrMapping/>
  </p:clrMapOvr>
  <p:transition spd="slow">
    <p:push dir="u"/>
  </p:transition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ikdörtgen 3">
            <a:extLst>
              <a:ext uri="{FF2B5EF4-FFF2-40B4-BE49-F238E27FC236}">
                <a16:creationId xmlns:a16="http://schemas.microsoft.com/office/drawing/2014/main" id="{B1A71853-AB11-48C2-AFF4-401B20025791}"/>
              </a:ext>
            </a:extLst>
          </p:cNvPr>
          <p:cNvSpPr/>
          <p:nvPr/>
        </p:nvSpPr>
        <p:spPr>
          <a:xfrm>
            <a:off x="1397553" y="207541"/>
            <a:ext cx="9396894" cy="6442918"/>
          </a:xfrm>
          <a:prstGeom prst="rect">
            <a:avLst/>
          </a:prstGeom>
          <a:ln w="12700">
            <a:noFill/>
          </a:ln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fa-IR" sz="32900" dirty="0">
                <a:solidFill>
                  <a:srgbClr val="009999"/>
                </a:solidFill>
                <a:latin typeface="Aldhabi" panose="01000000000000000000" pitchFamily="2" charset="-78"/>
                <a:ea typeface="+mj-ea"/>
                <a:cs typeface="Aldhabi" panose="01000000000000000000" pitchFamily="2" charset="-78"/>
              </a:rPr>
              <a:t>ش</a:t>
            </a:r>
            <a:r>
              <a:rPr lang="ar-EG" sz="32900" dirty="0">
                <a:solidFill>
                  <a:srgbClr val="009999"/>
                </a:solidFill>
                <a:latin typeface="Aldhabi" panose="01000000000000000000" pitchFamily="2" charset="-78"/>
                <a:ea typeface="+mj-ea"/>
                <a:cs typeface="Aldhabi" panose="01000000000000000000" pitchFamily="2" charset="-78"/>
              </a:rPr>
              <a:t>ُكْرًا</a:t>
            </a:r>
            <a:endParaRPr lang="en-US" sz="32900" kern="1200" dirty="0">
              <a:solidFill>
                <a:srgbClr val="009999"/>
              </a:solidFill>
              <a:latin typeface="Aldhabi" panose="01000000000000000000" pitchFamily="2" charset="-78"/>
              <a:ea typeface="+mj-ea"/>
              <a:cs typeface="Aldhabi" panose="01000000000000000000" pitchFamily="2" charset="-78"/>
            </a:endParaRPr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0B54ADA8-643E-488D-8D3A-FCAF596BE0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805" y="427133"/>
            <a:ext cx="2834446" cy="2778347"/>
          </a:xfrm>
          <a:prstGeom prst="rect">
            <a:avLst/>
          </a:prstGeom>
        </p:spPr>
      </p:pic>
      <p:sp>
        <p:nvSpPr>
          <p:cNvPr id="6" name="Dikdörtgen 5">
            <a:extLst>
              <a:ext uri="{FF2B5EF4-FFF2-40B4-BE49-F238E27FC236}">
                <a16:creationId xmlns:a16="http://schemas.microsoft.com/office/drawing/2014/main" id="{BD64D29E-C26B-49AB-88D4-8BD8EBF8F17C}"/>
              </a:ext>
            </a:extLst>
          </p:cNvPr>
          <p:cNvSpPr/>
          <p:nvPr/>
        </p:nvSpPr>
        <p:spPr>
          <a:xfrm>
            <a:off x="7997536" y="4601822"/>
            <a:ext cx="383977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4000" dirty="0">
                <a:solidFill>
                  <a:srgbClr val="C00000"/>
                </a:solidFill>
                <a:latin typeface="Biome Light" panose="020B0303030204020804" pitchFamily="34" charset="0"/>
                <a:cs typeface="Biome Light" panose="020B0303030204020804" pitchFamily="34" charset="0"/>
              </a:rPr>
              <a:t>Kidef Arapça</a:t>
            </a:r>
          </a:p>
        </p:txBody>
      </p:sp>
      <p:pic>
        <p:nvPicPr>
          <p:cNvPr id="7" name="Resim 6">
            <a:extLst>
              <a:ext uri="{FF2B5EF4-FFF2-40B4-BE49-F238E27FC236}">
                <a16:creationId xmlns:a16="http://schemas.microsoft.com/office/drawing/2014/main" id="{68485EAA-9674-458A-9ECC-2067FC6088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7996" y="5505971"/>
            <a:ext cx="592772" cy="583861"/>
          </a:xfrm>
          <a:prstGeom prst="rect">
            <a:avLst/>
          </a:prstGeom>
        </p:spPr>
      </p:pic>
      <p:sp>
        <p:nvSpPr>
          <p:cNvPr id="8" name="Dikdörtgen 7">
            <a:extLst>
              <a:ext uri="{FF2B5EF4-FFF2-40B4-BE49-F238E27FC236}">
                <a16:creationId xmlns:a16="http://schemas.microsoft.com/office/drawing/2014/main" id="{624A45EC-F630-407A-A214-25064024FDC7}"/>
              </a:ext>
            </a:extLst>
          </p:cNvPr>
          <p:cNvSpPr/>
          <p:nvPr/>
        </p:nvSpPr>
        <p:spPr>
          <a:xfrm>
            <a:off x="7997536" y="5443959"/>
            <a:ext cx="383977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4000" dirty="0" err="1">
                <a:solidFill>
                  <a:srgbClr val="C00000"/>
                </a:solidFill>
                <a:latin typeface="Biome Light" panose="020B0303030204020804" pitchFamily="34" charset="0"/>
                <a:cs typeface="Biome Light" panose="020B0303030204020804" pitchFamily="34" charset="0"/>
              </a:rPr>
              <a:t>kidefarapca</a:t>
            </a:r>
            <a:endParaRPr lang="tr-TR" sz="4000" dirty="0">
              <a:solidFill>
                <a:srgbClr val="C00000"/>
              </a:solidFill>
              <a:latin typeface="Biome Light" panose="020B0303030204020804" pitchFamily="34" charset="0"/>
              <a:cs typeface="Biome Light" panose="020B0303030204020804" pitchFamily="34" charset="0"/>
            </a:endParaRPr>
          </a:p>
        </p:txBody>
      </p:sp>
      <p:pic>
        <p:nvPicPr>
          <p:cNvPr id="10" name="Resim 9">
            <a:extLst>
              <a:ext uri="{FF2B5EF4-FFF2-40B4-BE49-F238E27FC236}">
                <a16:creationId xmlns:a16="http://schemas.microsoft.com/office/drawing/2014/main" id="{885A2C72-98DD-4905-800D-D11A75376E08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1" t="37655" r="62776" b="37333"/>
          <a:stretch/>
        </p:blipFill>
        <p:spPr>
          <a:xfrm>
            <a:off x="7299832" y="4723060"/>
            <a:ext cx="640792" cy="521848"/>
          </a:xfrm>
          <a:prstGeom prst="rect">
            <a:avLst/>
          </a:prstGeom>
        </p:spPr>
      </p:pic>
      <p:sp>
        <p:nvSpPr>
          <p:cNvPr id="13" name="Oval 12">
            <a:extLst>
              <a:ext uri="{FF2B5EF4-FFF2-40B4-BE49-F238E27FC236}">
                <a16:creationId xmlns:a16="http://schemas.microsoft.com/office/drawing/2014/main" id="{EDF6D79F-1D22-47F5-B172-A3A40784FDBD}"/>
              </a:ext>
            </a:extLst>
          </p:cNvPr>
          <p:cNvSpPr/>
          <p:nvPr/>
        </p:nvSpPr>
        <p:spPr>
          <a:xfrm>
            <a:off x="675111" y="427340"/>
            <a:ext cx="2869324" cy="2778140"/>
          </a:xfrm>
          <a:prstGeom prst="ellipse">
            <a:avLst/>
          </a:prstGeom>
          <a:noFill/>
          <a:ln w="114300">
            <a:solidFill>
              <a:srgbClr val="C00000"/>
            </a:solidFill>
          </a:ln>
          <a:effectLst>
            <a:glow rad="203200">
              <a:srgbClr val="9933FF">
                <a:alpha val="40000"/>
              </a:srgbClr>
            </a:glow>
            <a:reflection blurRad="25400" stA="12000" endPos="26000" dist="762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2" name="İçerik Yer Tutucusu 2">
            <a:extLst>
              <a:ext uri="{FF2B5EF4-FFF2-40B4-BE49-F238E27FC236}">
                <a16:creationId xmlns:a16="http://schemas.microsoft.com/office/drawing/2014/main" id="{02A18736-D4CE-45A0-985E-E9B5D05F4C8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-140952" y="5547982"/>
            <a:ext cx="3790249" cy="1168114"/>
          </a:xfrm>
        </p:spPr>
        <p:txBody>
          <a:bodyPr>
            <a:normAutofit/>
          </a:bodyPr>
          <a:lstStyle/>
          <a:p>
            <a:pPr marL="0" indent="0" algn="ctr">
              <a:buNone/>
            </a:pPr>
            <a:r>
              <a:rPr lang="tr-TR" sz="7200" dirty="0">
                <a:latin typeface="Biome" panose="020B0503030204020804" pitchFamily="34" charset="0"/>
                <a:cs typeface="Biome" panose="020B0503030204020804" pitchFamily="34" charset="0"/>
              </a:rPr>
              <a:t> 👌👍😎</a:t>
            </a:r>
          </a:p>
        </p:txBody>
      </p:sp>
    </p:spTree>
    <p:extLst>
      <p:ext uri="{BB962C8B-B14F-4D97-AF65-F5344CB8AC3E}">
        <p14:creationId xmlns:p14="http://schemas.microsoft.com/office/powerpoint/2010/main" val="14451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 advTm="2151">
        <p:blinds dir="vert"/>
      </p:transition>
    </mc:Choice>
    <mc:Fallback xmlns="">
      <p:transition spd="slow" advTm="2151">
        <p:blinds dir="vert"/>
      </p:transition>
    </mc:Fallback>
  </mc:AlternateContent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o 5">
            <a:extLst>
              <a:ext uri="{FF2B5EF4-FFF2-40B4-BE49-F238E27FC236}">
                <a16:creationId xmlns:a16="http://schemas.microsoft.com/office/drawing/2014/main" id="{DBF2E7B4-7C89-4C69-A20E-8DF08DD8F4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5014036"/>
              </p:ext>
            </p:extLst>
          </p:nvPr>
        </p:nvGraphicFramePr>
        <p:xfrm>
          <a:off x="338400" y="2606400"/>
          <a:ext cx="11493046" cy="3843218"/>
        </p:xfrm>
        <a:graphic>
          <a:graphicData uri="http://schemas.openxmlformats.org/drawingml/2006/table">
            <a:tbl>
              <a:tblPr firstRow="1" firstCol="1" bandRow="1"/>
              <a:tblGrid>
                <a:gridCol w="1809849">
                  <a:extLst>
                    <a:ext uri="{9D8B030D-6E8A-4147-A177-3AD203B41FA5}">
                      <a16:colId xmlns:a16="http://schemas.microsoft.com/office/drawing/2014/main" val="1802589024"/>
                    </a:ext>
                  </a:extLst>
                </a:gridCol>
                <a:gridCol w="1948551">
                  <a:extLst>
                    <a:ext uri="{9D8B030D-6E8A-4147-A177-3AD203B41FA5}">
                      <a16:colId xmlns:a16="http://schemas.microsoft.com/office/drawing/2014/main" val="3297360850"/>
                    </a:ext>
                  </a:extLst>
                </a:gridCol>
                <a:gridCol w="2349161">
                  <a:extLst>
                    <a:ext uri="{9D8B030D-6E8A-4147-A177-3AD203B41FA5}">
                      <a16:colId xmlns:a16="http://schemas.microsoft.com/office/drawing/2014/main" val="4246894264"/>
                    </a:ext>
                  </a:extLst>
                </a:gridCol>
                <a:gridCol w="1632439">
                  <a:extLst>
                    <a:ext uri="{9D8B030D-6E8A-4147-A177-3AD203B41FA5}">
                      <a16:colId xmlns:a16="http://schemas.microsoft.com/office/drawing/2014/main" val="2074375122"/>
                    </a:ext>
                  </a:extLst>
                </a:gridCol>
                <a:gridCol w="2178715">
                  <a:extLst>
                    <a:ext uri="{9D8B030D-6E8A-4147-A177-3AD203B41FA5}">
                      <a16:colId xmlns:a16="http://schemas.microsoft.com/office/drawing/2014/main" val="3592661386"/>
                    </a:ext>
                  </a:extLst>
                </a:gridCol>
                <a:gridCol w="1574331">
                  <a:extLst>
                    <a:ext uri="{9D8B030D-6E8A-4147-A177-3AD203B41FA5}">
                      <a16:colId xmlns:a16="http://schemas.microsoft.com/office/drawing/2014/main" val="3376565742"/>
                    </a:ext>
                  </a:extLst>
                </a:gridCol>
              </a:tblGrid>
              <a:tr h="237600">
                <a:tc gridSpan="6">
                  <a:txBody>
                    <a:bodyPr/>
                    <a:lstStyle/>
                    <a:p>
                      <a:pPr marL="457200" indent="-457200"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Ø"/>
                      </a:pPr>
                      <a:r>
                        <a:rPr lang="tr-TR" sz="3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İsmin sonundaki bazı </a:t>
                      </a:r>
                      <a:r>
                        <a:rPr lang="tr-TR" sz="3200" b="1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hareke değişimleridir</a:t>
                      </a:r>
                      <a:r>
                        <a:rPr lang="tr-TR" sz="32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. </a:t>
                      </a:r>
                      <a:endParaRPr lang="tr-TR" sz="32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43780387"/>
                  </a:ext>
                </a:extLst>
              </a:tr>
              <a:tr h="515069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Ref’-Merfu</a:t>
                      </a:r>
                      <a:endParaRPr lang="tr-TR" sz="4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Nasb-Mansub</a:t>
                      </a:r>
                      <a:endParaRPr lang="tr-TR" sz="4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solidFill>
                            <a:srgbClr val="7030A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Cer-Mecrur</a:t>
                      </a:r>
                      <a:endParaRPr lang="tr-TR" sz="40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0573734"/>
                  </a:ext>
                </a:extLst>
              </a:tr>
              <a:tr h="1500953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Ötre veya iki ötreye </a:t>
                      </a:r>
                      <a:r>
                        <a:rPr lang="tr-TR" sz="2400" b="1" i="1" u="none" strike="noStrike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ref</a:t>
                      </a:r>
                      <a:r>
                        <a:rPr lang="tr-TR" sz="2400" b="1" i="1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alameti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denir.  </a:t>
                      </a:r>
                      <a:r>
                        <a:rPr lang="tr-TR" sz="2400" b="0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ــــُ  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- </a:t>
                      </a:r>
                      <a:r>
                        <a:rPr lang="tr-TR" sz="2400" b="0" i="0" u="none" strike="noStrike" dirty="0">
                          <a:gradFill>
                            <a:gsLst>
                              <a:gs pos="44000">
                                <a:srgbClr val="00B05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ــــٌـــ</a:t>
                      </a:r>
                      <a:endParaRPr lang="tr-TR" sz="2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tr-TR" sz="2400" b="0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Sonu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ötre veya iki ötre ile biten kelimeye </a:t>
                      </a:r>
                      <a:r>
                        <a:rPr lang="tr-TR" sz="24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Merfu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denir.</a:t>
                      </a:r>
                      <a:endParaRPr lang="tr-TR" sz="2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Üstün veya iki üstüne </a:t>
                      </a:r>
                      <a:r>
                        <a:rPr lang="tr-TR" sz="2400" b="1" i="1" u="none" strike="noStrike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nasb</a:t>
                      </a:r>
                      <a:r>
                        <a:rPr lang="tr-TR" sz="2400" b="1" i="1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alameti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denir.  </a:t>
                      </a:r>
                      <a:r>
                        <a:rPr lang="tr-TR" sz="2400" b="0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ــــَــ  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- </a:t>
                      </a:r>
                      <a:r>
                        <a:rPr lang="tr-TR" sz="2400" b="0" i="0" u="none" strike="noStrike" dirty="0">
                          <a:gradFill>
                            <a:gsLst>
                              <a:gs pos="44000">
                                <a:srgbClr val="0070C0"/>
                              </a:gs>
                              <a:gs pos="42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ــــًـــ</a:t>
                      </a:r>
                      <a:endParaRPr lang="tr-TR" sz="2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tr-TR" sz="2400" b="0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Sonu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üstün veya iki üstünle biten kelimeye </a:t>
                      </a:r>
                      <a:r>
                        <a:rPr lang="tr-TR" sz="2400" b="1" i="1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Mansub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denir.</a:t>
                      </a:r>
                      <a:endParaRPr lang="tr-TR" sz="2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Esre veya iki esreye </a:t>
                      </a:r>
                      <a:r>
                        <a:rPr lang="tr-TR" sz="2400" b="1" i="1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cer alameti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denir.   </a:t>
                      </a:r>
                      <a:r>
                        <a:rPr lang="tr-TR" sz="2400" b="0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ــــِــ  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- </a:t>
                      </a:r>
                      <a:r>
                        <a:rPr lang="tr-TR" sz="2400" b="0" i="0" u="none" strike="noStrike" dirty="0">
                          <a:gradFill>
                            <a:gsLst>
                              <a:gs pos="24000">
                                <a:srgbClr val="9933FF"/>
                              </a:gs>
                              <a:gs pos="26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ــــٍـــ</a:t>
                      </a:r>
                      <a:endParaRPr lang="tr-TR" sz="2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tr-TR" sz="2400" b="0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Sonu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esre veya iki esre ile biten kelimeye </a:t>
                      </a:r>
                      <a:r>
                        <a:rPr lang="tr-TR" sz="2400" b="1" i="1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Mecrur</a:t>
                      </a:r>
                      <a:r>
                        <a:rPr lang="tr-TR" sz="2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denir.</a:t>
                      </a:r>
                      <a:endParaRPr lang="tr-TR" sz="24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0231143"/>
                  </a:ext>
                </a:extLst>
              </a:tr>
              <a:tr h="281480"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9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9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3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 </a:t>
                      </a:r>
                      <a:endParaRPr lang="tr-TR" sz="1900" b="0" i="0" u="none" strike="noStrike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4716152"/>
                  </a:ext>
                </a:extLst>
              </a:tr>
              <a:tr h="594077"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</a:t>
                      </a:r>
                      <a:r>
                        <a:rPr lang="ar-SA" sz="3600" b="0" i="0" u="none" strike="noStrike" dirty="0">
                          <a:gradFill>
                            <a:gsLst>
                              <a:gs pos="53000">
                                <a:srgbClr val="00B050"/>
                              </a:gs>
                              <a:gs pos="5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بٌ</a:t>
                      </a:r>
                      <a:endParaRPr lang="ar-SA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72562" marR="72562" marT="1007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</a:t>
                      </a:r>
                      <a:r>
                        <a:rPr lang="ar-SA" sz="3600" b="0" i="0" u="none" strike="noStrike" dirty="0">
                          <a:gradFill>
                            <a:gsLst>
                              <a:gs pos="53000">
                                <a:srgbClr val="00B050"/>
                              </a:gs>
                              <a:gs pos="5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بُ</a:t>
                      </a:r>
                      <a:endParaRPr lang="ar-SA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53000">
                                <a:srgbClr val="0070C0"/>
                              </a:gs>
                              <a:gs pos="5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بً</a:t>
                      </a:r>
                      <a:r>
                        <a:rPr lang="ar-EG" sz="36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</a:t>
                      </a:r>
                      <a:endParaRPr lang="ar-EG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72562" marR="72562" marT="10078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</a:t>
                      </a:r>
                      <a:r>
                        <a:rPr lang="ar-SA" sz="3600" b="0" i="0" u="none" strike="noStrike" dirty="0">
                          <a:gradFill>
                            <a:gsLst>
                              <a:gs pos="59000">
                                <a:srgbClr val="0070C0"/>
                              </a:gs>
                              <a:gs pos="5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endParaRPr lang="ar-SA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72562" marR="72562" marT="1007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92000">
                                <a:srgbClr val="9933FF"/>
                              </a:gs>
                              <a:gs pos="8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بٍ</a:t>
                      </a:r>
                      <a:endParaRPr lang="ar-EG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96749" marR="96749" marT="48374" marB="48374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</a:t>
                      </a:r>
                      <a:r>
                        <a:rPr lang="ar-EG" sz="3600" b="0" i="0" u="none" strike="noStrike" dirty="0">
                          <a:gradFill>
                            <a:gsLst>
                              <a:gs pos="92000">
                                <a:srgbClr val="9933FF"/>
                              </a:gs>
                              <a:gs pos="86000">
                                <a:srgbClr val="000000"/>
                              </a:gs>
                            </a:gsLst>
                            <a:lin ang="5400000" scaled="0"/>
                          </a:gra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بِ</a:t>
                      </a:r>
                      <a:endParaRPr lang="ar-EG" sz="3600" b="0" i="0" u="none" strike="noStrike" dirty="0">
                        <a:effectLst/>
                        <a:latin typeface="Calibri Light" panose="020F0302020204030204" pitchFamily="34" charset="0"/>
                        <a:cs typeface="Calibri Light" panose="020F0302020204030204" pitchFamily="34" charset="0"/>
                      </a:endParaRPr>
                    </a:p>
                  </a:txBody>
                  <a:tcPr marL="72562" marR="72562" marT="1007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2700819"/>
                  </a:ext>
                </a:extLst>
              </a:tr>
            </a:tbl>
          </a:graphicData>
        </a:graphic>
      </p:graphicFrame>
      <p:sp>
        <p:nvSpPr>
          <p:cNvPr id="9" name="Unvan 1">
            <a:extLst>
              <a:ext uri="{FF2B5EF4-FFF2-40B4-BE49-F238E27FC236}">
                <a16:creationId xmlns:a16="http://schemas.microsoft.com/office/drawing/2014/main" id="{1938193C-9707-4FB4-B5F0-090385A3BC9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32400" y="484328"/>
            <a:ext cx="11527200" cy="2230750"/>
          </a:xfrm>
        </p:spPr>
        <p:txBody>
          <a:bodyPr>
            <a:normAutofit/>
          </a:bodyPr>
          <a:lstStyle/>
          <a:p>
            <a:r>
              <a:rPr lang="tr-TR" sz="7200" b="1" dirty="0">
                <a:solidFill>
                  <a:srgbClr val="00B0F0"/>
                </a:solidFill>
              </a:rPr>
              <a:t>🔬 </a:t>
            </a:r>
            <a:r>
              <a:rPr lang="tr-TR" sz="7200" b="1" u="sng" dirty="0">
                <a:solidFill>
                  <a:srgbClr val="00B0F0"/>
                </a:solidFill>
              </a:rPr>
              <a:t>Tekil</a:t>
            </a:r>
            <a:r>
              <a:rPr lang="tr-TR" sz="7200" b="1" dirty="0">
                <a:solidFill>
                  <a:srgbClr val="00B0F0"/>
                </a:solidFill>
              </a:rPr>
              <a:t> İsimlerin Ref, Nasb ve Cer Halleri </a:t>
            </a:r>
            <a:endParaRPr lang="tr-TR" sz="9600" dirty="0">
              <a:solidFill>
                <a:srgbClr val="00B0F0"/>
              </a:solidFill>
              <a:latin typeface="Biome" panose="020B0503030204020804" pitchFamily="34" charset="0"/>
              <a:cs typeface="Biome" panose="020B05030302040208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4563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Unvan 1">
            <a:extLst>
              <a:ext uri="{FF2B5EF4-FFF2-40B4-BE49-F238E27FC236}">
                <a16:creationId xmlns:a16="http://schemas.microsoft.com/office/drawing/2014/main" id="{AF1389D3-65EF-48B6-A7AD-137E6BEE3A77}"/>
              </a:ext>
            </a:extLst>
          </p:cNvPr>
          <p:cNvSpPr txBox="1">
            <a:spLocks/>
          </p:cNvSpPr>
          <p:nvPr/>
        </p:nvSpPr>
        <p:spPr>
          <a:xfrm>
            <a:off x="332400" y="513512"/>
            <a:ext cx="11527200" cy="22307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7200" b="1" dirty="0">
                <a:solidFill>
                  <a:srgbClr val="00B0F0"/>
                </a:solidFill>
              </a:rPr>
              <a:t>🔬 </a:t>
            </a:r>
            <a:r>
              <a:rPr lang="tr-TR" sz="7200" b="1" u="sng" dirty="0">
                <a:solidFill>
                  <a:srgbClr val="00B0F0"/>
                </a:solidFill>
              </a:rPr>
              <a:t>İkil</a:t>
            </a:r>
            <a:r>
              <a:rPr lang="tr-TR" sz="7200" b="1" dirty="0">
                <a:solidFill>
                  <a:srgbClr val="00B0F0"/>
                </a:solidFill>
              </a:rPr>
              <a:t> İsimlerin Ref, Nasb ve Cer Halleri </a:t>
            </a:r>
            <a:endParaRPr lang="tr-TR" sz="9600" dirty="0">
              <a:solidFill>
                <a:srgbClr val="00B0F0"/>
              </a:solidFill>
              <a:latin typeface="Biome" panose="020B0503030204020804" pitchFamily="34" charset="0"/>
              <a:cs typeface="Biome" panose="020B0503030204020804" pitchFamily="34" charset="0"/>
            </a:endParaRPr>
          </a:p>
        </p:txBody>
      </p:sp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810F0661-C112-42CE-884E-E67EE6090A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873979"/>
              </p:ext>
            </p:extLst>
          </p:nvPr>
        </p:nvGraphicFramePr>
        <p:xfrm>
          <a:off x="321600" y="3481044"/>
          <a:ext cx="3732000" cy="2554122"/>
        </p:xfrm>
        <a:graphic>
          <a:graphicData uri="http://schemas.openxmlformats.org/drawingml/2006/table">
            <a:tbl>
              <a:tblPr firstRow="1" firstCol="1" bandRow="1"/>
              <a:tblGrid>
                <a:gridCol w="1667419">
                  <a:extLst>
                    <a:ext uri="{9D8B030D-6E8A-4147-A177-3AD203B41FA5}">
                      <a16:colId xmlns:a16="http://schemas.microsoft.com/office/drawing/2014/main" val="4182115768"/>
                    </a:ext>
                  </a:extLst>
                </a:gridCol>
                <a:gridCol w="2064581">
                  <a:extLst>
                    <a:ext uri="{9D8B030D-6E8A-4147-A177-3AD203B41FA5}">
                      <a16:colId xmlns:a16="http://schemas.microsoft.com/office/drawing/2014/main" val="3697532412"/>
                    </a:ext>
                  </a:extLst>
                </a:gridCol>
              </a:tblGrid>
              <a:tr h="650732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2162949"/>
                  </a:ext>
                </a:extLst>
              </a:tr>
              <a:tr h="105801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0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Sonu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ـــَــ</a:t>
                      </a:r>
                      <a:r>
                        <a:rPr lang="ar-AE" sz="2600" b="1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r>
                        <a:rPr lang="ar-AE" sz="2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tr-TR" sz="26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ile biten ikil kelime </a:t>
                      </a:r>
                      <a:r>
                        <a:rPr lang="tr-TR" sz="26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Merfu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olur.</a:t>
                      </a:r>
                      <a:endParaRPr lang="tr-TR" sz="2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9846043"/>
                  </a:ext>
                </a:extLst>
              </a:tr>
              <a:tr h="24352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2257884"/>
                  </a:ext>
                </a:extLst>
              </a:tr>
              <a:tr h="601860"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</a:t>
                      </a:r>
                      <a:r>
                        <a:rPr lang="ar-SA" sz="3200" b="0" i="0" u="none" strike="noStrike" dirty="0">
                          <a:gradFill>
                            <a:gsLst>
                              <a:gs pos="53000">
                                <a:srgbClr val="00B050"/>
                              </a:gs>
                              <a:gs pos="5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r>
                        <a:rPr lang="ar-SA" sz="32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انِ</a:t>
                      </a:r>
                      <a:endParaRPr lang="ar-SA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6615" marR="126615" marT="1758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</a:t>
                      </a:r>
                      <a:r>
                        <a:rPr lang="ar-SA" sz="3200" b="0" i="0" u="none" strike="noStrike" dirty="0">
                          <a:gradFill>
                            <a:gsLst>
                              <a:gs pos="53000">
                                <a:srgbClr val="00B050"/>
                              </a:gs>
                              <a:gs pos="5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r>
                        <a:rPr lang="ar-SA" sz="3200" b="0" i="0" u="none" strike="noStrike" dirty="0">
                          <a:solidFill>
                            <a:srgbClr val="00B05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ـانِ</a:t>
                      </a:r>
                      <a:endParaRPr lang="ar-SA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6615" marR="126615" marT="17585" marB="0">
                    <a:lnL>
                      <a:noFill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0890344"/>
                  </a:ext>
                </a:extLst>
              </a:tr>
            </a:tbl>
          </a:graphicData>
        </a:graphic>
      </p:graphicFrame>
      <p:graphicFrame>
        <p:nvGraphicFramePr>
          <p:cNvPr id="9" name="Tablo 8">
            <a:extLst>
              <a:ext uri="{FF2B5EF4-FFF2-40B4-BE49-F238E27FC236}">
                <a16:creationId xmlns:a16="http://schemas.microsoft.com/office/drawing/2014/main" id="{1006699F-8854-4020-8317-E7A770DB30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2553587"/>
              </p:ext>
            </p:extLst>
          </p:nvPr>
        </p:nvGraphicFramePr>
        <p:xfrm>
          <a:off x="4049400" y="3481045"/>
          <a:ext cx="7816800" cy="2554124"/>
        </p:xfrm>
        <a:graphic>
          <a:graphicData uri="http://schemas.openxmlformats.org/drawingml/2006/table">
            <a:tbl>
              <a:tblPr firstRow="1" firstCol="1" bandRow="1"/>
              <a:tblGrid>
                <a:gridCol w="1737964">
                  <a:extLst>
                    <a:ext uri="{9D8B030D-6E8A-4147-A177-3AD203B41FA5}">
                      <a16:colId xmlns:a16="http://schemas.microsoft.com/office/drawing/2014/main" val="1306300764"/>
                    </a:ext>
                  </a:extLst>
                </a:gridCol>
                <a:gridCol w="2265236">
                  <a:extLst>
                    <a:ext uri="{9D8B030D-6E8A-4147-A177-3AD203B41FA5}">
                      <a16:colId xmlns:a16="http://schemas.microsoft.com/office/drawing/2014/main" val="805391930"/>
                    </a:ext>
                  </a:extLst>
                </a:gridCol>
                <a:gridCol w="1755007">
                  <a:extLst>
                    <a:ext uri="{9D8B030D-6E8A-4147-A177-3AD203B41FA5}">
                      <a16:colId xmlns:a16="http://schemas.microsoft.com/office/drawing/2014/main" val="1428895124"/>
                    </a:ext>
                  </a:extLst>
                </a:gridCol>
                <a:gridCol w="2058593">
                  <a:extLst>
                    <a:ext uri="{9D8B030D-6E8A-4147-A177-3AD203B41FA5}">
                      <a16:colId xmlns:a16="http://schemas.microsoft.com/office/drawing/2014/main" val="2688696340"/>
                    </a:ext>
                  </a:extLst>
                </a:gridCol>
              </a:tblGrid>
              <a:tr h="650733"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endParaRPr lang="tr-TR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8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endParaRPr lang="tr-TR" sz="40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39009113"/>
                  </a:ext>
                </a:extLst>
              </a:tr>
              <a:tr h="1058010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0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Sonu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­­­­­­­­­­</a:t>
                      </a:r>
                      <a:r>
                        <a:rPr lang="tr-TR" sz="26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ـــَــ</a:t>
                      </a:r>
                      <a:r>
                        <a:rPr lang="ar-AE" sz="26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 </a:t>
                      </a:r>
                      <a:r>
                        <a:rPr lang="tr-TR" sz="2600" b="1" i="0" u="none" strike="noStrike" dirty="0">
                          <a:solidFill>
                            <a:srgbClr val="0070C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 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biten ikil 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kelime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1" i="1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Mansub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olur.</a:t>
                      </a:r>
                      <a:endParaRPr lang="tr-TR" sz="2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  <a:sym typeface="Symbol" panose="05050102010706020507" pitchFamily="18" charset="2"/>
                        </a:rPr>
                        <a:t>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0" i="0" u="sng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Sonu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 ـ ـ ـــَــ</a:t>
                      </a:r>
                      <a:r>
                        <a:rPr lang="ar-AE" sz="2600" b="1" i="0" u="none" strike="noStrike" dirty="0">
                          <a:solidFill>
                            <a:srgbClr val="FF006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r>
                        <a:rPr lang="ar-AE" sz="26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biten kelime </a:t>
                      </a:r>
                      <a:r>
                        <a:rPr lang="tr-TR" sz="2600" b="1" i="1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Mecrur</a:t>
                      </a:r>
                      <a:r>
                        <a:rPr lang="tr-TR" sz="26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olur.</a:t>
                      </a:r>
                      <a:endParaRPr lang="tr-TR" sz="26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274499"/>
                  </a:ext>
                </a:extLst>
              </a:tr>
              <a:tr h="243521"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t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tr-TR" sz="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tr-TR" sz="28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68821" marR="168821" marT="84410" marB="84410">
                    <a:lnL w="12700" cap="flat" cmpd="sng" algn="ctr">
                      <a:solidFill>
                        <a:srgbClr val="A6A6A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00964240"/>
                  </a:ext>
                </a:extLst>
              </a:tr>
              <a:tr h="601860"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</a:t>
                      </a:r>
                      <a:r>
                        <a:rPr lang="ar-EG" sz="3200" b="0" i="0" u="none" strike="noStrike" dirty="0">
                          <a:gradFill>
                            <a:gsLst>
                              <a:gs pos="53000">
                                <a:srgbClr val="0070C0"/>
                              </a:gs>
                              <a:gs pos="51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r>
                        <a:rPr lang="ar-EG" sz="32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ـيْـنِ</a:t>
                      </a:r>
                      <a:endParaRPr lang="ar-EG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6615" marR="126615" marT="17585" marB="0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SA" sz="3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</a:t>
                      </a:r>
                      <a:r>
                        <a:rPr lang="ar-SA" sz="3200" b="0" i="0" u="none" strike="noStrike" dirty="0">
                          <a:gradFill>
                            <a:gsLst>
                              <a:gs pos="59000">
                                <a:srgbClr val="0070C0"/>
                              </a:gs>
                              <a:gs pos="54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r>
                        <a:rPr lang="ar-SA" sz="3200" b="0" i="0" u="none" strike="noStrike" dirty="0">
                          <a:solidFill>
                            <a:srgbClr val="0070C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ـيْـنِ</a:t>
                      </a:r>
                      <a:endParaRPr lang="ar-SA" sz="40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6615" marR="126615" marT="17585" marB="0">
                    <a:lnL>
                      <a:noFill/>
                    </a:lnL>
                    <a:lnR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طَالِ</a:t>
                      </a:r>
                      <a:r>
                        <a:rPr lang="ar-EG" sz="3200" b="0" i="0" u="none" strike="noStrike" dirty="0">
                          <a:gradFill>
                            <a:gsLst>
                              <a:gs pos="54000">
                                <a:srgbClr val="FF0066"/>
                              </a:gs>
                              <a:gs pos="49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بَـ</a:t>
                      </a:r>
                      <a:r>
                        <a:rPr lang="ar-EG" sz="32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ar-EG" sz="40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6615" marR="126615" marT="17585" marB="0">
                    <a:lnL w="12700" cap="flat" cmpd="sng" algn="ctr">
                      <a:solidFill>
                        <a:srgbClr val="BFBFBF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ar-EG" sz="3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اَلطَّالِ</a:t>
                      </a:r>
                      <a:r>
                        <a:rPr lang="ar-EG" sz="3200" b="0" i="0" u="none" strike="noStrike" dirty="0">
                          <a:gradFill>
                            <a:gsLst>
                              <a:gs pos="54000">
                                <a:srgbClr val="FF0066"/>
                              </a:gs>
                              <a:gs pos="49000">
                                <a:srgbClr val="000000"/>
                              </a:gs>
                            </a:gsLst>
                            <a:lin ang="16200000" scaled="0"/>
                          </a:gra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بَ</a:t>
                      </a:r>
                      <a:r>
                        <a:rPr lang="ar-EG" sz="3200" b="0" i="0" u="none" strike="noStrike" dirty="0">
                          <a:solidFill>
                            <a:srgbClr val="7030A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ـ</a:t>
                      </a:r>
                      <a:r>
                        <a:rPr lang="ar-EG" sz="3200" b="0" i="0" u="none" strike="noStrike" dirty="0">
                          <a:solidFill>
                            <a:srgbClr val="FF0066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Calibri Light" panose="020F0302020204030204" pitchFamily="34" charset="0"/>
                        </a:rPr>
                        <a:t>يْـنِ</a:t>
                      </a:r>
                      <a:endParaRPr lang="ar-EG" sz="4000" b="0" i="0" u="none" strike="noStrike" dirty="0">
                        <a:solidFill>
                          <a:srgbClr val="FF0066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126615" marR="126615" marT="17585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9253878"/>
                  </a:ext>
                </a:extLst>
              </a:tr>
            </a:tbl>
          </a:graphicData>
        </a:graphic>
      </p:graphicFrame>
      <p:sp>
        <p:nvSpPr>
          <p:cNvPr id="10" name="Dikdörtgen 9">
            <a:extLst>
              <a:ext uri="{FF2B5EF4-FFF2-40B4-BE49-F238E27FC236}">
                <a16:creationId xmlns:a16="http://schemas.microsoft.com/office/drawing/2014/main" id="{B16A3FE7-2714-41CD-BBBD-18449EBA44FA}"/>
              </a:ext>
            </a:extLst>
          </p:cNvPr>
          <p:cNvSpPr/>
          <p:nvPr/>
        </p:nvSpPr>
        <p:spPr>
          <a:xfrm>
            <a:off x="2325513" y="2810314"/>
            <a:ext cx="75409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3600" b="1" dirty="0">
                <a:solidFill>
                  <a:srgbClr val="00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İsmin sonundaki bazı </a:t>
            </a:r>
            <a:r>
              <a:rPr lang="tr-TR" sz="3600" b="1" u="sng" dirty="0">
                <a:solidFill>
                  <a:srgbClr val="00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harf değişimleridir</a:t>
            </a:r>
            <a:r>
              <a:rPr lang="tr-TR" sz="3600" b="1" dirty="0">
                <a:solidFill>
                  <a:srgbClr val="000000"/>
                </a:solidFill>
                <a:latin typeface="Calibri Light" panose="020F030202020403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. </a:t>
            </a:r>
            <a:endParaRPr lang="tr-TR" sz="3600" dirty="0"/>
          </a:p>
        </p:txBody>
      </p:sp>
    </p:spTree>
    <p:extLst>
      <p:ext uri="{BB962C8B-B14F-4D97-AF65-F5344CB8AC3E}">
        <p14:creationId xmlns:p14="http://schemas.microsoft.com/office/powerpoint/2010/main" val="301941690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9.2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5.7|2.5|7.7|12.6|4.8|16.3|31|10|12.6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5.7|2.5|7.7|12.6|4.8|16.3|31|10|12.6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5.7|2.5|7.7|12.6|4.8|16.3|31|10|12.6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5.7|2.5|7.7|12.6|4.8|16.3|31|10|12.6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.2|3|3.6|3|6.9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.2|3|3.6|3|6.9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.2|3|3.6|3|6.9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.2|3|3.6|3|6.9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.2|3|3.6|3|6.9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0.6|31.2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0.7|3.8|8.2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0.7|3.8|8.2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0.7|3.8|8.2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0.7|3.8|8.2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0.6|31.2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0.6|31.2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40.6|31.2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2.1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2.1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2.1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3.3|19.2|10.7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6.6|12.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6.3|6.5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16.3|6.5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İMİNG" val="|25.2|17.2"/>
</p:tagLst>
</file>

<file path=ppt/theme/theme1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1536</TotalTime>
  <Words>14082</Words>
  <Application>Microsoft Macintosh PowerPoint</Application>
  <PresentationFormat>Geniş ekran</PresentationFormat>
  <Paragraphs>7021</Paragraphs>
  <Slides>123</Slides>
  <Notes>65</Notes>
  <HiddenSlides>10</HiddenSlides>
  <MMClips>0</MMClips>
  <ScaleCrop>false</ScaleCrop>
  <HeadingPairs>
    <vt:vector size="6" baseType="variant">
      <vt:variant>
        <vt:lpstr>Kullanılan Yazı Tipleri</vt:lpstr>
      </vt:variant>
      <vt:variant>
        <vt:i4>11</vt:i4>
      </vt:variant>
      <vt:variant>
        <vt:lpstr>Tema</vt:lpstr>
      </vt:variant>
      <vt:variant>
        <vt:i4>2</vt:i4>
      </vt:variant>
      <vt:variant>
        <vt:lpstr>Slayt Başlıkları</vt:lpstr>
      </vt:variant>
      <vt:variant>
        <vt:i4>123</vt:i4>
      </vt:variant>
    </vt:vector>
  </HeadingPairs>
  <TitlesOfParts>
    <vt:vector size="136" baseType="lpstr">
      <vt:lpstr>SimHei</vt:lpstr>
      <vt:lpstr>Aldhabi</vt:lpstr>
      <vt:lpstr>Arabic Typesetting</vt:lpstr>
      <vt:lpstr>Arial</vt:lpstr>
      <vt:lpstr>Biome</vt:lpstr>
      <vt:lpstr>Biome Light</vt:lpstr>
      <vt:lpstr>Calibri</vt:lpstr>
      <vt:lpstr>Calibri Light</vt:lpstr>
      <vt:lpstr>Symbol</vt:lpstr>
      <vt:lpstr>Times New Roman</vt:lpstr>
      <vt:lpstr>Wingdings</vt:lpstr>
      <vt:lpstr>Office Teması</vt:lpstr>
      <vt:lpstr>1_Office Teması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🔬 Tekil İsimlerin Ref, Nasb ve Cer Halleri </vt:lpstr>
      <vt:lpstr>PowerPoint Sunusu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🔬 Kelime Analizi | Çoğul İsimlerin Merfu, Mansub ve Mecrur Halleri </dc:title>
  <dc:creator>Geylani DEMİRBAĞ</dc:creator>
  <cp:lastModifiedBy>Geylani DEMİRBAĞ</cp:lastModifiedBy>
  <cp:revision>66</cp:revision>
  <dcterms:created xsi:type="dcterms:W3CDTF">2020-05-09T02:32:28Z</dcterms:created>
  <dcterms:modified xsi:type="dcterms:W3CDTF">2026-08-09T20:33:28Z</dcterms:modified>
</cp:coreProperties>
</file>