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7" r:id="rId2"/>
    <p:sldId id="258" r:id="rId3"/>
    <p:sldId id="259" r:id="rId4"/>
    <p:sldId id="436" r:id="rId5"/>
    <p:sldId id="378" r:id="rId6"/>
    <p:sldId id="437" r:id="rId7"/>
    <p:sldId id="377" r:id="rId8"/>
    <p:sldId id="375" r:id="rId9"/>
    <p:sldId id="551" r:id="rId10"/>
    <p:sldId id="483" r:id="rId11"/>
    <p:sldId id="537" r:id="rId12"/>
    <p:sldId id="498" r:id="rId13"/>
    <p:sldId id="484" r:id="rId14"/>
    <p:sldId id="538" r:id="rId15"/>
    <p:sldId id="499" r:id="rId16"/>
    <p:sldId id="485" r:id="rId17"/>
    <p:sldId id="539" r:id="rId18"/>
    <p:sldId id="500" r:id="rId19"/>
    <p:sldId id="486" r:id="rId20"/>
    <p:sldId id="540" r:id="rId21"/>
    <p:sldId id="501" r:id="rId22"/>
    <p:sldId id="487" r:id="rId23"/>
    <p:sldId id="542" r:id="rId24"/>
    <p:sldId id="502" r:id="rId25"/>
    <p:sldId id="488" r:id="rId26"/>
    <p:sldId id="543" r:id="rId27"/>
    <p:sldId id="503" r:id="rId28"/>
    <p:sldId id="489" r:id="rId29"/>
    <p:sldId id="492" r:id="rId30"/>
    <p:sldId id="303" r:id="rId31"/>
    <p:sldId id="493" r:id="rId32"/>
    <p:sldId id="495" r:id="rId33"/>
    <p:sldId id="497" r:id="rId34"/>
    <p:sldId id="494" r:id="rId35"/>
    <p:sldId id="305" r:id="rId36"/>
    <p:sldId id="544" r:id="rId37"/>
    <p:sldId id="527" r:id="rId38"/>
    <p:sldId id="528" r:id="rId39"/>
    <p:sldId id="529" r:id="rId40"/>
    <p:sldId id="530" r:id="rId41"/>
    <p:sldId id="531" r:id="rId42"/>
    <p:sldId id="532" r:id="rId43"/>
    <p:sldId id="533" r:id="rId44"/>
    <p:sldId id="314" r:id="rId45"/>
    <p:sldId id="291" r:id="rId46"/>
    <p:sldId id="435" r:id="rId47"/>
    <p:sldId id="385" r:id="rId48"/>
    <p:sldId id="438" r:id="rId49"/>
    <p:sldId id="386" r:id="rId50"/>
    <p:sldId id="439" r:id="rId51"/>
    <p:sldId id="387" r:id="rId52"/>
    <p:sldId id="440" r:id="rId53"/>
    <p:sldId id="388" r:id="rId54"/>
    <p:sldId id="441" r:id="rId55"/>
    <p:sldId id="389" r:id="rId56"/>
    <p:sldId id="442" r:id="rId57"/>
    <p:sldId id="390" r:id="rId58"/>
    <p:sldId id="443" r:id="rId59"/>
    <p:sldId id="391" r:id="rId60"/>
    <p:sldId id="444" r:id="rId61"/>
    <p:sldId id="392" r:id="rId62"/>
    <p:sldId id="445" r:id="rId63"/>
    <p:sldId id="393" r:id="rId64"/>
    <p:sldId id="446" r:id="rId65"/>
    <p:sldId id="593" r:id="rId6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onu Anlatımı" id="{A35BC603-CCFF-4D87-A544-FA93E147BAF9}">
          <p14:sldIdLst>
            <p14:sldId id="257"/>
            <p14:sldId id="258"/>
            <p14:sldId id="259"/>
            <p14:sldId id="436"/>
            <p14:sldId id="378"/>
            <p14:sldId id="437"/>
            <p14:sldId id="377"/>
            <p14:sldId id="375"/>
            <p14:sldId id="551"/>
            <p14:sldId id="483"/>
            <p14:sldId id="537"/>
            <p14:sldId id="498"/>
            <p14:sldId id="484"/>
            <p14:sldId id="538"/>
            <p14:sldId id="499"/>
            <p14:sldId id="485"/>
            <p14:sldId id="539"/>
            <p14:sldId id="500"/>
            <p14:sldId id="486"/>
            <p14:sldId id="540"/>
            <p14:sldId id="501"/>
            <p14:sldId id="487"/>
            <p14:sldId id="542"/>
            <p14:sldId id="502"/>
            <p14:sldId id="488"/>
            <p14:sldId id="543"/>
            <p14:sldId id="503"/>
            <p14:sldId id="489"/>
            <p14:sldId id="492"/>
            <p14:sldId id="303"/>
            <p14:sldId id="493"/>
            <p14:sldId id="495"/>
            <p14:sldId id="497"/>
            <p14:sldId id="494"/>
            <p14:sldId id="305"/>
            <p14:sldId id="544"/>
            <p14:sldId id="527"/>
            <p14:sldId id="528"/>
            <p14:sldId id="529"/>
            <p14:sldId id="530"/>
            <p14:sldId id="531"/>
            <p14:sldId id="532"/>
            <p14:sldId id="533"/>
            <p14:sldId id="314"/>
            <p14:sldId id="291"/>
            <p14:sldId id="435"/>
            <p14:sldId id="385"/>
            <p14:sldId id="438"/>
            <p14:sldId id="386"/>
            <p14:sldId id="439"/>
            <p14:sldId id="387"/>
            <p14:sldId id="440"/>
            <p14:sldId id="388"/>
            <p14:sldId id="441"/>
            <p14:sldId id="389"/>
            <p14:sldId id="442"/>
            <p14:sldId id="390"/>
            <p14:sldId id="443"/>
            <p14:sldId id="391"/>
            <p14:sldId id="444"/>
            <p14:sldId id="392"/>
            <p14:sldId id="445"/>
            <p14:sldId id="393"/>
            <p14:sldId id="446"/>
          </p14:sldIdLst>
        </p14:section>
        <p14:section name="DÇK Alıştırma" id="{7DD1308D-0F68-B543-8696-C12B34FDB3D8}">
          <p14:sldIdLst>
            <p14:sldId id="5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FF00FF"/>
    <a:srgbClr val="FF33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Açık Stil 3 - Vurgu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Orta Sti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Açık Stil 1 - Vurgu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65" autoAdjust="0"/>
    <p:restoredTop sz="95261" autoAdjust="0"/>
  </p:normalViewPr>
  <p:slideViewPr>
    <p:cSldViewPr snapToGrid="0">
      <p:cViewPr varScale="1">
        <p:scale>
          <a:sx n="108" d="100"/>
          <a:sy n="108" d="100"/>
        </p:scale>
        <p:origin x="2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15T12:40:58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906 274 5577 0 0,'-33'-52'3345'0'0,"11"16"-929"0"0,-9-8-2416 0 0,22 32 155 0 0,0 1 0 0 0,-1 0 0 0 0,-1 0 0 0 0,0 1 0 0 0,-7-4-155 0 0,5 4 10 0 0,0 1-1 0 0,-1 1 1 0 0,0 0-1 0 0,0 1 1 0 0,-1 1-1 0 0,0 0 1 0 0,0 1-1 0 0,-1 0 1 0 0,-3 1-10 0 0,10 2-20 0 0,0 1 1 0 0,0 0-1 0 0,0 0 0 0 0,0 1 1 0 0,-1 0-1 0 0,1 1 1 0 0,0 0-1 0 0,0 0 0 0 0,0 1 1 0 0,0 1-1 0 0,0-1 1 0 0,1 1-1 0 0,-1 1 0 0 0,1-1 1 0 0,0 2-1 0 0,-6 2 20 0 0,-3 5 19 0 0,1 1 1 0 0,1 0-1 0 0,0 1 0 0 0,1 0 0 0 0,0 1 1 0 0,1 1-1 0 0,-4 7-19 0 0,-20 33 821 0 0,-17 35-821 0 0,15-20 599 0 0,3 2 0 0 0,3 2-1 0 0,4 1 1 0 0,3 1-1 0 0,3 1 1 0 0,-12 80-599 0 0,29-117 64 0 0,1 0 1 0 0,2 0-1 0 0,2 1 1 0 0,2-1-1 0 0,2 0 0 0 0,4 22-64 0 0,-4-44-5 0 0,1 0 0 0 0,0-1 0 0 0,2 1 0 0 0,0-1 0 0 0,1 0 0 0 0,1-1 0 0 0,1 0 0 0 0,0 0 0 0 0,1 0 0 0 0,1-2 0 0 0,1 1 0 0 0,0-1 0 0 0,1-1 0 0 0,0 0 0 0 0,2 0 5 0 0,0-2 39 0 0,1 0 1 0 0,0-1 0 0 0,1-1 0 0 0,0 0 0 0 0,1-1 0 0 0,0-1-1 0 0,17 5-39 0 0,-9-6 58 0 0,0 0 0 0 0,1-2 0 0 0,0 0-1 0 0,-1-2 1 0 0,18-1-58 0 0,-6-2 42 0 0,1-1 1 0 0,-1-3-1 0 0,0-1 0 0 0,0-1 0 0 0,0-3 1 0 0,-1-1-1 0 0,0-1 0 0 0,7-5-42 0 0,-5-1 31 0 0,0-1 0 0 0,-1-1 0 0 0,-2-3 0 0 0,0 0 0 0 0,-1-3 1 0 0,-1-1-1 0 0,-1-1 0 0 0,19-23-31 0 0,-31 28 6 0 0,-1 0 0 0 0,-2-2 0 0 0,0 0 0 0 0,-2-2-1 0 0,0 1 1 0 0,-2-2 0 0 0,-1 0 0 0 0,-1-1 0 0 0,-2 0 0 0 0,0 0 0 0 0,-2-1 0 0 0,3-21-6 0 0,-6 9-39 0 0,-1 0 0 0 0,-2 0 0 0 0,-2 0 0 0 0,-2 1-1 0 0,-1-1 1 0 0,-2 0 0 0 0,-2 1 0 0 0,-11-36 39 0 0,1 21-943 0 0,-2 1 0 0 0,-2 0 0 0 0,-2 2 0 0 0,-3 0 0 0 0,-2 2 1 0 0,-3-1 942 0 0,13 24-3390 0 0,-15-16 3390 0 0,-20-15-6433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15T12:41:19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906 274 5577 0 0,'-33'-52'3345'0'0,"11"16"-929"0"0,-9-8-2416 0 0,22 32 155 0 0,0 1 0 0 0,-1 0 0 0 0,-1 0 0 0 0,0 1 0 0 0,-7-4-155 0 0,5 4 10 0 0,0 1-1 0 0,-1 1 1 0 0,0 0-1 0 0,0 1 1 0 0,-1 1-1 0 0,0 0 1 0 0,0 1-1 0 0,-1 0 1 0 0,-3 1-10 0 0,10 2-20 0 0,0 1 1 0 0,0 0-1 0 0,0 0 0 0 0,0 1 1 0 0,-1 0-1 0 0,1 1 1 0 0,0 0-1 0 0,0 0 0 0 0,0 1 1 0 0,0 1-1 0 0,0-1 1 0 0,1 1-1 0 0,-1 1 0 0 0,1-1 1 0 0,0 2-1 0 0,-6 2 20 0 0,-3 5 19 0 0,1 1 1 0 0,1 0-1 0 0,0 1 0 0 0,1 0 0 0 0,0 1 1 0 0,1 1-1 0 0,-4 7-19 0 0,-20 33 821 0 0,-17 35-821 0 0,15-20 599 0 0,3 2 0 0 0,3 2-1 0 0,4 1 1 0 0,3 1-1 0 0,3 1 1 0 0,-12 80-599 0 0,29-117 64 0 0,1 0 1 0 0,2 0-1 0 0,2 1 1 0 0,2-1-1 0 0,2 0 0 0 0,4 22-64 0 0,-4-44-5 0 0,1 0 0 0 0,0-1 0 0 0,2 1 0 0 0,0-1 0 0 0,1 0 0 0 0,1-1 0 0 0,1 0 0 0 0,0 0 0 0 0,1 0 0 0 0,1-2 0 0 0,1 1 0 0 0,0-1 0 0 0,1-1 0 0 0,0 0 0 0 0,2 0 5 0 0,0-2 39 0 0,1 0 1 0 0,0-1 0 0 0,1-1 0 0 0,0 0 0 0 0,1-1 0 0 0,0-1-1 0 0,17 5-39 0 0,-9-6 58 0 0,0 0 0 0 0,1-2 0 0 0,0 0-1 0 0,-1-2 1 0 0,18-1-58 0 0,-6-2 42 0 0,1-1 1 0 0,-1-3-1 0 0,0-1 0 0 0,0-1 0 0 0,0-3 1 0 0,-1-1-1 0 0,0-1 0 0 0,7-5-42 0 0,-5-1 31 0 0,0-1 0 0 0,-1-1 0 0 0,-2-3 0 0 0,0 0 0 0 0,-1-3 1 0 0,-1-1-1 0 0,-1-1 0 0 0,19-23-31 0 0,-31 28 6 0 0,-1 0 0 0 0,-2-2 0 0 0,0 0 0 0 0,-2-2-1 0 0,0 1 1 0 0,-2-2 0 0 0,-1 0 0 0 0,-1-1 0 0 0,-2 0 0 0 0,0 0 0 0 0,-2-1 0 0 0,3-21-6 0 0,-6 9-39 0 0,-1 0 0 0 0,-2 0 0 0 0,-2 0 0 0 0,-2 1-1 0 0,-1-1 1 0 0,-2 0 0 0 0,-2 1 0 0 0,-11-36 39 0 0,1 21-943 0 0,-2 1 0 0 0,-2 0 0 0 0,-2 2 0 0 0,-3 0 0 0 0,-2 2 1 0 0,-3-1 942 0 0,13 24-3390 0 0,-15-16 3390 0 0,-20-15-6433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15T12:41:24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906 274 5577 0 0,'-33'-52'3345'0'0,"11"16"-929"0"0,-9-8-2416 0 0,22 32 155 0 0,0 1 0 0 0,-1 0 0 0 0,-1 0 0 0 0,0 1 0 0 0,-7-4-155 0 0,5 4 10 0 0,0 1-1 0 0,-1 1 1 0 0,0 0-1 0 0,0 1 1 0 0,-1 1-1 0 0,0 0 1 0 0,0 1-1 0 0,-1 0 1 0 0,-3 1-10 0 0,10 2-20 0 0,0 1 1 0 0,0 0-1 0 0,0 0 0 0 0,0 1 1 0 0,-1 0-1 0 0,1 1 1 0 0,0 0-1 0 0,0 0 0 0 0,0 1 1 0 0,0 1-1 0 0,0-1 1 0 0,1 1-1 0 0,-1 1 0 0 0,1-1 1 0 0,0 2-1 0 0,-6 2 20 0 0,-3 5 19 0 0,1 1 1 0 0,1 0-1 0 0,0 1 0 0 0,1 0 0 0 0,0 1 1 0 0,1 1-1 0 0,-4 7-19 0 0,-20 33 821 0 0,-17 35-821 0 0,15-20 599 0 0,3 2 0 0 0,3 2-1 0 0,4 1 1 0 0,3 1-1 0 0,3 1 1 0 0,-12 80-599 0 0,29-117 64 0 0,1 0 1 0 0,2 0-1 0 0,2 1 1 0 0,2-1-1 0 0,2 0 0 0 0,4 22-64 0 0,-4-44-5 0 0,1 0 0 0 0,0-1 0 0 0,2 1 0 0 0,0-1 0 0 0,1 0 0 0 0,1-1 0 0 0,1 0 0 0 0,0 0 0 0 0,1 0 0 0 0,1-2 0 0 0,1 1 0 0 0,0-1 0 0 0,1-1 0 0 0,0 0 0 0 0,2 0 5 0 0,0-2 39 0 0,1 0 1 0 0,0-1 0 0 0,1-1 0 0 0,0 0 0 0 0,1-1 0 0 0,0-1-1 0 0,17 5-39 0 0,-9-6 58 0 0,0 0 0 0 0,1-2 0 0 0,0 0-1 0 0,-1-2 1 0 0,18-1-58 0 0,-6-2 42 0 0,1-1 1 0 0,-1-3-1 0 0,0-1 0 0 0,0-1 0 0 0,0-3 1 0 0,-1-1-1 0 0,0-1 0 0 0,7-5-42 0 0,-5-1 31 0 0,0-1 0 0 0,-1-1 0 0 0,-2-3 0 0 0,0 0 0 0 0,-1-3 1 0 0,-1-1-1 0 0,-1-1 0 0 0,19-23-31 0 0,-31 28 6 0 0,-1 0 0 0 0,-2-2 0 0 0,0 0 0 0 0,-2-2-1 0 0,0 1 1 0 0,-2-2 0 0 0,-1 0 0 0 0,-1-1 0 0 0,-2 0 0 0 0,0 0 0 0 0,-2-1 0 0 0,3-21-6 0 0,-6 9-39 0 0,-1 0 0 0 0,-2 0 0 0 0,-2 0 0 0 0,-2 1-1 0 0,-1-1 1 0 0,-2 0 0 0 0,-2 1 0 0 0,-11-36 39 0 0,1 21-943 0 0,-2 1 0 0 0,-2 0 0 0 0,-2 2 0 0 0,-3 0 0 0 0,-2 2 1 0 0,-3-1 942 0 0,13 24-3390 0 0,-15-16 3390 0 0,-20-15-6433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52:39.763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43 5 2064 0 0,'-12'-4'5544'0'0,"24"14"-2555"0"0,22 13-631 0 0,3-5-652 0 0,30 20-1706 0 0,-40-19 102 0 0,1-3-1 0 0,-1-2 1 0 0,28 11-102 0 0,-4-3 127 0 0,-18-6 73 0 0,-82 1 404 0 0,6 5-620 0 0,2 2 0 0 0,-38 27 16 0 0,-19 12-2017 0 0,32-28-3621 0 0,40-23-972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52:39.764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411 9 688 0 0,'-7'0'6330'0'0,"-1"-2"-3963"0"0,-12-4-1575 0 0,-16 1-430 0 0,27 3-317 0 0,3 0-1 0 0,-3 2 1 0 0,-2 0-1 0 0,5 0 1 0 0,-3 2-1 0 0,1 0-44 0 0,-7 3 72 0 0,2 1 0 0 0,0 3 0 0 0,0-1-1 0 0,2 1 1 0 0,-2 2 0 0 0,3 0 0 0 0,-3 4 0 0 0,0-2-1 0 0,2 2 1 0 0,3-2 0 0 0,-3 4 0 0 0,0 2-72 0 0,0 3 198 0 0,-2 2 1 0 0,3-1 0 0 0,-1 1 0 0 0,0 4-1 0 0,3-4 1 0 0,1 6 0 0 0,-1-4-1 0 0,1 6 1 0 0,-4 9-199 0 0,5-4 104 0 0,-3 2 0 0 0,5 0 0 0 0,0 4 0 0 0,-1-4 0 0 0,3 2 0 0 0,0 2 0 0 0,0-2-1 0 0,2-2 1 0 0,0 2 0 0 0,2 2 0 0 0,5 32-104 0 0,-1-3-2467 0 0,0 3-3978 0 0,-3-55 1022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45:16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53:27.904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43 5 2064 0 0,'-12'-4'5544'0'0,"24"14"-2555"0"0,22 13-631 0 0,3-5-652 0 0,30 20-1706 0 0,-40-19 102 0 0,1-3-1 0 0,-1-2 1 0 0,28 11-102 0 0,-4-3 127 0 0,-18-6 73 0 0,-82 1 404 0 0,6 5-620 0 0,2 2 0 0 0,-38 27 16 0 0,-19 12-2017 0 0,32-28-3621 0 0,40-23-972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0-13T10:53:27.905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411 9 688 0 0,'-7'0'6330'0'0,"-1"-2"-3963"0"0,-12-4-1575 0 0,-16 1-430 0 0,27 3-317 0 0,3 0-1 0 0,-3 2 1 0 0,-2 0-1 0 0,5 0 1 0 0,-3 2-1 0 0,1 0-44 0 0,-7 3 72 0 0,2 1 0 0 0,0 3 0 0 0,0-1-1 0 0,2 1 1 0 0,-2 2 0 0 0,3 0 0 0 0,-3 4 0 0 0,0-2-1 0 0,2 2 1 0 0,3-2 0 0 0,-3 4 0 0 0,0 2-72 0 0,0 3 198 0 0,-2 2 1 0 0,3-1 0 0 0,-1 1 0 0 0,0 4-1 0 0,3-4 1 0 0,1 6 0 0 0,-1-4-1 0 0,1 6 1 0 0,-4 9-199 0 0,5-4 104 0 0,-3 2 0 0 0,5 0 0 0 0,0 4 0 0 0,-1-4 0 0 0,3 2 0 0 0,0 2 0 0 0,0-2-1 0 0,2-2 1 0 0,0 2 0 0 0,2 2 0 0 0,5 32-104 0 0,-1-3-2467 0 0,0 3-3978 0 0,-3-55 1022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9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8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7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31:00.136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43 5 2064 0 0,'-12'-4'5544'0'0,"24"14"-2555"0"0,22 13-631 0 0,3-5-652 0 0,30 20-1706 0 0,-40-19 102 0 0,1-3-1 0 0,-1-2 1 0 0,28 11-102 0 0,-4-3 127 0 0,-18-6 73 0 0,-82 1 404 0 0,6 5-620 0 0,2 2 0 0 0,-38 27 16 0 0,-19 12-2017 0 0,32-28-3621 0 0,40-23-972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6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411 9 688 0 0,'-7'0'6330'0'0,"-1"-2"-3963"0"0,-12-4-1575 0 0,-16 1-430 0 0,27 3-317 0 0,3 0-1 0 0,-3 2 1 0 0,-2 0-1 0 0,5 0 1 0 0,-3 2-1 0 0,1 0-44 0 0,-7 3 72 0 0,2 1 0 0 0,0 3 0 0 0,0-1-1 0 0,2 1 1 0 0,-2 2 0 0 0,3 0 0 0 0,-3 4 0 0 0,0-2-1 0 0,2 2 1 0 0,3-2 0 0 0,-3 4 0 0 0,0 2-72 0 0,0 3 198 0 0,-2 2 1 0 0,3-1 0 0 0,-1 1 0 0 0,0 4-1 0 0,3-4 1 0 0,1 6 0 0 0,-1-4-1 0 0,1 6 1 0 0,-4 9-199 0 0,5-4 104 0 0,-3 2 0 0 0,5 0 0 0 0,0 4 0 0 0,-1-4 0 0 0,3 2 0 0 0,0 2 0 0 0,0-2-1 0 0,2-2 1 0 0,0 2 0 0 0,2 2 0 0 0,5 32-104 0 0,-1-3-2467 0 0,0 3-3978 0 0,-3-55 1022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15T13:02:29.812"/>
    </inkml:context>
    <inkml:brush xml:id="br0">
      <inkml:brushProperty name="width" value="0.05" units="cm"/>
      <inkml:brushProperty name="height" value="0.05" units="cm"/>
      <inkml:brushProperty name="color" value="#4472C4"/>
    </inkml:brush>
  </inkml:definitions>
  <inkml:trace contextRef="#ctx0" brushRef="#br0">906 274 5577 0 0,'-33'-52'3345'0'0,"11"16"-929"0"0,-9-8-2416 0 0,22 32 155 0 0,0 1 0 0 0,-1 0 0 0 0,-1 0 0 0 0,0 1 0 0 0,-7-4-155 0 0,5 4 10 0 0,0 1-1 0 0,-1 1 1 0 0,0 0-1 0 0,0 1 1 0 0,-1 1-1 0 0,0 0 1 0 0,0 1-1 0 0,-1 0 1 0 0,-3 1-10 0 0,10 2-20 0 0,0 1 1 0 0,0 0-1 0 0,0 0 0 0 0,0 1 1 0 0,-1 0-1 0 0,1 1 1 0 0,0 0-1 0 0,0 0 0 0 0,0 1 1 0 0,0 1-1 0 0,0-1 1 0 0,1 1-1 0 0,-1 1 0 0 0,1-1 1 0 0,0 2-1 0 0,-6 2 20 0 0,-3 5 19 0 0,1 1 1 0 0,1 0-1 0 0,0 1 0 0 0,1 0 0 0 0,0 1 1 0 0,1 1-1 0 0,-4 7-19 0 0,-20 33 821 0 0,-17 35-821 0 0,15-20 599 0 0,3 2 0 0 0,3 2-1 0 0,4 1 1 0 0,3 1-1 0 0,3 1 1 0 0,-12 80-599 0 0,29-117 64 0 0,1 0 1 0 0,2 0-1 0 0,2 1 1 0 0,2-1-1 0 0,2 0 0 0 0,4 22-64 0 0,-4-44-5 0 0,1 0 0 0 0,0-1 0 0 0,2 1 0 0 0,0-1 0 0 0,1 0 0 0 0,1-1 0 0 0,1 0 0 0 0,0 0 0 0 0,1 0 0 0 0,1-2 0 0 0,1 1 0 0 0,0-1 0 0 0,1-1 0 0 0,0 0 0 0 0,2 0 5 0 0,0-2 39 0 0,1 0 1 0 0,0-1 0 0 0,1-1 0 0 0,0 0 0 0 0,1-1 0 0 0,0-1-1 0 0,17 5-39 0 0,-9-6 58 0 0,0 0 0 0 0,1-2 0 0 0,0 0-1 0 0,-1-2 1 0 0,18-1-58 0 0,-6-2 42 0 0,1-1 1 0 0,-1-3-1 0 0,0-1 0 0 0,0-1 0 0 0,0-3 1 0 0,-1-1-1 0 0,0-1 0 0 0,7-5-42 0 0,-5-1 31 0 0,0-1 0 0 0,-1-1 0 0 0,-2-3 0 0 0,0 0 0 0 0,-1-3 1 0 0,-1-1-1 0 0,-1-1 0 0 0,19-23-31 0 0,-31 28 6 0 0,-1 0 0 0 0,-2-2 0 0 0,0 0 0 0 0,-2-2-1 0 0,0 1 1 0 0,-2-2 0 0 0,-1 0 0 0 0,-1-1 0 0 0,-2 0 0 0 0,0 0 0 0 0,-2-1 0 0 0,3-21-6 0 0,-6 9-39 0 0,-1 0 0 0 0,-2 0 0 0 0,-2 0 0 0 0,-2 1-1 0 0,-1-1 1 0 0,-2 0 0 0 0,-2 1 0 0 0,-11-36 39 0 0,1 21-943 0 0,-2 1 0 0 0,-2 0 0 0 0,-2 2 0 0 0,-3 0 0 0 0,-2 2 1 0 0,-3-1 942 0 0,13 24-3390 0 0,-15-16 3390 0 0,-20-15-6433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15T13:02:36.435"/>
    </inkml:context>
    <inkml:brush xml:id="br0">
      <inkml:brushProperty name="width" value="0.05" units="cm"/>
      <inkml:brushProperty name="height" value="0.05" units="cm"/>
      <inkml:brushProperty name="color" value="#4472C4"/>
    </inkml:brush>
  </inkml:definitions>
  <inkml:trace contextRef="#ctx0" brushRef="#br0">906 274 5577 0 0,'-33'-52'3345'0'0,"11"16"-929"0"0,-9-8-2416 0 0,22 32 155 0 0,0 1 0 0 0,-1 0 0 0 0,-1 0 0 0 0,0 1 0 0 0,-7-4-155 0 0,5 4 10 0 0,0 1-1 0 0,-1 1 1 0 0,0 0-1 0 0,0 1 1 0 0,-1 1-1 0 0,0 0 1 0 0,0 1-1 0 0,-1 0 1 0 0,-3 1-10 0 0,10 2-20 0 0,0 1 1 0 0,0 0-1 0 0,0 0 0 0 0,0 1 1 0 0,-1 0-1 0 0,1 1 1 0 0,0 0-1 0 0,0 0 0 0 0,0 1 1 0 0,0 1-1 0 0,0-1 1 0 0,1 1-1 0 0,-1 1 0 0 0,1-1 1 0 0,0 2-1 0 0,-6 2 20 0 0,-3 5 19 0 0,1 1 1 0 0,1 0-1 0 0,0 1 0 0 0,1 0 0 0 0,0 1 1 0 0,1 1-1 0 0,-4 7-19 0 0,-20 33 821 0 0,-17 35-821 0 0,15-20 599 0 0,3 2 0 0 0,3 2-1 0 0,4 1 1 0 0,3 1-1 0 0,3 1 1 0 0,-12 80-599 0 0,29-117 64 0 0,1 0 1 0 0,2 0-1 0 0,2 1 1 0 0,2-1-1 0 0,2 0 0 0 0,4 22-64 0 0,-4-44-5 0 0,1 0 0 0 0,0-1 0 0 0,2 1 0 0 0,0-1 0 0 0,1 0 0 0 0,1-1 0 0 0,1 0 0 0 0,0 0 0 0 0,1 0 0 0 0,1-2 0 0 0,1 1 0 0 0,0-1 0 0 0,1-1 0 0 0,0 0 0 0 0,2 0 5 0 0,0-2 39 0 0,1 0 1 0 0,0-1 0 0 0,1-1 0 0 0,0 0 0 0 0,1-1 0 0 0,0-1-1 0 0,17 5-39 0 0,-9-6 58 0 0,0 0 0 0 0,1-2 0 0 0,0 0-1 0 0,-1-2 1 0 0,18-1-58 0 0,-6-2 42 0 0,1-1 1 0 0,-1-3-1 0 0,0-1 0 0 0,0-1 0 0 0,0-3 1 0 0,-1-1-1 0 0,0-1 0 0 0,7-5-42 0 0,-5-1 31 0 0,0-1 0 0 0,-1-1 0 0 0,-2-3 0 0 0,0 0 0 0 0,-1-3 1 0 0,-1-1-1 0 0,-1-1 0 0 0,19-23-31 0 0,-31 28 6 0 0,-1 0 0 0 0,-2-2 0 0 0,0 0 0 0 0,-2-2-1 0 0,0 1 1 0 0,-2-2 0 0 0,-1 0 0 0 0,-1-1 0 0 0,-2 0 0 0 0,0 0 0 0 0,-2-1 0 0 0,3-21-6 0 0,-6 9-39 0 0,-1 0 0 0 0,-2 0 0 0 0,-2 0 0 0 0,-2 1-1 0 0,-1-1 1 0 0,-2 0 0 0 0,-2 1 0 0 0,-11-36 39 0 0,1 21-943 0 0,-2 1 0 0 0,-2 0 0 0 0,-2 2 0 0 0,-3 0 0 0 0,-2 2 1 0 0,-3-1 942 0 0,13 24-3390 0 0,-15-16 3390 0 0,-20-15-6433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15T13:02:43.200"/>
    </inkml:context>
    <inkml:brush xml:id="br0">
      <inkml:brushProperty name="width" value="0.05" units="cm"/>
      <inkml:brushProperty name="height" value="0.05" units="cm"/>
      <inkml:brushProperty name="color" value="#FF00FF"/>
    </inkml:brush>
  </inkml:definitions>
  <inkml:trace contextRef="#ctx0" brushRef="#br0">906 274 5577 0 0,'-33'-52'3345'0'0,"11"16"-929"0"0,-9-8-2416 0 0,22 32 155 0 0,0 1 0 0 0,-1 0 0 0 0,-1 0 0 0 0,0 1 0 0 0,-7-4-155 0 0,5 4 10 0 0,0 1-1 0 0,-1 1 1 0 0,0 0-1 0 0,0 1 1 0 0,-1 1-1 0 0,0 0 1 0 0,0 1-1 0 0,-1 0 1 0 0,-3 1-10 0 0,10 2-20 0 0,0 1 1 0 0,0 0-1 0 0,0 0 0 0 0,0 1 1 0 0,-1 0-1 0 0,1 1 1 0 0,0 0-1 0 0,0 0 0 0 0,0 1 1 0 0,0 1-1 0 0,0-1 1 0 0,1 1-1 0 0,-1 1 0 0 0,1-1 1 0 0,0 2-1 0 0,-6 2 20 0 0,-3 5 19 0 0,1 1 1 0 0,1 0-1 0 0,0 1 0 0 0,1 0 0 0 0,0 1 1 0 0,1 1-1 0 0,-4 7-19 0 0,-20 33 821 0 0,-17 35-821 0 0,15-20 599 0 0,3 2 0 0 0,3 2-1 0 0,4 1 1 0 0,3 1-1 0 0,3 1 1 0 0,-12 80-599 0 0,29-117 64 0 0,1 0 1 0 0,2 0-1 0 0,2 1 1 0 0,2-1-1 0 0,2 0 0 0 0,4 22-64 0 0,-4-44-5 0 0,1 0 0 0 0,0-1 0 0 0,2 1 0 0 0,0-1 0 0 0,1 0 0 0 0,1-1 0 0 0,1 0 0 0 0,0 0 0 0 0,1 0 0 0 0,1-2 0 0 0,1 1 0 0 0,0-1 0 0 0,1-1 0 0 0,0 0 0 0 0,2 0 5 0 0,0-2 39 0 0,1 0 1 0 0,0-1 0 0 0,1-1 0 0 0,0 0 0 0 0,1-1 0 0 0,0-1-1 0 0,17 5-39 0 0,-9-6 58 0 0,0 0 0 0 0,1-2 0 0 0,0 0-1 0 0,-1-2 1 0 0,18-1-58 0 0,-6-2 42 0 0,1-1 1 0 0,-1-3-1 0 0,0-1 0 0 0,0-1 0 0 0,0-3 1 0 0,-1-1-1 0 0,0-1 0 0 0,7-5-42 0 0,-5-1 31 0 0,0-1 0 0 0,-1-1 0 0 0,-2-3 0 0 0,0 0 0 0 0,-1-3 1 0 0,-1-1-1 0 0,-1-1 0 0 0,19-23-31 0 0,-31 28 6 0 0,-1 0 0 0 0,-2-2 0 0 0,0 0 0 0 0,-2-2-1 0 0,0 1 1 0 0,-2-2 0 0 0,-1 0 0 0 0,-1-1 0 0 0,-2 0 0 0 0,0 0 0 0 0,-2-1 0 0 0,3-21-6 0 0,-6 9-39 0 0,-1 0 0 0 0,-2 0 0 0 0,-2 0 0 0 0,-2 1-1 0 0,-1-1 1 0 0,-2 0 0 0 0,-2 1 0 0 0,-11-36 39 0 0,1 21-943 0 0,-2 1 0 0 0,-2 0 0 0 0,-2 2 0 0 0,-3 0 0 0 0,-2 2 1 0 0,-3-1 942 0 0,13 24-3390 0 0,-15-16 3390 0 0,-20-15-6433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9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8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7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31:00.136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43 5 2064 0 0,'-12'-4'5544'0'0,"24"14"-2555"0"0,22 13-631 0 0,3-5-652 0 0,30 20-1706 0 0,-40-19 102 0 0,1-3-1 0 0,-1-2 1 0 0,28 11-102 0 0,-4-3 127 0 0,-18-6 73 0 0,-82 1 404 0 0,6 5-620 0 0,2 2 0 0 0,-38 27 16 0 0,-19 12-2017 0 0,32-28-3621 0 0,40-23-972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6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411 9 688 0 0,'-7'0'6330'0'0,"-1"-2"-3963"0"0,-12-4-1575 0 0,-16 1-430 0 0,27 3-317 0 0,3 0-1 0 0,-3 2 1 0 0,-2 0-1 0 0,5 0 1 0 0,-3 2-1 0 0,1 0-44 0 0,-7 3 72 0 0,2 1 0 0 0,0 3 0 0 0,0-1-1 0 0,2 1 1 0 0,-2 2 0 0 0,3 0 0 0 0,-3 4 0 0 0,0-2-1 0 0,2 2 1 0 0,3-2 0 0 0,-3 4 0 0 0,0 2-72 0 0,0 3 198 0 0,-2 2 1 0 0,3-1 0 0 0,-1 1 0 0 0,0 4-1 0 0,3-4 1 0 0,1 6 0 0 0,-1-4-1 0 0,1 6 1 0 0,-4 9-199 0 0,5-4 104 0 0,-3 2 0 0 0,5 0 0 0 0,0 4 0 0 0,-1-4 0 0 0,3 2 0 0 0,0 2 0 0 0,0-2-1 0 0,2-2 1 0 0,0 2 0 0 0,2 2 0 0 0,5 32-104 0 0,-1-3-2467 0 0,0 3-3978 0 0,-3-55 1022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15T13:02:29.812"/>
    </inkml:context>
    <inkml:brush xml:id="br0">
      <inkml:brushProperty name="width" value="0.05" units="cm"/>
      <inkml:brushProperty name="height" value="0.05" units="cm"/>
      <inkml:brushProperty name="color" value="#4472C4"/>
    </inkml:brush>
  </inkml:definitions>
  <inkml:trace contextRef="#ctx0" brushRef="#br0">906 274 5577 0 0,'-33'-52'3345'0'0,"11"16"-929"0"0,-9-8-2416 0 0,22 32 155 0 0,0 1 0 0 0,-1 0 0 0 0,-1 0 0 0 0,0 1 0 0 0,-7-4-155 0 0,5 4 10 0 0,0 1-1 0 0,-1 1 1 0 0,0 0-1 0 0,0 1 1 0 0,-1 1-1 0 0,0 0 1 0 0,0 1-1 0 0,-1 0 1 0 0,-3 1-10 0 0,10 2-20 0 0,0 1 1 0 0,0 0-1 0 0,0 0 0 0 0,0 1 1 0 0,-1 0-1 0 0,1 1 1 0 0,0 0-1 0 0,0 0 0 0 0,0 1 1 0 0,0 1-1 0 0,0-1 1 0 0,1 1-1 0 0,-1 1 0 0 0,1-1 1 0 0,0 2-1 0 0,-6 2 20 0 0,-3 5 19 0 0,1 1 1 0 0,1 0-1 0 0,0 1 0 0 0,1 0 0 0 0,0 1 1 0 0,1 1-1 0 0,-4 7-19 0 0,-20 33 821 0 0,-17 35-821 0 0,15-20 599 0 0,3 2 0 0 0,3 2-1 0 0,4 1 1 0 0,3 1-1 0 0,3 1 1 0 0,-12 80-599 0 0,29-117 64 0 0,1 0 1 0 0,2 0-1 0 0,2 1 1 0 0,2-1-1 0 0,2 0 0 0 0,4 22-64 0 0,-4-44-5 0 0,1 0 0 0 0,0-1 0 0 0,2 1 0 0 0,0-1 0 0 0,1 0 0 0 0,1-1 0 0 0,1 0 0 0 0,0 0 0 0 0,1 0 0 0 0,1-2 0 0 0,1 1 0 0 0,0-1 0 0 0,1-1 0 0 0,0 0 0 0 0,2 0 5 0 0,0-2 39 0 0,1 0 1 0 0,0-1 0 0 0,1-1 0 0 0,0 0 0 0 0,1-1 0 0 0,0-1-1 0 0,17 5-39 0 0,-9-6 58 0 0,0 0 0 0 0,1-2 0 0 0,0 0-1 0 0,-1-2 1 0 0,18-1-58 0 0,-6-2 42 0 0,1-1 1 0 0,-1-3-1 0 0,0-1 0 0 0,0-1 0 0 0,0-3 1 0 0,-1-1-1 0 0,0-1 0 0 0,7-5-42 0 0,-5-1 31 0 0,0-1 0 0 0,-1-1 0 0 0,-2-3 0 0 0,0 0 0 0 0,-1-3 1 0 0,-1-1-1 0 0,-1-1 0 0 0,19-23-31 0 0,-31 28 6 0 0,-1 0 0 0 0,-2-2 0 0 0,0 0 0 0 0,-2-2-1 0 0,0 1 1 0 0,-2-2 0 0 0,-1 0 0 0 0,-1-1 0 0 0,-2 0 0 0 0,0 0 0 0 0,-2-1 0 0 0,3-21-6 0 0,-6 9-39 0 0,-1 0 0 0 0,-2 0 0 0 0,-2 0 0 0 0,-2 1-1 0 0,-1-1 1 0 0,-2 0 0 0 0,-2 1 0 0 0,-11-36 39 0 0,1 21-943 0 0,-2 1 0 0 0,-2 0 0 0 0,-2 2 0 0 0,-3 0 0 0 0,-2 2 1 0 0,-3-1 942 0 0,13 24-3390 0 0,-15-16 3390 0 0,-20-15-6433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15T13:02:36.435"/>
    </inkml:context>
    <inkml:brush xml:id="br0">
      <inkml:brushProperty name="width" value="0.05" units="cm"/>
      <inkml:brushProperty name="height" value="0.05" units="cm"/>
      <inkml:brushProperty name="color" value="#4472C4"/>
    </inkml:brush>
  </inkml:definitions>
  <inkml:trace contextRef="#ctx0" brushRef="#br0">906 274 5577 0 0,'-33'-52'3345'0'0,"11"16"-929"0"0,-9-8-2416 0 0,22 32 155 0 0,0 1 0 0 0,-1 0 0 0 0,-1 0 0 0 0,0 1 0 0 0,-7-4-155 0 0,5 4 10 0 0,0 1-1 0 0,-1 1 1 0 0,0 0-1 0 0,0 1 1 0 0,-1 1-1 0 0,0 0 1 0 0,0 1-1 0 0,-1 0 1 0 0,-3 1-10 0 0,10 2-20 0 0,0 1 1 0 0,0 0-1 0 0,0 0 0 0 0,0 1 1 0 0,-1 0-1 0 0,1 1 1 0 0,0 0-1 0 0,0 0 0 0 0,0 1 1 0 0,0 1-1 0 0,0-1 1 0 0,1 1-1 0 0,-1 1 0 0 0,1-1 1 0 0,0 2-1 0 0,-6 2 20 0 0,-3 5 19 0 0,1 1 1 0 0,1 0-1 0 0,0 1 0 0 0,1 0 0 0 0,0 1 1 0 0,1 1-1 0 0,-4 7-19 0 0,-20 33 821 0 0,-17 35-821 0 0,15-20 599 0 0,3 2 0 0 0,3 2-1 0 0,4 1 1 0 0,3 1-1 0 0,3 1 1 0 0,-12 80-599 0 0,29-117 64 0 0,1 0 1 0 0,2 0-1 0 0,2 1 1 0 0,2-1-1 0 0,2 0 0 0 0,4 22-64 0 0,-4-44-5 0 0,1 0 0 0 0,0-1 0 0 0,2 1 0 0 0,0-1 0 0 0,1 0 0 0 0,1-1 0 0 0,1 0 0 0 0,0 0 0 0 0,1 0 0 0 0,1-2 0 0 0,1 1 0 0 0,0-1 0 0 0,1-1 0 0 0,0 0 0 0 0,2 0 5 0 0,0-2 39 0 0,1 0 1 0 0,0-1 0 0 0,1-1 0 0 0,0 0 0 0 0,1-1 0 0 0,0-1-1 0 0,17 5-39 0 0,-9-6 58 0 0,0 0 0 0 0,1-2 0 0 0,0 0-1 0 0,-1-2 1 0 0,18-1-58 0 0,-6-2 42 0 0,1-1 1 0 0,-1-3-1 0 0,0-1 0 0 0,0-1 0 0 0,0-3 1 0 0,-1-1-1 0 0,0-1 0 0 0,7-5-42 0 0,-5-1 31 0 0,0-1 0 0 0,-1-1 0 0 0,-2-3 0 0 0,0 0 0 0 0,-1-3 1 0 0,-1-1-1 0 0,-1-1 0 0 0,19-23-31 0 0,-31 28 6 0 0,-1 0 0 0 0,-2-2 0 0 0,0 0 0 0 0,-2-2-1 0 0,0 1 1 0 0,-2-2 0 0 0,-1 0 0 0 0,-1-1 0 0 0,-2 0 0 0 0,0 0 0 0 0,-2-1 0 0 0,3-21-6 0 0,-6 9-39 0 0,-1 0 0 0 0,-2 0 0 0 0,-2 0 0 0 0,-2 1-1 0 0,-1-1 1 0 0,-2 0 0 0 0,-2 1 0 0 0,-11-36 39 0 0,1 21-943 0 0,-2 1 0 0 0,-2 0 0 0 0,-2 2 0 0 0,-3 0 0 0 0,-2 2 1 0 0,-3-1 942 0 0,13 24-3390 0 0,-15-16 3390 0 0,-20-15-6433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15T13:02:43.200"/>
    </inkml:context>
    <inkml:brush xml:id="br0">
      <inkml:brushProperty name="width" value="0.05" units="cm"/>
      <inkml:brushProperty name="height" value="0.05" units="cm"/>
      <inkml:brushProperty name="color" value="#FF00FF"/>
    </inkml:brush>
  </inkml:definitions>
  <inkml:trace contextRef="#ctx0" brushRef="#br0">906 274 5577 0 0,'-33'-52'3345'0'0,"11"16"-929"0"0,-9-8-2416 0 0,22 32 155 0 0,0 1 0 0 0,-1 0 0 0 0,-1 0 0 0 0,0 1 0 0 0,-7-4-155 0 0,5 4 10 0 0,0 1-1 0 0,-1 1 1 0 0,0 0-1 0 0,0 1 1 0 0,-1 1-1 0 0,0 0 1 0 0,0 1-1 0 0,-1 0 1 0 0,-3 1-10 0 0,10 2-20 0 0,0 1 1 0 0,0 0-1 0 0,0 0 0 0 0,0 1 1 0 0,-1 0-1 0 0,1 1 1 0 0,0 0-1 0 0,0 0 0 0 0,0 1 1 0 0,0 1-1 0 0,0-1 1 0 0,1 1-1 0 0,-1 1 0 0 0,1-1 1 0 0,0 2-1 0 0,-6 2 20 0 0,-3 5 19 0 0,1 1 1 0 0,1 0-1 0 0,0 1 0 0 0,1 0 0 0 0,0 1 1 0 0,1 1-1 0 0,-4 7-19 0 0,-20 33 821 0 0,-17 35-821 0 0,15-20 599 0 0,3 2 0 0 0,3 2-1 0 0,4 1 1 0 0,3 1-1 0 0,3 1 1 0 0,-12 80-599 0 0,29-117 64 0 0,1 0 1 0 0,2 0-1 0 0,2 1 1 0 0,2-1-1 0 0,2 0 0 0 0,4 22-64 0 0,-4-44-5 0 0,1 0 0 0 0,0-1 0 0 0,2 1 0 0 0,0-1 0 0 0,1 0 0 0 0,1-1 0 0 0,1 0 0 0 0,0 0 0 0 0,1 0 0 0 0,1-2 0 0 0,1 1 0 0 0,0-1 0 0 0,1-1 0 0 0,0 0 0 0 0,2 0 5 0 0,0-2 39 0 0,1 0 1 0 0,0-1 0 0 0,1-1 0 0 0,0 0 0 0 0,1-1 0 0 0,0-1-1 0 0,17 5-39 0 0,-9-6 58 0 0,0 0 0 0 0,1-2 0 0 0,0 0-1 0 0,-1-2 1 0 0,18-1-58 0 0,-6-2 42 0 0,1-1 1 0 0,-1-3-1 0 0,0-1 0 0 0,0-1 0 0 0,0-3 1 0 0,-1-1-1 0 0,0-1 0 0 0,7-5-42 0 0,-5-1 31 0 0,0-1 0 0 0,-1-1 0 0 0,-2-3 0 0 0,0 0 0 0 0,-1-3 1 0 0,-1-1-1 0 0,-1-1 0 0 0,19-23-31 0 0,-31 28 6 0 0,-1 0 0 0 0,-2-2 0 0 0,0 0 0 0 0,-2-2-1 0 0,0 1 1 0 0,-2-2 0 0 0,-1 0 0 0 0,-1-1 0 0 0,-2 0 0 0 0,0 0 0 0 0,-2-1 0 0 0,3-21-6 0 0,-6 9-39 0 0,-1 0 0 0 0,-2 0 0 0 0,-2 0 0 0 0,-2 1-1 0 0,-1-1 1 0 0,-2 0 0 0 0,-2 1 0 0 0,-11-36 39 0 0,1 21-943 0 0,-2 1 0 0 0,-2 0 0 0 0,-2 2 0 0 0,-3 0 0 0 0,-2 2 1 0 0,-3-1 942 0 0,13 24-3390 0 0,-15-16 3390 0 0,-20-15-6433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9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8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7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31:00.13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43 5 2064 0 0,'-12'-4'5544'0'0,"24"14"-2555"0"0,22 13-631 0 0,3-5-652 0 0,30 20-1706 0 0,-40-19 102 0 0,1-3-1 0 0,-1-2 1 0 0,28 11-102 0 0,-4-3 127 0 0,-18-6 73 0 0,-82 1 404 0 0,6 5-620 0 0,2 2 0 0 0,-38 27 16 0 0,-19 12-2017 0 0,32-28-3621 0 0,40-23-972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411 9 688 0 0,'-7'0'6330'0'0,"-1"-2"-3963"0"0,-12-4-1575 0 0,-16 1-430 0 0,27 3-317 0 0,3 0-1 0 0,-3 2 1 0 0,-2 0-1 0 0,5 0 1 0 0,-3 2-1 0 0,1 0-44 0 0,-7 3 72 0 0,2 1 0 0 0,0 3 0 0 0,0-1-1 0 0,2 1 1 0 0,-2 2 0 0 0,3 0 0 0 0,-3 4 0 0 0,0-2-1 0 0,2 2 1 0 0,3-2 0 0 0,-3 4 0 0 0,0 2-72 0 0,0 3 198 0 0,-2 2 1 0 0,3-1 0 0 0,-1 1 0 0 0,0 4-1 0 0,3-4 1 0 0,1 6 0 0 0,-1-4-1 0 0,1 6 1 0 0,-4 9-199 0 0,5-4 104 0 0,-3 2 0 0 0,5 0 0 0 0,0 4 0 0 0,-1-4 0 0 0,3 2 0 0 0,0 2 0 0 0,0-2-1 0 0,2-2 1 0 0,0 2 0 0 0,2 2 0 0 0,5 32-104 0 0,-1-3-2467 0 0,0 3-3978 0 0,-3-55 1022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9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8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7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31:00.13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43 5 2064 0 0,'-12'-4'5544'0'0,"24"14"-2555"0"0,22 13-631 0 0,3-5-652 0 0,30 20-1706 0 0,-40-19 102 0 0,1-3-1 0 0,-1-2 1 0 0,28 11-102 0 0,-4-3 127 0 0,-18-6 73 0 0,-82 1 404 0 0,6 5-620 0 0,2 2 0 0 0,-38 27 16 0 0,-19 12-2017 0 0,32-28-3621 0 0,40-23-972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411 9 688 0 0,'-7'0'6330'0'0,"-1"-2"-3963"0"0,-12-4-1575 0 0,-16 1-430 0 0,27 3-317 0 0,3 0-1 0 0,-3 2 1 0 0,-2 0-1 0 0,5 0 1 0 0,-3 2-1 0 0,1 0-44 0 0,-7 3 72 0 0,2 1 0 0 0,0 3 0 0 0,0-1-1 0 0,2 1 1 0 0,-2 2 0 0 0,3 0 0 0 0,-3 4 0 0 0,0-2-1 0 0,2 2 1 0 0,3-2 0 0 0,-3 4 0 0 0,0 2-72 0 0,0 3 198 0 0,-2 2 1 0 0,3-1 0 0 0,-1 1 0 0 0,0 4-1 0 0,3-4 1 0 0,1 6 0 0 0,-1-4-1 0 0,1 6 1 0 0,-4 9-199 0 0,5-4 104 0 0,-3 2 0 0 0,5 0 0 0 0,0 4 0 0 0,-1-4 0 0 0,3 2 0 0 0,0 2 0 0 0,0-2-1 0 0,2-2 1 0 0,0 2 0 0 0,2 2 0 0 0,5 32-104 0 0,-1-3-2467 0 0,0 3-3978 0 0,-3-55 1022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9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8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7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31:00.13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43 5 2064 0 0,'-12'-4'5544'0'0,"24"14"-2555"0"0,22 13-631 0 0,3-5-652 0 0,30 20-1706 0 0,-40-19 102 0 0,1-3-1 0 0,-1-2 1 0 0,28 11-102 0 0,-4-3 127 0 0,-18-6 73 0 0,-82 1 404 0 0,6 5-620 0 0,2 2 0 0 0,-38 27 16 0 0,-19 12-2017 0 0,32-28-3621 0 0,40-23-972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411 9 688 0 0,'-7'0'6330'0'0,"-1"-2"-3963"0"0,-12-4-1575 0 0,-16 1-430 0 0,27 3-317 0 0,3 0-1 0 0,-3 2 1 0 0,-2 0-1 0 0,5 0 1 0 0,-3 2-1 0 0,1 0-44 0 0,-7 3 72 0 0,2 1 0 0 0,0 3 0 0 0,0-1-1 0 0,2 1 1 0 0,-2 2 0 0 0,3 0 0 0 0,-3 4 0 0 0,0-2-1 0 0,2 2 1 0 0,3-2 0 0 0,-3 4 0 0 0,0 2-72 0 0,0 3 198 0 0,-2 2 1 0 0,3-1 0 0 0,-1 1 0 0 0,0 4-1 0 0,3-4 1 0 0,1 6 0 0 0,-1-4-1 0 0,1 6 1 0 0,-4 9-199 0 0,5-4 104 0 0,-3 2 0 0 0,5 0 0 0 0,0 4 0 0 0,-1-4 0 0 0,3 2 0 0 0,0 2 0 0 0,0-2-1 0 0,2-2 1 0 0,0 2 0 0 0,2 2 0 0 0,5 32-104 0 0,-1-3-2467 0 0,0 3-3978 0 0,-3-55 1022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9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8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7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31:00.13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43 5 2064 0 0,'-12'-4'5544'0'0,"24"14"-2555"0"0,22 13-631 0 0,3-5-652 0 0,30 20-1706 0 0,-40-19 102 0 0,1-3-1 0 0,-1-2 1 0 0,28 11-102 0 0,-4-3 127 0 0,-18-6 73 0 0,-82 1 404 0 0,6 5-620 0 0,2 2 0 0 0,-38 27 16 0 0,-19 12-2017 0 0,32-28-3621 0 0,40-23-972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411 9 688 0 0,'-7'0'6330'0'0,"-1"-2"-3963"0"0,-12-4-1575 0 0,-16 1-430 0 0,27 3-317 0 0,3 0-1 0 0,-3 2 1 0 0,-2 0-1 0 0,5 0 1 0 0,-3 2-1 0 0,1 0-44 0 0,-7 3 72 0 0,2 1 0 0 0,0 3 0 0 0,0-1-1 0 0,2 1 1 0 0,-2 2 0 0 0,3 0 0 0 0,-3 4 0 0 0,0-2-1 0 0,2 2 1 0 0,3-2 0 0 0,-3 4 0 0 0,0 2-72 0 0,0 3 198 0 0,-2 2 1 0 0,3-1 0 0 0,-1 1 0 0 0,0 4-1 0 0,3-4 1 0 0,1 6 0 0 0,-1-4-1 0 0,1 6 1 0 0,-4 9-199 0 0,5-4 104 0 0,-3 2 0 0 0,5 0 0 0 0,0 4 0 0 0,-1-4 0 0 0,3 2 0 0 0,0 2 0 0 0,0-2-1 0 0,2-2 1 0 0,0 2 0 0 0,2 2 0 0 0,5 32-104 0 0,-1-3-2467 0 0,0 3-3978 0 0,-3-55 1022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9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8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7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31:00.13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43 5 2064 0 0,'-12'-4'5544'0'0,"24"14"-2555"0"0,22 13-631 0 0,3-5-652 0 0,30 20-1706 0 0,-40-19 102 0 0,1-3-1 0 0,-1-2 1 0 0,28 11-102 0 0,-4-3 127 0 0,-18-6 73 0 0,-82 1 404 0 0,6 5-620 0 0,2 2 0 0 0,-38 27 16 0 0,-19 12-2017 0 0,32-28-3621 0 0,40-23-972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411 9 688 0 0,'-7'0'6330'0'0,"-1"-2"-3963"0"0,-12-4-1575 0 0,-16 1-430 0 0,27 3-317 0 0,3 0-1 0 0,-3 2 1 0 0,-2 0-1 0 0,5 0 1 0 0,-3 2-1 0 0,1 0-44 0 0,-7 3 72 0 0,2 1 0 0 0,0 3 0 0 0,0-1-1 0 0,2 1 1 0 0,-2 2 0 0 0,3 0 0 0 0,-3 4 0 0 0,0-2-1 0 0,2 2 1 0 0,3-2 0 0 0,-3 4 0 0 0,0 2-72 0 0,0 3 198 0 0,-2 2 1 0 0,3-1 0 0 0,-1 1 0 0 0,0 4-1 0 0,3-4 1 0 0,1 6 0 0 0,-1-4-1 0 0,1 6 1 0 0,-4 9-199 0 0,5-4 104 0 0,-3 2 0 0 0,5 0 0 0 0,0 4 0 0 0,-1-4 0 0 0,3 2 0 0 0,0 2 0 0 0,0-2-1 0 0,2-2 1 0 0,0 2 0 0 0,2 2 0 0 0,5 32-104 0 0,-1-3-2467 0 0,0 3-3978 0 0,-3-55 1022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9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8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7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31:00.13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43 5 2064 0 0,'-12'-4'5544'0'0,"24"14"-2555"0"0,22 13-631 0 0,3-5-652 0 0,30 20-1706 0 0,-40-19 102 0 0,1-3-1 0 0,-1-2 1 0 0,28 11-102 0 0,-4-3 127 0 0,-18-6 73 0 0,-82 1 404 0 0,6 5-620 0 0,2 2 0 0 0,-38 27 16 0 0,-19 12-2017 0 0,32-28-3621 0 0,40-23-972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411 9 688 0 0,'-7'0'6330'0'0,"-1"-2"-3963"0"0,-12-4-1575 0 0,-16 1-430 0 0,27 3-317 0 0,3 0-1 0 0,-3 2 1 0 0,-2 0-1 0 0,5 0 1 0 0,-3 2-1 0 0,1 0-44 0 0,-7 3 72 0 0,2 1 0 0 0,0 3 0 0 0,0-1-1 0 0,2 1 1 0 0,-2 2 0 0 0,3 0 0 0 0,-3 4 0 0 0,0-2-1 0 0,2 2 1 0 0,3-2 0 0 0,-3 4 0 0 0,0 2-72 0 0,0 3 198 0 0,-2 2 1 0 0,3-1 0 0 0,-1 1 0 0 0,0 4-1 0 0,3-4 1 0 0,1 6 0 0 0,-1-4-1 0 0,1 6 1 0 0,-4 9-199 0 0,5-4 104 0 0,-3 2 0 0 0,5 0 0 0 0,0 4 0 0 0,-1-4 0 0 0,3 2 0 0 0,0 2 0 0 0,0-2-1 0 0,2-2 1 0 0,0 2 0 0 0,2 2 0 0 0,5 32-104 0 0,-1-3-2467 0 0,0 3-3978 0 0,-3-55 1022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9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2000 245 4977 0 0,'-55'-6'119'0'0,"-3"1"0"0"0,3 1 0 0 0,-2 4 0 0 0,2 0 0 0 0,-2 0 0 0 0,3 4 1 0 0,-38 5-120 0 0,-1 2 174 0 0,-2 5 0 0 0,3 2 0 0 0,-1 5 0 0 0,0-3-174 0 0,22 2 197 0 0,2 1 0 0 0,2 2 0 0 0,4 4-1 0 0,-2 0 1 0 0,4 3 0 0 0,2-1 0 0 0,-1 5 0 0 0,5-2 0 0 0,4 4 0 0 0,-2 3 0 0 0,5-1 0 0 0,3 3 0 0 0,4 0 0 0 0,-1 2 0 0 0,-17 34-197 0 0,33-39 50 0 0,1 1 0 0 0,5 1 0 0 0,2-1 0 0 0,4 2 0 0 0,-1-3 0 0 0,5 5 0 0 0,2-2 0 0 0,4 13-50 0 0,2-29-25 0 0,2-2-1 0 0,2 4 0 0 0,0-4 1 0 0,4 4-1 0 0,0-4 0 0 0,4 0 1 0 0,-1 2-1 0 0,3-2 0 0 0,0-3 1 0 0,2 5-1 0 0,2-2 0 0 0,5-3 1 0 0,-3 1-1 0 0,8 6 26 0 0,-8-15-40 0 0,-1-3 0 0 0,3 5-1 0 0,0-5 1 0 0,-2 0 0 0 0,3-2 0 0 0,-1 2-1 0 0,4-2 1 0 0,-3 1 0 0 0,5-1 0 0 0,-4-3-1 0 0,1-1 1 0 0,3 4 0 0 0,-2-5 0 0 0,1 1-1 0 0,1-1 1 0 0,21 1 40 0 0,16-1 143 0 0,2-1-1 0 0,0-1 0 0 0,1-2 1 0 0,-1-2-1 0 0,0-3 1 0 0,10-2-143 0 0,53-11 408 0 0,0-4 0 0 0,0-3 0 0 0,-2-7 0 0 0,-7-1 0 0 0,3-1 0 0 0,-4-9 0 0 0,-1 0 0 0 0,80-44-408 0 0,-122 53 433 0 0,2-7 0 0 0,-6 3 0 0 0,-2-5 0 0 0,-2-4 0 0 0,-8 0 0 0 0,4 0 0 0 0,-6-3 0 0 0,12-20-433 0 0,-43 41 209 0 0,0-3-1 0 0,-3 1 1 0 0,-3-1-1 0 0,-2 1 1 0 0,0-3-1 0 0,-3 0 1 0 0,-1-11-209 0 0,-8 18 87 0 0,2 0 0 0 0,-6-2 0 0 0,0 2 0 0 0,-2-2 1 0 0,-2 0-1 0 0,0 2 0 0 0,-4-3 0 0 0,0 3 0 0 0,-10-18-87 0 0,3 18-41 0 0,1 2-1 0 0,-4-2 1 0 0,0 3 0 0 0,-4 1-1 0 0,1-4 1 0 0,-1 2-1 0 0,-6 3 1 0 0,3-1 0 0 0,-3 3-1 0 0,0-2 1 0 0,-1 4-1 0 0,-3-3 1 0 0,-11-1 41 0 0,-3-3-813 0 0,-3 3 1 0 0,4 1-1 0 0,-5 3 1 0 0,-17-6 812 0 0,12 8-2434 0 0,-2-2 0 0 0,-2 4 0 0 0,-50-6 2434 0 0,-17 2-6875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8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-3 2074 688 0 0,'8'0'6330'0'0,"14"7"-3963"0"0,17 3-1575 0 0,32 0-430 0 0,-55-6-317 0 0,0-4-1 0 0,3 4 1 0 0,-1-4-1 0 0,0-4 1 0 0,-2 4-1 0 0,3-4-44 0 0,7-6 72 0 0,0-5 0 0 0,1 3 0 0 0,-1-4-1 0 0,-4-3 1 0 0,5-1 0 0 0,-5-3 0 0 0,3 1 0 0 0,-1-3-1 0 0,-2-3 1 0 0,0-1 0 0 0,-1-2 0 0 0,-1-6-72 0 0,4-6 198 0 0,1 0 1 0 0,-3-2 0 0 0,-2 0 0 0 0,-1-8-1 0 0,-1 4 1 0 0,0-3 0 0 0,-4-1-1 0 0,1 0 1 0 0,3-25-199 0 0,-4 2 104 0 0,0 2 0 0 0,0 1 0 0 0,-5-5 0 0 0,1 2 0 0 0,-4-2 0 0 0,-4 2 0 0 0,2-2-1 0 0,-4 1 1 0 0,-2-1 0 0 0,0 0 0 0 0,-12-72-104 0 0,1 17-2467 0 0,-1-6-3978 0 0,8 104 1022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7"/>
    </inkml:context>
    <inkml:brush xml:id="br0">
      <inkml:brushProperty name="width" value="0.025" units="cm"/>
      <inkml:brushProperty name="height" value="0.025" units="cm"/>
      <inkml:brushProperty name="color" value="#BFBFBF"/>
    </inkml:brush>
  </inkml:definitions>
  <inkml:trace contextRef="#ctx0" brushRef="#br0">48 5 2064 0 0,'-12'-4'5544'0'0,"24"14"-2555"0"0,26 14-631 0 0,2-4-652 0 0,35 22-1706 0 0,-47-24 102 0 0,2 0-1 0 0,2-2 1 0 0,28 10-102 0 0,-2-5 127 0 0,-20-3 73 0 0,-92 0 404 0 0,4 6-620 0 0,4 2 0 0 0,-42 28 16 0 0,-19 14-2017 0 0,33-32-3621 0 0,46-24-972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31:00.13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43 5 2064 0 0,'-12'-4'5544'0'0,"24"14"-2555"0"0,22 13-631 0 0,3-5-652 0 0,30 20-1706 0 0,-40-19 102 0 0,1-3-1 0 0,-1-2 1 0 0,28 11-102 0 0,-4-3 127 0 0,-18-6 73 0 0,-82 1 404 0 0,6 5-620 0 0,2 2 0 0 0,-38 27 16 0 0,-19 12-2017 0 0,32-28-3621 0 0,40-23-972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01T02:17:37.896"/>
    </inkml:context>
    <inkml:brush xml:id="br0">
      <inkml:brushProperty name="width" value="0.025" units="cm"/>
      <inkml:brushProperty name="height" value="0.025" units="cm"/>
      <inkml:brushProperty name="color" value="#FF0000"/>
    </inkml:brush>
  </inkml:definitions>
  <inkml:trace contextRef="#ctx0" brushRef="#br0">411 9 688 0 0,'-7'0'6330'0'0,"-1"-2"-3963"0"0,-12-4-1575 0 0,-16 1-430 0 0,27 3-317 0 0,3 0-1 0 0,-3 2 1 0 0,-2 0-1 0 0,5 0 1 0 0,-3 2-1 0 0,1 0-44 0 0,-7 3 72 0 0,2 1 0 0 0,0 3 0 0 0,0-1-1 0 0,2 1 1 0 0,-2 2 0 0 0,3 0 0 0 0,-3 4 0 0 0,0-2-1 0 0,2 2 1 0 0,3-2 0 0 0,-3 4 0 0 0,0 2-72 0 0,0 3 198 0 0,-2 2 1 0 0,3-1 0 0 0,-1 1 0 0 0,0 4-1 0 0,3-4 1 0 0,1 6 0 0 0,-1-4-1 0 0,1 6 1 0 0,-4 9-199 0 0,5-4 104 0 0,-3 2 0 0 0,5 0 0 0 0,0 4 0 0 0,-1-4 0 0 0,3 2 0 0 0,0 2 0 0 0,0-2-1 0 0,2-2 1 0 0,0 2 0 0 0,2 2 0 0 0,5 32-104 0 0,-1-3-2467 0 0,0 3-3978 0 0,-3-55 1022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E36C1-EE93-49F3-ACCA-688796A50B0C}" type="datetimeFigureOut">
              <a:rPr lang="tr-TR" smtClean="0"/>
              <a:t>30.08.2026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533A2-33BD-4792-9644-88F028AC526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4467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0818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1884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2465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1226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8659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2715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9483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1251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3493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5865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6146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6118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9519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0978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4932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4375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89511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78646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30973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7747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7577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18958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46279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48059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8115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97F49366-7F1E-4CA5-A1D8-D3BA03FAA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9CF056D-1AE5-4662-B1C5-CD06B6488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D31D48B-2C07-4742-94E9-B8C3DEB7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9380-D596-4D8F-81C6-30D4A30EA017}" type="datetime1">
              <a:rPr lang="tr-TR" smtClean="0"/>
              <a:t>30.08.2026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E9942BE-BCF5-46BF-B869-55068AC6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C999290-13B8-4002-9DDF-2B33840E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648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A530143C-7525-479F-A6A8-9C021F069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B5453F-8364-4E6E-B4E0-8629A640F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C60BF19-C1DE-459F-B409-9706F24F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E99E-45E2-4668-A8BB-CBA732CF4639}" type="datetime1">
              <a:rPr lang="tr-TR" smtClean="0"/>
              <a:t>30.08.2026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478A33F-3517-492B-9F19-3DE66E0B1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87D0EA-E205-445B-B961-168142B7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345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DD090CD6-B38D-45A1-AC4F-57AA54664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7275CF5-B79E-416A-94A6-27E3A023C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853996A-004C-453E-846D-0DE3CFDD2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1605-0D12-49E8-AC6C-84281D08EBB4}" type="datetime1">
              <a:rPr lang="tr-TR" smtClean="0"/>
              <a:t>30.08.2026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90C32A0-72D9-4D91-B68F-8CE770AF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7BAAC8B-1A63-48D6-AB6F-36B5D8A0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994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A9DC0A3E-14D2-4154-A839-559637F3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4F6950-F067-451D-9416-C4800D0C3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40B192C-DFAA-4DED-9D0C-452E2CE32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AE5432A-D7EA-457F-90B6-75F4B3CD0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DC015-AF15-4DF0-AD86-58B950CB79C5}" type="datetime1">
              <a:rPr lang="tr-TR" smtClean="0"/>
              <a:t>30.08.2026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EAB2816-6119-4264-A600-AF75B2A9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0541CD5-CA23-4BBB-8EB9-A91CDD12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4962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3F200680-F9DB-4CCA-B271-82FB2ADA2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F20BAC2-0CA0-47A5-9113-E28AC5F47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7CA2AC2-D57C-4812-BC4F-8D561C001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F1C2C53-35C0-42EC-9B8B-E3FA0E9E0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934B5B9-999E-4169-A4D3-9249BC5AF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3A0637D6-DC4F-4ACE-83D4-2A8ED6EC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537C-A55A-4AAD-9C5F-C5495F03E45D}" type="datetime1">
              <a:rPr lang="tr-TR" smtClean="0"/>
              <a:t>30.08.2026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EDC5CD6-C058-4B81-A64B-8B66A0EA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8776960-E67E-4083-8949-4E482B59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561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6A49DED-D89E-4C0C-B5AB-B552C2AB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3B991BC-F9B5-44B5-876C-D4CD4EB2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D38C-7CAB-4AE4-A8BE-0EA31FCAD504}" type="datetime1">
              <a:rPr lang="tr-TR" smtClean="0"/>
              <a:t>30.08.2026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0F3BF57-4B02-445C-80DC-C8308B77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9B0E153-81B1-4FBA-9B19-C8ED5B2DD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7738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775ED37-15AC-4A76-8031-6E1469D15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90FD-0F16-4F3B-BAC4-D5D7CD32F650}" type="datetime1">
              <a:rPr lang="tr-TR" smtClean="0"/>
              <a:t>30.08.2026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9E15FB4-5130-4407-8224-C43ED26E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52EF929-BA8B-4631-BFCE-B9BD7DBD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769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DE268D84-2ACA-45C9-9C8D-6A4D6D22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F4CDD5-5C90-4248-9293-4AF6FE8ED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870963F-762E-46BF-B86E-F5D117A7F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8BAA920-543D-4C27-BF05-5FFF6B2F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1481-6E1C-45D5-A93D-F67232F26AF3}" type="datetime1">
              <a:rPr lang="tr-TR" smtClean="0"/>
              <a:t>30.08.2026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70510FA-2293-4B40-99BA-EF331CBEF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534AC4B-6980-4B5A-860F-D570B2BA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153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30B92B0-6879-4794-BBD6-581FAAA8C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410783D-ED8B-4536-A39A-34FA3BBFA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6A03A9F-ACF2-437D-AE1D-968020332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1E9785A-97F7-44CA-BE2C-36744BB5D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F61A-2ECA-4D65-A9CA-47A95F422447}" type="datetime1">
              <a:rPr lang="tr-TR" smtClean="0"/>
              <a:t>30.08.2026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E7CE7BA-431F-4379-8184-0048BEE68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816E44C-037D-491A-A9F5-F18356BF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492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39AD508A-B820-49CC-BBD5-AEF76B944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8CA0D71-BED5-4BD1-AC8F-6A89332AD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3D12B7-E62A-46F6-A015-69289B7E2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BA86-2F1C-4773-9B3B-862B86299FAC}" type="datetime1">
              <a:rPr lang="tr-TR" smtClean="0"/>
              <a:t>30.08.2026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60F9450-3009-40B1-832C-FFDED408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9688CDE-F6ED-4FE4-AE4D-4B62C322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4345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0B5B951-9902-472C-ABF8-841C92E7D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D0AC2C7-8786-4C47-A61C-B878D7554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63F7342-2D75-48AE-BA7C-9FFEB5FC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54EA-FED1-4DB1-9F35-EA222E679886}" type="datetime1">
              <a:rPr lang="tr-TR" smtClean="0"/>
              <a:t>30.08.2026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1351341-6325-40B1-91E4-E844CD58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F2AFE3B-855F-43A8-8D94-E8CE5259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076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09635D7-2799-4B0A-86E3-CE3485BC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4FD3B0B-EF23-4AE4-9ECE-B2E3A88A2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52011CF-060E-4727-A2F4-9995F6FA4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596CC-A07D-4266-8E8A-4255B0459368}" type="datetime1">
              <a:rPr lang="tr-TR" smtClean="0"/>
              <a:t>30.08.2026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E77AFA5-5CC1-4F27-B640-6FE6A6ABA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9FB549-72DE-41EC-BE4A-1344BB730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423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1" Type="http://schemas.openxmlformats.org/officeDocument/2006/relationships/image" Target="../media/image10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23" Type="http://schemas.openxmlformats.org/officeDocument/2006/relationships/customXml" Target="../ink/ink3.xml"/><Relationship Id="rId22" Type="http://schemas.openxmlformats.org/officeDocument/2006/relationships/customXml" Target="../ink/ink2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.xml"/><Relationship Id="rId25" Type="http://schemas.openxmlformats.org/officeDocument/2006/relationships/image" Target="../media/image30.png"/><Relationship Id="rId2" Type="http://schemas.openxmlformats.org/officeDocument/2006/relationships/customXml" Target="../ink/ink4.xml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6.xml"/><Relationship Id="rId27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.xml"/><Relationship Id="rId25" Type="http://schemas.openxmlformats.org/officeDocument/2006/relationships/image" Target="../media/image30.png"/><Relationship Id="rId2" Type="http://schemas.openxmlformats.org/officeDocument/2006/relationships/customXml" Target="../ink/ink7.xml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9.xml"/><Relationship Id="rId27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.xml"/><Relationship Id="rId25" Type="http://schemas.openxmlformats.org/officeDocument/2006/relationships/image" Target="../media/image30.png"/><Relationship Id="rId33" Type="http://schemas.openxmlformats.org/officeDocument/2006/relationships/image" Target="../media/image70.png"/><Relationship Id="rId2" Type="http://schemas.openxmlformats.org/officeDocument/2006/relationships/customXml" Target="../ink/ink10.xml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32" Type="http://schemas.openxmlformats.org/officeDocument/2006/relationships/customXml" Target="../ink/ink14.xml"/><Relationship Id="rId28" Type="http://schemas.openxmlformats.org/officeDocument/2006/relationships/customXml" Target="../ink/ink12.xml"/><Relationship Id="rId31" Type="http://schemas.openxmlformats.org/officeDocument/2006/relationships/image" Target="../media/image6.png"/><Relationship Id="rId27" Type="http://schemas.openxmlformats.org/officeDocument/2006/relationships/image" Target="../media/image40.png"/><Relationship Id="rId30" Type="http://schemas.openxmlformats.org/officeDocument/2006/relationships/customXml" Target="../ink/ink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33" Type="http://schemas.openxmlformats.org/officeDocument/2006/relationships/image" Target="../media/image70.png"/><Relationship Id="rId2" Type="http://schemas.openxmlformats.org/officeDocument/2006/relationships/customXml" Target="../ink/ink15.xml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32" Type="http://schemas.openxmlformats.org/officeDocument/2006/relationships/customXml" Target="../ink/ink19.xml"/><Relationship Id="rId28" Type="http://schemas.openxmlformats.org/officeDocument/2006/relationships/customXml" Target="../ink/ink17.xml"/><Relationship Id="rId31" Type="http://schemas.openxmlformats.org/officeDocument/2006/relationships/image" Target="../media/image6.png"/><Relationship Id="rId4" Type="http://schemas.openxmlformats.org/officeDocument/2006/relationships/customXml" Target="../ink/ink16.xml"/><Relationship Id="rId27" Type="http://schemas.openxmlformats.org/officeDocument/2006/relationships/image" Target="../media/image40.png"/><Relationship Id="rId30" Type="http://schemas.openxmlformats.org/officeDocument/2006/relationships/customXml" Target="../ink/ink1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100.png"/><Relationship Id="rId3" Type="http://schemas.openxmlformats.org/officeDocument/2006/relationships/image" Target="../media/image61.png"/><Relationship Id="rId7" Type="http://schemas.openxmlformats.org/officeDocument/2006/relationships/image" Target="../media/image71.png"/><Relationship Id="rId12" Type="http://schemas.openxmlformats.org/officeDocument/2006/relationships/customXml" Target="../ink/ink25.xml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11" Type="http://schemas.openxmlformats.org/officeDocument/2006/relationships/image" Target="../media/image9.png"/><Relationship Id="rId5" Type="http://schemas.openxmlformats.org/officeDocument/2006/relationships/image" Target="../media/image40.png"/><Relationship Id="rId15" Type="http://schemas.openxmlformats.org/officeDocument/2006/relationships/customXml" Target="../ink/ink27.xml"/><Relationship Id="rId10" Type="http://schemas.openxmlformats.org/officeDocument/2006/relationships/customXml" Target="../ink/ink24.xml"/><Relationship Id="rId4" Type="http://schemas.openxmlformats.org/officeDocument/2006/relationships/customXml" Target="../ink/ink21.xml"/><Relationship Id="rId9" Type="http://schemas.openxmlformats.org/officeDocument/2006/relationships/image" Target="../media/image80.png"/><Relationship Id="rId14" Type="http://schemas.openxmlformats.org/officeDocument/2006/relationships/customXml" Target="../ink/ink2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image" Target="../media/image100.png"/><Relationship Id="rId3" Type="http://schemas.openxmlformats.org/officeDocument/2006/relationships/image" Target="../media/image61.png"/><Relationship Id="rId7" Type="http://schemas.openxmlformats.org/officeDocument/2006/relationships/image" Target="../media/image71.png"/><Relationship Id="rId12" Type="http://schemas.openxmlformats.org/officeDocument/2006/relationships/customXml" Target="../ink/ink33.xml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11" Type="http://schemas.openxmlformats.org/officeDocument/2006/relationships/image" Target="../media/image9.png"/><Relationship Id="rId5" Type="http://schemas.openxmlformats.org/officeDocument/2006/relationships/image" Target="../media/image40.png"/><Relationship Id="rId15" Type="http://schemas.openxmlformats.org/officeDocument/2006/relationships/customXml" Target="../ink/ink35.xml"/><Relationship Id="rId10" Type="http://schemas.openxmlformats.org/officeDocument/2006/relationships/customXml" Target="../ink/ink32.xml"/><Relationship Id="rId4" Type="http://schemas.openxmlformats.org/officeDocument/2006/relationships/customXml" Target="../ink/ink29.xml"/><Relationship Id="rId9" Type="http://schemas.openxmlformats.org/officeDocument/2006/relationships/image" Target="../media/image80.png"/><Relationship Id="rId14" Type="http://schemas.openxmlformats.org/officeDocument/2006/relationships/customXml" Target="../ink/ink3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3" Type="http://schemas.openxmlformats.org/officeDocument/2006/relationships/image" Target="../media/image61.png"/><Relationship Id="rId7" Type="http://schemas.openxmlformats.org/officeDocument/2006/relationships/image" Target="../media/image71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5" Type="http://schemas.openxmlformats.org/officeDocument/2006/relationships/image" Target="../media/image40.png"/><Relationship Id="rId4" Type="http://schemas.openxmlformats.org/officeDocument/2006/relationships/customXml" Target="../ink/ink37.xml"/><Relationship Id="rId9" Type="http://schemas.openxmlformats.org/officeDocument/2006/relationships/customXml" Target="../ink/ink40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45.xml"/><Relationship Id="rId4" Type="http://schemas.openxmlformats.org/officeDocument/2006/relationships/customXml" Target="../ink/ink42.xml"/><Relationship Id="rId9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9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8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50.xml"/><Relationship Id="rId4" Type="http://schemas.openxmlformats.org/officeDocument/2006/relationships/customXml" Target="../ink/ink47.xml"/><Relationship Id="rId9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4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3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55.xml"/><Relationship Id="rId4" Type="http://schemas.openxmlformats.org/officeDocument/2006/relationships/customXml" Target="../ink/ink52.xml"/><Relationship Id="rId9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5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8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60.xml"/><Relationship Id="rId4" Type="http://schemas.openxmlformats.org/officeDocument/2006/relationships/customXml" Target="../ink/ink57.xml"/><Relationship Id="rId9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4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3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65.xml"/><Relationship Id="rId4" Type="http://schemas.openxmlformats.org/officeDocument/2006/relationships/customXml" Target="../ink/ink62.xml"/><Relationship Id="rId9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8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70.xml"/><Relationship Id="rId4" Type="http://schemas.openxmlformats.org/officeDocument/2006/relationships/customXml" Target="../ink/ink67.xml"/><Relationship Id="rId9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o 11">
            <a:extLst>
              <a:ext uri="{FF2B5EF4-FFF2-40B4-BE49-F238E27FC236}">
                <a16:creationId xmlns:a16="http://schemas.microsoft.com/office/drawing/2014/main" id="{37DD7A20-BD11-4CD7-BA22-56B8A3C81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338565"/>
              </p:ext>
            </p:extLst>
          </p:nvPr>
        </p:nvGraphicFramePr>
        <p:xfrm>
          <a:off x="329172" y="536567"/>
          <a:ext cx="11549236" cy="5802687"/>
        </p:xfrm>
        <a:graphic>
          <a:graphicData uri="http://schemas.openxmlformats.org/drawingml/2006/table">
            <a:tbl>
              <a:tblPr firstRow="1" firstCol="1" bandRow="1"/>
              <a:tblGrid>
                <a:gridCol w="3648268">
                  <a:extLst>
                    <a:ext uri="{9D8B030D-6E8A-4147-A177-3AD203B41FA5}">
                      <a16:colId xmlns:a16="http://schemas.microsoft.com/office/drawing/2014/main" val="2889265622"/>
                    </a:ext>
                  </a:extLst>
                </a:gridCol>
                <a:gridCol w="3602012">
                  <a:extLst>
                    <a:ext uri="{9D8B030D-6E8A-4147-A177-3AD203B41FA5}">
                      <a16:colId xmlns:a16="http://schemas.microsoft.com/office/drawing/2014/main" val="1417692470"/>
                    </a:ext>
                  </a:extLst>
                </a:gridCol>
                <a:gridCol w="4298956">
                  <a:extLst>
                    <a:ext uri="{9D8B030D-6E8A-4147-A177-3AD203B41FA5}">
                      <a16:colId xmlns:a16="http://schemas.microsoft.com/office/drawing/2014/main" val="1074737866"/>
                    </a:ext>
                  </a:extLst>
                </a:gridCol>
              </a:tblGrid>
              <a:tr h="1499563">
                <a:tc gridSpan="3"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1" i="0" u="none" strike="noStrike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egoe UI Emoji" panose="020B0502040204020203" pitchFamily="34" charset="0"/>
                        </a:rPr>
                        <a:t>🧐</a:t>
                      </a:r>
                      <a:r>
                        <a:rPr lang="tr-TR" sz="3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tr-TR" sz="32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Müfred</a:t>
                      </a:r>
                      <a:r>
                        <a:rPr lang="tr-TR" sz="3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tr-TR" sz="32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Tesniye</a:t>
                      </a:r>
                      <a:r>
                        <a:rPr lang="tr-TR" sz="3200" b="1" i="0" u="none" strike="noStrike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ve Cem’ </a:t>
                      </a:r>
                      <a:r>
                        <a:rPr lang="tr-TR" sz="3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İsimler </a:t>
                      </a:r>
                      <a:endParaRPr lang="tr-TR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Arapçada isimler sayı bakımından;</a:t>
                      </a:r>
                      <a:endParaRPr lang="tr-TR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9255" marR="109255" marT="54628" marB="546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70522"/>
                  </a:ext>
                </a:extLst>
              </a:tr>
              <a:tr h="656888">
                <a:tc>
                  <a:txBody>
                    <a:bodyPr/>
                    <a:lstStyle/>
                    <a:p>
                      <a:pPr marL="347472" indent="-347472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tr-TR" sz="3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Müfret (Tekil)</a:t>
                      </a:r>
                      <a:endParaRPr lang="tr-TR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941" marR="81941" marT="1138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tr-TR" sz="32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Tesniye</a:t>
                      </a:r>
                      <a:r>
                        <a:rPr lang="tr-TR" sz="3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(İkil)</a:t>
                      </a:r>
                      <a:endParaRPr lang="tr-TR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941" marR="81941" marT="1138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tr-TR" sz="3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Cem’ (Çoğul)</a:t>
                      </a:r>
                      <a:endParaRPr lang="tr-TR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941" marR="81941" marT="1138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76849"/>
                  </a:ext>
                </a:extLst>
              </a:tr>
              <a:tr h="79178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x</a:t>
                      </a:r>
                      <a:endParaRPr lang="tr-TR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941" marR="81941" marT="1138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ــــَــانِ</a:t>
                      </a:r>
                      <a:r>
                        <a:rPr lang="ar-EG" sz="32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/</a:t>
                      </a:r>
                      <a:r>
                        <a:rPr lang="ar-EG" sz="32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ar-EG" sz="32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ـــَــيْـنِ</a:t>
                      </a:r>
                      <a:endParaRPr lang="ar-EG" sz="32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941" marR="81941" marT="1138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ـــُــونَ </a:t>
                      </a: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/ </a:t>
                      </a:r>
                      <a:r>
                        <a:rPr lang="ar-EG" sz="32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ـــِــيــنَ </a:t>
                      </a: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/ </a:t>
                      </a:r>
                      <a:r>
                        <a:rPr lang="ar-EG" sz="3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941" marR="81941" marT="1138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241697"/>
                  </a:ext>
                </a:extLst>
              </a:tr>
              <a:tr h="2854451">
                <a:tc gridSpan="3"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olmak üzere üçe ayrılır.</a:t>
                      </a:r>
                    </a:p>
                    <a:p>
                      <a:pPr algn="l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tr-TR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 Light" panose="020F0302020204030204" pitchFamily="34" charset="0"/>
                        <a:buNone/>
                      </a:pPr>
                      <a:r>
                        <a:rPr lang="tr-TR" sz="32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› </a:t>
                      </a:r>
                      <a:r>
                        <a:rPr lang="tr-TR" sz="3200" b="0" i="0" u="none" strike="noStrike" dirty="0" err="1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Arapça’da</a:t>
                      </a:r>
                      <a:r>
                        <a:rPr lang="tr-TR" sz="32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bir kelimeye, iki sayısını getirmeden de ikil manası verilebilir. Yani </a:t>
                      </a:r>
                      <a:r>
                        <a:rPr lang="tr-TR" sz="3200" b="0" i="0" u="none" strike="noStrike" dirty="0" err="1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Arapça’da</a:t>
                      </a:r>
                      <a:r>
                        <a:rPr lang="tr-TR" sz="32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‘tekil ve çoğul’ tabirine ek olarak ‘ikil’ tabiri de vardır. Böylece ‘çoğul’ tabiri en az üç sayıdan oluşmalıdır.</a:t>
                      </a:r>
                      <a:endParaRPr lang="tr-TR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9255" marR="109255" marT="54628" marB="546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587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9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32E26996-A04C-431E-B7C6-4CE06D7FF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041579"/>
              </p:ext>
            </p:extLst>
          </p:nvPr>
        </p:nvGraphicFramePr>
        <p:xfrm>
          <a:off x="349177" y="1072493"/>
          <a:ext cx="11529232" cy="4713015"/>
        </p:xfrm>
        <a:graphic>
          <a:graphicData uri="http://schemas.openxmlformats.org/drawingml/2006/table">
            <a:tbl>
              <a:tblPr firstRow="1" firstCol="1" bandRow="1"/>
              <a:tblGrid>
                <a:gridCol w="1803509">
                  <a:extLst>
                    <a:ext uri="{9D8B030D-6E8A-4147-A177-3AD203B41FA5}">
                      <a16:colId xmlns:a16="http://schemas.microsoft.com/office/drawing/2014/main" val="3960642608"/>
                    </a:ext>
                  </a:extLst>
                </a:gridCol>
                <a:gridCol w="2232051">
                  <a:extLst>
                    <a:ext uri="{9D8B030D-6E8A-4147-A177-3AD203B41FA5}">
                      <a16:colId xmlns:a16="http://schemas.microsoft.com/office/drawing/2014/main" val="1645405476"/>
                    </a:ext>
                  </a:extLst>
                </a:gridCol>
                <a:gridCol w="1465759">
                  <a:extLst>
                    <a:ext uri="{9D8B030D-6E8A-4147-A177-3AD203B41FA5}">
                      <a16:colId xmlns:a16="http://schemas.microsoft.com/office/drawing/2014/main" val="1846942443"/>
                    </a:ext>
                  </a:extLst>
                </a:gridCol>
                <a:gridCol w="1425808">
                  <a:extLst>
                    <a:ext uri="{9D8B030D-6E8A-4147-A177-3AD203B41FA5}">
                      <a16:colId xmlns:a16="http://schemas.microsoft.com/office/drawing/2014/main" val="784422190"/>
                    </a:ext>
                  </a:extLst>
                </a:gridCol>
                <a:gridCol w="2527119">
                  <a:extLst>
                    <a:ext uri="{9D8B030D-6E8A-4147-A177-3AD203B41FA5}">
                      <a16:colId xmlns:a16="http://schemas.microsoft.com/office/drawing/2014/main" val="990822174"/>
                    </a:ext>
                  </a:extLst>
                </a:gridCol>
                <a:gridCol w="2074986">
                  <a:extLst>
                    <a:ext uri="{9D8B030D-6E8A-4147-A177-3AD203B41FA5}">
                      <a16:colId xmlns:a16="http://schemas.microsoft.com/office/drawing/2014/main" val="2451183781"/>
                    </a:ext>
                  </a:extLst>
                </a:gridCol>
              </a:tblGrid>
              <a:tr h="884407">
                <a:tc gridSpan="6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1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I. Müfred (Tekil) İsimler:</a:t>
                      </a:r>
                      <a:r>
                        <a:rPr lang="tr-TR" sz="3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tr-TR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Genellikle i</a:t>
                      </a:r>
                      <a:r>
                        <a:rPr lang="tr-TR" sz="32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kil ve çoğul eklerini almayan kelimeler tekil sayılırlar.</a:t>
                      </a:r>
                      <a:endParaRPr lang="tr-TR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359" marR="175359" marT="87680" marB="87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00233"/>
                  </a:ext>
                </a:extLst>
              </a:tr>
              <a:tr h="316519">
                <a:tc gridSpan="6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6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5359" marR="175359" marT="87680" marB="876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164602"/>
                  </a:ext>
                </a:extLst>
              </a:tr>
              <a:tr h="420131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اَلْفَلَّاحُ</a:t>
                      </a:r>
                      <a:endParaRPr lang="ar-EG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طَبِيبَ</a:t>
                      </a:r>
                      <a:r>
                        <a:rPr lang="ar-EG" sz="3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ةً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اَلْكِتَابَ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اَلْأَرِيكَ</a:t>
                      </a:r>
                      <a:r>
                        <a:rPr lang="ar-EG" sz="3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ةَ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مُهَنْدِسٍ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مُدَرِّسَ</a:t>
                      </a:r>
                      <a:r>
                        <a:rPr lang="ar-EG" sz="3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ةٌ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470013"/>
                  </a:ext>
                </a:extLst>
              </a:tr>
              <a:tr h="770437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Çiftçi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(Bir) Doktor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Koltuk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(Bir) Mühendis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(Bir) Öğretmen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3511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1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1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1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11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6761018"/>
                  </a:ext>
                </a:extLst>
              </a:tr>
              <a:tr h="420131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وَالِدٌ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مُمَرِّضَ</a:t>
                      </a:r>
                      <a:r>
                        <a:rPr lang="ar-EG" sz="3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ةٍ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اَلسَّائِقِ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اَلْوَالِدَ</a:t>
                      </a:r>
                      <a:r>
                        <a:rPr lang="ar-EG" sz="3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ةُ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طَالِبًا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b="0" i="0" u="none" strike="noStrike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اَلْمَدْرَسَ</a:t>
                      </a:r>
                      <a:r>
                        <a:rPr lang="ar-EG" sz="3200" b="0" i="0" u="none" strike="noStrike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ةِ</a:t>
                      </a:r>
                      <a:endParaRPr lang="ar-EG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405541"/>
                  </a:ext>
                </a:extLst>
              </a:tr>
              <a:tr h="770437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(Bir) Baba</a:t>
                      </a:r>
                      <a:endParaRPr lang="tr-T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(Bir) Hemşire</a:t>
                      </a:r>
                      <a:endParaRPr lang="tr-T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Şöför</a:t>
                      </a:r>
                      <a:endParaRPr lang="tr-T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Anne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(Bir) Öğrenci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Okul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1519" marR="131519" marT="18267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533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64653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B2E65E41-B08F-405C-A377-45051CA97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5841"/>
              </p:ext>
            </p:extLst>
          </p:nvPr>
        </p:nvGraphicFramePr>
        <p:xfrm>
          <a:off x="323309" y="969087"/>
          <a:ext cx="11551169" cy="1743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51169">
                  <a:extLst>
                    <a:ext uri="{9D8B030D-6E8A-4147-A177-3AD203B41FA5}">
                      <a16:colId xmlns:a16="http://schemas.microsoft.com/office/drawing/2014/main" val="819990723"/>
                    </a:ext>
                  </a:extLst>
                </a:gridCol>
              </a:tblGrid>
              <a:tr h="1496792">
                <a:tc>
                  <a:txBody>
                    <a:bodyPr/>
                    <a:lstStyle/>
                    <a:p>
                      <a:pPr marL="571500" lvl="0" indent="-571500" algn="ctr" rtl="0">
                        <a:lnSpc>
                          <a:spcPct val="107000"/>
                        </a:lnSpc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+mj-lt"/>
                        <a:buAutoNum type="romanUcPeriod" startAt="2"/>
                      </a:pPr>
                      <a:r>
                        <a:rPr lang="tr-TR" sz="2800" b="1" u="sng" dirty="0" err="1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Tesniye</a:t>
                      </a:r>
                      <a:r>
                        <a:rPr lang="tr-TR" sz="2800" b="1" u="sng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(İkil) İsimler:</a:t>
                      </a:r>
                      <a:r>
                        <a:rPr lang="tr-TR" sz="2800" b="1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2400" b="1" dirty="0">
                        <a:solidFill>
                          <a:srgbClr val="C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İsmi ikil yapmak için ismin sonuna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َـــانِ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veya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َـــيْـنِ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ekleri getirilir.</a:t>
                      </a: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Bu işlem yapılırken tekil olan kelimenin sonundaki hareke fethaya “ــــ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 çevrilir.</a:t>
                      </a:r>
                      <a:endParaRPr lang="ar-EG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096707"/>
                  </a:ext>
                </a:extLst>
              </a:tr>
            </a:tbl>
          </a:graphicData>
        </a:graphic>
      </p:graphicFrame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F2CF74A-E64C-4F4B-8314-FA357E44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3</a:t>
            </a:fld>
            <a:endParaRPr lang="tr-TR" sz="1800">
              <a:latin typeface="Chiller" panose="04020404031007020602" pitchFamily="82" charset="0"/>
            </a:endParaRPr>
          </a:p>
        </p:txBody>
      </p:sp>
      <p:graphicFrame>
        <p:nvGraphicFramePr>
          <p:cNvPr id="12" name="Tablo 11">
            <a:extLst>
              <a:ext uri="{FF2B5EF4-FFF2-40B4-BE49-F238E27FC236}">
                <a16:creationId xmlns:a16="http://schemas.microsoft.com/office/drawing/2014/main" id="{BF2AF03F-576D-4E56-A476-589194150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26985"/>
              </p:ext>
            </p:extLst>
          </p:nvPr>
        </p:nvGraphicFramePr>
        <p:xfrm>
          <a:off x="4330148" y="3644443"/>
          <a:ext cx="3531704" cy="13289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31704">
                  <a:extLst>
                    <a:ext uri="{9D8B030D-6E8A-4147-A177-3AD203B41FA5}">
                      <a16:colId xmlns:a16="http://schemas.microsoft.com/office/drawing/2014/main" val="2042346367"/>
                    </a:ext>
                  </a:extLst>
                </a:gridCol>
              </a:tblGrid>
              <a:tr h="76794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مُدَرِّسَةٌ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07262"/>
                  </a:ext>
                </a:extLst>
              </a:tr>
              <a:tr h="506961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6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 öğretmen</a:t>
                      </a:r>
                      <a:endParaRPr lang="tr-TR" sz="32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465484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0FA3BBE1-7933-4BA9-BF14-68B0FF470861}"/>
              </a:ext>
            </a:extLst>
          </p:cNvPr>
          <p:cNvSpPr/>
          <p:nvPr/>
        </p:nvSpPr>
        <p:spPr>
          <a:xfrm>
            <a:off x="5236308" y="3579446"/>
            <a:ext cx="273538" cy="2657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C4A297C7-9231-47D0-9913-AE335E7704C0}"/>
              </a:ext>
            </a:extLst>
          </p:cNvPr>
          <p:cNvCxnSpPr>
            <a:cxnSpLocks/>
          </p:cNvCxnSpPr>
          <p:nvPr/>
        </p:nvCxnSpPr>
        <p:spPr>
          <a:xfrm flipV="1">
            <a:off x="5592580" y="3147655"/>
            <a:ext cx="701287" cy="4967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B60A6730-4A59-45DF-8407-22C97C66A205}"/>
              </a:ext>
            </a:extLst>
          </p:cNvPr>
          <p:cNvSpPr txBox="1"/>
          <p:nvPr/>
        </p:nvSpPr>
        <p:spPr>
          <a:xfrm>
            <a:off x="6248777" y="2659559"/>
            <a:ext cx="5168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َ</a:t>
            </a:r>
            <a:endParaRPr lang="tr-TR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6592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B2E65E41-B08F-405C-A377-45051CA97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851038"/>
              </p:ext>
            </p:extLst>
          </p:nvPr>
        </p:nvGraphicFramePr>
        <p:xfrm>
          <a:off x="323309" y="969087"/>
          <a:ext cx="11551169" cy="1743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51169">
                  <a:extLst>
                    <a:ext uri="{9D8B030D-6E8A-4147-A177-3AD203B41FA5}">
                      <a16:colId xmlns:a16="http://schemas.microsoft.com/office/drawing/2014/main" val="819990723"/>
                    </a:ext>
                  </a:extLst>
                </a:gridCol>
              </a:tblGrid>
              <a:tr h="1496792">
                <a:tc>
                  <a:txBody>
                    <a:bodyPr/>
                    <a:lstStyle/>
                    <a:p>
                      <a:pPr marL="571500" lvl="0" indent="-571500" algn="ctr" rtl="0">
                        <a:lnSpc>
                          <a:spcPct val="107000"/>
                        </a:lnSpc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+mj-lt"/>
                        <a:buAutoNum type="romanUcPeriod" startAt="2"/>
                      </a:pPr>
                      <a:r>
                        <a:rPr lang="tr-TR" sz="2800" b="1" u="sng" dirty="0" err="1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Tesniye</a:t>
                      </a:r>
                      <a:r>
                        <a:rPr lang="tr-TR" sz="2800" b="1" u="sng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(İkil) İsimler:</a:t>
                      </a:r>
                      <a:r>
                        <a:rPr lang="tr-TR" sz="2800" b="1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2400" b="1" dirty="0">
                        <a:solidFill>
                          <a:srgbClr val="C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İsmi ikil yapmak için ismin sonuna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َـــانِ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veya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َـــيْـنِ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ekleri getirilir.</a:t>
                      </a: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Bu işlem yapılırken tekil olan kelimenin sonundaki hareke fethaya “ــــ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 çevrilir.</a:t>
                      </a:r>
                      <a:endParaRPr lang="ar-EG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096707"/>
                  </a:ext>
                </a:extLst>
              </a:tr>
            </a:tbl>
          </a:graphicData>
        </a:graphic>
      </p:graphicFrame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F2CF74A-E64C-4F4B-8314-FA357E44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4</a:t>
            </a:fld>
            <a:endParaRPr lang="tr-TR" sz="1800">
              <a:latin typeface="Chiller" panose="04020404031007020602" pitchFamily="82" charset="0"/>
            </a:endParaRPr>
          </a:p>
        </p:txBody>
      </p:sp>
      <p:graphicFrame>
        <p:nvGraphicFramePr>
          <p:cNvPr id="12" name="Tablo 11">
            <a:extLst>
              <a:ext uri="{FF2B5EF4-FFF2-40B4-BE49-F238E27FC236}">
                <a16:creationId xmlns:a16="http://schemas.microsoft.com/office/drawing/2014/main" id="{BF2AF03F-576D-4E56-A476-589194150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63714"/>
              </p:ext>
            </p:extLst>
          </p:nvPr>
        </p:nvGraphicFramePr>
        <p:xfrm>
          <a:off x="4330148" y="3644443"/>
          <a:ext cx="3531704" cy="13289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31704">
                  <a:extLst>
                    <a:ext uri="{9D8B030D-6E8A-4147-A177-3AD203B41FA5}">
                      <a16:colId xmlns:a16="http://schemas.microsoft.com/office/drawing/2014/main" val="2042346367"/>
                    </a:ext>
                  </a:extLst>
                </a:gridCol>
              </a:tblGrid>
              <a:tr h="76794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مُدَرِّسَة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07262"/>
                  </a:ext>
                </a:extLst>
              </a:tr>
              <a:tr h="506961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6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 öğretmen</a:t>
                      </a:r>
                      <a:endParaRPr lang="tr-TR" sz="32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465484"/>
                  </a:ext>
                </a:extLst>
              </a:tr>
            </a:tbl>
          </a:graphicData>
        </a:graphic>
      </p:graphicFrame>
      <p:sp>
        <p:nvSpPr>
          <p:cNvPr id="16" name="Metin kutusu 15">
            <a:extLst>
              <a:ext uri="{FF2B5EF4-FFF2-40B4-BE49-F238E27FC236}">
                <a16:creationId xmlns:a16="http://schemas.microsoft.com/office/drawing/2014/main" id="{B60A6730-4A59-45DF-8407-22C97C66A205}"/>
              </a:ext>
            </a:extLst>
          </p:cNvPr>
          <p:cNvSpPr txBox="1"/>
          <p:nvPr/>
        </p:nvSpPr>
        <p:spPr>
          <a:xfrm>
            <a:off x="5157776" y="3209054"/>
            <a:ext cx="5168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َ</a:t>
            </a:r>
            <a:endParaRPr lang="tr-TR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69753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B2E65E41-B08F-405C-A377-45051CA97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933346"/>
              </p:ext>
            </p:extLst>
          </p:nvPr>
        </p:nvGraphicFramePr>
        <p:xfrm>
          <a:off x="323309" y="969087"/>
          <a:ext cx="11551169" cy="1743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51169">
                  <a:extLst>
                    <a:ext uri="{9D8B030D-6E8A-4147-A177-3AD203B41FA5}">
                      <a16:colId xmlns:a16="http://schemas.microsoft.com/office/drawing/2014/main" val="819990723"/>
                    </a:ext>
                  </a:extLst>
                </a:gridCol>
              </a:tblGrid>
              <a:tr h="1496792">
                <a:tc>
                  <a:txBody>
                    <a:bodyPr/>
                    <a:lstStyle/>
                    <a:p>
                      <a:pPr marL="571500" lvl="0" indent="-571500" algn="ctr" rtl="0">
                        <a:lnSpc>
                          <a:spcPct val="107000"/>
                        </a:lnSpc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+mj-lt"/>
                        <a:buAutoNum type="romanUcPeriod" startAt="2"/>
                      </a:pPr>
                      <a:r>
                        <a:rPr lang="tr-TR" sz="2800" b="1" u="sng" dirty="0" err="1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Tesniye</a:t>
                      </a:r>
                      <a:r>
                        <a:rPr lang="tr-TR" sz="2800" b="1" u="sng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(İkil) İsimler:</a:t>
                      </a:r>
                      <a:r>
                        <a:rPr lang="tr-TR" sz="2800" b="1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2400" b="1" dirty="0">
                        <a:solidFill>
                          <a:srgbClr val="C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İsmi ikil yapmak için ismin sonuna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َـــانِ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veya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َـــيْـنِ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ekleri getirilir.</a:t>
                      </a: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Bu işlem yapılırken tekil olan kelimenin sonundaki hareke fethaya “ــــ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 çevrilir.</a:t>
                      </a:r>
                      <a:endParaRPr lang="ar-EG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096707"/>
                  </a:ext>
                </a:extLst>
              </a:tr>
            </a:tbl>
          </a:graphicData>
        </a:graphic>
      </p:graphicFrame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F2CF74A-E64C-4F4B-8314-FA357E44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5</a:t>
            </a:fld>
            <a:endParaRPr lang="tr-TR" sz="1800">
              <a:latin typeface="Chiller" panose="04020404031007020602" pitchFamily="82" charset="0"/>
            </a:endParaRPr>
          </a:p>
        </p:txBody>
      </p:sp>
      <p:graphicFrame>
        <p:nvGraphicFramePr>
          <p:cNvPr id="12" name="Tablo 11">
            <a:extLst>
              <a:ext uri="{FF2B5EF4-FFF2-40B4-BE49-F238E27FC236}">
                <a16:creationId xmlns:a16="http://schemas.microsoft.com/office/drawing/2014/main" id="{BF2AF03F-576D-4E56-A476-589194150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226066"/>
              </p:ext>
            </p:extLst>
          </p:nvPr>
        </p:nvGraphicFramePr>
        <p:xfrm>
          <a:off x="3388290" y="3644443"/>
          <a:ext cx="4473562" cy="13289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73562">
                  <a:extLst>
                    <a:ext uri="{9D8B030D-6E8A-4147-A177-3AD203B41FA5}">
                      <a16:colId xmlns:a16="http://schemas.microsoft.com/office/drawing/2014/main" val="2042346367"/>
                    </a:ext>
                  </a:extLst>
                </a:gridCol>
              </a:tblGrid>
              <a:tr h="76794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مُدَرِّسَةَ </a:t>
                      </a:r>
                      <a:r>
                        <a:rPr lang="tr-TR" sz="4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+</a:t>
                      </a:r>
                      <a:r>
                        <a:rPr lang="ar-EG" sz="4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ـانِ</a:t>
                      </a:r>
                      <a:endParaRPr lang="tr-TR" sz="4000" b="0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07262"/>
                  </a:ext>
                </a:extLst>
              </a:tr>
              <a:tr h="506961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6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 öğretmen</a:t>
                      </a:r>
                      <a:endParaRPr lang="tr-TR" sz="32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465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3947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B2E65E41-B08F-405C-A377-45051CA97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423635"/>
              </p:ext>
            </p:extLst>
          </p:nvPr>
        </p:nvGraphicFramePr>
        <p:xfrm>
          <a:off x="323309" y="969087"/>
          <a:ext cx="11551169" cy="1743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51169">
                  <a:extLst>
                    <a:ext uri="{9D8B030D-6E8A-4147-A177-3AD203B41FA5}">
                      <a16:colId xmlns:a16="http://schemas.microsoft.com/office/drawing/2014/main" val="819990723"/>
                    </a:ext>
                  </a:extLst>
                </a:gridCol>
              </a:tblGrid>
              <a:tr h="1496792">
                <a:tc>
                  <a:txBody>
                    <a:bodyPr/>
                    <a:lstStyle/>
                    <a:p>
                      <a:pPr marL="571500" lvl="0" indent="-571500" algn="ctr" rtl="0">
                        <a:lnSpc>
                          <a:spcPct val="107000"/>
                        </a:lnSpc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+mj-lt"/>
                        <a:buAutoNum type="romanUcPeriod" startAt="2"/>
                      </a:pPr>
                      <a:r>
                        <a:rPr lang="tr-TR" sz="2800" b="1" u="sng" dirty="0" err="1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Tesniye</a:t>
                      </a:r>
                      <a:r>
                        <a:rPr lang="tr-TR" sz="2800" b="1" u="sng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(İkil) İsimler:</a:t>
                      </a:r>
                      <a:r>
                        <a:rPr lang="tr-TR" sz="2800" b="1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2400" b="1" dirty="0">
                        <a:solidFill>
                          <a:srgbClr val="C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İsmi ikil yapmak için ismin sonuna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َـــانِ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veya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َـــيْـنِ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ekleri getirilir.</a:t>
                      </a: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Bu işlem yapılırken tekil olan kelimenin sonundaki hareke fethaya “ــــ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 çevrilir.</a:t>
                      </a:r>
                      <a:endParaRPr lang="ar-EG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096707"/>
                  </a:ext>
                </a:extLst>
              </a:tr>
            </a:tbl>
          </a:graphicData>
        </a:graphic>
      </p:graphicFrame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F2CF74A-E64C-4F4B-8314-FA357E44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2568" y="6356350"/>
            <a:ext cx="619432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6</a:t>
            </a:fld>
            <a:endParaRPr lang="tr-TR" sz="1800">
              <a:latin typeface="Chiller" panose="04020404031007020602" pitchFamily="82" charset="0"/>
            </a:endParaRPr>
          </a:p>
        </p:txBody>
      </p: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2FC63795-4391-4C8A-AB0D-69AF8F415FF9}"/>
              </a:ext>
            </a:extLst>
          </p:cNvPr>
          <p:cNvCxnSpPr>
            <a:cxnSpLocks/>
          </p:cNvCxnSpPr>
          <p:nvPr/>
        </p:nvCxnSpPr>
        <p:spPr>
          <a:xfrm flipV="1">
            <a:off x="5405866" y="3148358"/>
            <a:ext cx="0" cy="4960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32038797-99CB-4D44-931F-5FD3121F477C}"/>
              </a:ext>
            </a:extLst>
          </p:cNvPr>
          <p:cNvSpPr txBox="1"/>
          <p:nvPr/>
        </p:nvSpPr>
        <p:spPr>
          <a:xfrm>
            <a:off x="4596295" y="2515595"/>
            <a:ext cx="16191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ـتـ</a:t>
            </a:r>
            <a:endParaRPr lang="tr-TR" sz="4400" dirty="0">
              <a:solidFill>
                <a:srgbClr val="FF0000"/>
              </a:solidFill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82567676-4D6A-49E4-A3B3-90DBF6A51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764118"/>
              </p:ext>
            </p:extLst>
          </p:nvPr>
        </p:nvGraphicFramePr>
        <p:xfrm>
          <a:off x="3388290" y="3644443"/>
          <a:ext cx="4473562" cy="13289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73562">
                  <a:extLst>
                    <a:ext uri="{9D8B030D-6E8A-4147-A177-3AD203B41FA5}">
                      <a16:colId xmlns:a16="http://schemas.microsoft.com/office/drawing/2014/main" val="2042346367"/>
                    </a:ext>
                  </a:extLst>
                </a:gridCol>
              </a:tblGrid>
              <a:tr h="76794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مُدَرِّسَةَ </a:t>
                      </a:r>
                      <a:r>
                        <a:rPr lang="tr-TR" sz="4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+</a:t>
                      </a:r>
                      <a:r>
                        <a:rPr lang="ar-EG" sz="4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ـانِ</a:t>
                      </a:r>
                      <a:endParaRPr lang="tr-TR" sz="4000" b="0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07262"/>
                  </a:ext>
                </a:extLst>
              </a:tr>
              <a:tr h="506961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6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 öğretmen</a:t>
                      </a:r>
                      <a:endParaRPr lang="tr-TR" sz="32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465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4683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B2E65E41-B08F-405C-A377-45051CA97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970627"/>
              </p:ext>
            </p:extLst>
          </p:nvPr>
        </p:nvGraphicFramePr>
        <p:xfrm>
          <a:off x="323309" y="969087"/>
          <a:ext cx="11551169" cy="1743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51169">
                  <a:extLst>
                    <a:ext uri="{9D8B030D-6E8A-4147-A177-3AD203B41FA5}">
                      <a16:colId xmlns:a16="http://schemas.microsoft.com/office/drawing/2014/main" val="819990723"/>
                    </a:ext>
                  </a:extLst>
                </a:gridCol>
              </a:tblGrid>
              <a:tr h="1496792">
                <a:tc>
                  <a:txBody>
                    <a:bodyPr/>
                    <a:lstStyle/>
                    <a:p>
                      <a:pPr marL="571500" lvl="0" indent="-571500" algn="ctr" rtl="0">
                        <a:lnSpc>
                          <a:spcPct val="107000"/>
                        </a:lnSpc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+mj-lt"/>
                        <a:buAutoNum type="romanUcPeriod" startAt="2"/>
                      </a:pPr>
                      <a:r>
                        <a:rPr lang="tr-TR" sz="2800" b="1" u="sng" dirty="0" err="1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Tesniye</a:t>
                      </a:r>
                      <a:r>
                        <a:rPr lang="tr-TR" sz="2800" b="1" u="sng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(İkil) İsimler:</a:t>
                      </a:r>
                      <a:r>
                        <a:rPr lang="tr-TR" sz="2800" b="1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2400" b="1" dirty="0">
                        <a:solidFill>
                          <a:srgbClr val="C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İsmi ikil yapmak için ismin sonuna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َـــانِ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veya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َـــيْـنِ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ekleri getirilir.</a:t>
                      </a: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Bu işlem yapılırken tekil olan kelimenin sonundaki hareke fethaya “ــــ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 çevrilir.</a:t>
                      </a:r>
                      <a:endParaRPr lang="ar-EG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096707"/>
                  </a:ext>
                </a:extLst>
              </a:tr>
            </a:tbl>
          </a:graphicData>
        </a:graphic>
      </p:graphicFrame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F2CF74A-E64C-4F4B-8314-FA357E44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7</a:t>
            </a:fld>
            <a:endParaRPr lang="tr-TR" sz="1800">
              <a:latin typeface="Chiller" panose="04020404031007020602" pitchFamily="82" charset="0"/>
            </a:endParaRPr>
          </a:p>
        </p:txBody>
      </p:sp>
      <p:graphicFrame>
        <p:nvGraphicFramePr>
          <p:cNvPr id="12" name="Tablo 11">
            <a:extLst>
              <a:ext uri="{FF2B5EF4-FFF2-40B4-BE49-F238E27FC236}">
                <a16:creationId xmlns:a16="http://schemas.microsoft.com/office/drawing/2014/main" id="{BF2AF03F-576D-4E56-A476-589194150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9658"/>
              </p:ext>
            </p:extLst>
          </p:nvPr>
        </p:nvGraphicFramePr>
        <p:xfrm>
          <a:off x="3929316" y="3644443"/>
          <a:ext cx="3531704" cy="13289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31704">
                  <a:extLst>
                    <a:ext uri="{9D8B030D-6E8A-4147-A177-3AD203B41FA5}">
                      <a16:colId xmlns:a16="http://schemas.microsoft.com/office/drawing/2014/main" val="2042346367"/>
                    </a:ext>
                  </a:extLst>
                </a:gridCol>
              </a:tblGrid>
              <a:tr h="76794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مُدَرِّسَتَـ</a:t>
                      </a:r>
                      <a:r>
                        <a:rPr lang="ar-EG" sz="4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ـانِ</a:t>
                      </a:r>
                      <a:endParaRPr lang="tr-TR" sz="4000" b="0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07262"/>
                  </a:ext>
                </a:extLst>
              </a:tr>
              <a:tr h="506961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6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 öğretmen</a:t>
                      </a:r>
                      <a:endParaRPr lang="tr-TR" sz="32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465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43577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B2E65E41-B08F-405C-A377-45051CA97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928393"/>
              </p:ext>
            </p:extLst>
          </p:nvPr>
        </p:nvGraphicFramePr>
        <p:xfrm>
          <a:off x="323309" y="969087"/>
          <a:ext cx="11551169" cy="4124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0597">
                  <a:extLst>
                    <a:ext uri="{9D8B030D-6E8A-4147-A177-3AD203B41FA5}">
                      <a16:colId xmlns:a16="http://schemas.microsoft.com/office/drawing/2014/main" val="819990723"/>
                    </a:ext>
                  </a:extLst>
                </a:gridCol>
                <a:gridCol w="1866669">
                  <a:extLst>
                    <a:ext uri="{9D8B030D-6E8A-4147-A177-3AD203B41FA5}">
                      <a16:colId xmlns:a16="http://schemas.microsoft.com/office/drawing/2014/main" val="3141755402"/>
                    </a:ext>
                  </a:extLst>
                </a:gridCol>
                <a:gridCol w="1912873">
                  <a:extLst>
                    <a:ext uri="{9D8B030D-6E8A-4147-A177-3AD203B41FA5}">
                      <a16:colId xmlns:a16="http://schemas.microsoft.com/office/drawing/2014/main" val="2859105323"/>
                    </a:ext>
                  </a:extLst>
                </a:gridCol>
                <a:gridCol w="1954458">
                  <a:extLst>
                    <a:ext uri="{9D8B030D-6E8A-4147-A177-3AD203B41FA5}">
                      <a16:colId xmlns:a16="http://schemas.microsoft.com/office/drawing/2014/main" val="862099783"/>
                    </a:ext>
                  </a:extLst>
                </a:gridCol>
                <a:gridCol w="1924425">
                  <a:extLst>
                    <a:ext uri="{9D8B030D-6E8A-4147-A177-3AD203B41FA5}">
                      <a16:colId xmlns:a16="http://schemas.microsoft.com/office/drawing/2014/main" val="2084618133"/>
                    </a:ext>
                  </a:extLst>
                </a:gridCol>
                <a:gridCol w="1952147">
                  <a:extLst>
                    <a:ext uri="{9D8B030D-6E8A-4147-A177-3AD203B41FA5}">
                      <a16:colId xmlns:a16="http://schemas.microsoft.com/office/drawing/2014/main" val="1411271767"/>
                    </a:ext>
                  </a:extLst>
                </a:gridCol>
              </a:tblGrid>
              <a:tr h="1496792">
                <a:tc gridSpan="6">
                  <a:txBody>
                    <a:bodyPr/>
                    <a:lstStyle/>
                    <a:p>
                      <a:pPr marL="571500" lvl="0" indent="-571500" algn="ctr" rtl="0">
                        <a:lnSpc>
                          <a:spcPct val="107000"/>
                        </a:lnSpc>
                        <a:spcAft>
                          <a:spcPts val="0"/>
                        </a:spcAft>
                        <a:buClr>
                          <a:srgbClr val="C00000"/>
                        </a:buClr>
                        <a:buFont typeface="+mj-lt"/>
                        <a:buAutoNum type="romanUcPeriod" startAt="2"/>
                      </a:pPr>
                      <a:r>
                        <a:rPr lang="tr-TR" sz="2800" b="1" u="sng" dirty="0" err="1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Tesniye</a:t>
                      </a:r>
                      <a:r>
                        <a:rPr lang="tr-TR" sz="2800" b="1" u="sng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(İkil) İsimler:</a:t>
                      </a:r>
                      <a:r>
                        <a:rPr lang="tr-TR" sz="2800" b="1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2400" b="1" dirty="0">
                        <a:solidFill>
                          <a:srgbClr val="C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İsmi ikil yapmak için ismin sonuna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َـــانِ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veya « </a:t>
                      </a:r>
                      <a:r>
                        <a:rPr lang="fa-I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َـــيْـنِ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» ekleri getirilir.</a:t>
                      </a: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Bu işlem yapılırken tekil olan kelimenin sonundaki hareke fethaya “ــــ</a:t>
                      </a:r>
                      <a:r>
                        <a:rPr lang="ar-EG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َـــ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 çevrilir.</a:t>
                      </a:r>
                      <a:endParaRPr lang="ar-EG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SzPct val="80000"/>
                        <a:buFont typeface="Wingdings" panose="05000000000000000000" pitchFamily="2" charset="2"/>
                        <a:buChar char=""/>
                      </a:pP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096707"/>
                  </a:ext>
                </a:extLst>
              </a:tr>
              <a:tr h="378114">
                <a:tc gridSpan="6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019115"/>
                  </a:ext>
                </a:extLst>
              </a:tr>
              <a:tr h="767942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endParaRPr lang="ar-S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 </a:t>
                      </a:r>
                      <a:r>
                        <a:rPr lang="ar-EG" sz="1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مُهَنْدِسَ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مُدَرِّسَتَ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400" b="0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508836"/>
                  </a:ext>
                </a:extLst>
              </a:tr>
              <a:tr h="506961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endParaRPr lang="tr-TR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4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7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mühendis</a:t>
                      </a:r>
                      <a:endParaRPr lang="tr-TR" sz="27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8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öğretmen</a:t>
                      </a:r>
                      <a:endParaRPr lang="tr-TR" sz="2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876776"/>
                  </a:ext>
                </a:extLst>
              </a:tr>
              <a:tr h="506961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619178"/>
                  </a:ext>
                </a:extLst>
              </a:tr>
              <a:tr h="2208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240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2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2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0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240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240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10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2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084639"/>
                  </a:ext>
                </a:extLst>
              </a:tr>
            </a:tbl>
          </a:graphicData>
        </a:graphic>
      </p:graphicFrame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F2CF74A-E64C-4F4B-8314-FA357E44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8</a:t>
            </a:fld>
            <a:endParaRPr lang="tr-TR" sz="1800">
              <a:latin typeface="Chiller" panose="04020404031007020602" pitchFamily="82" charset="0"/>
            </a:endParaRPr>
          </a:p>
        </p:txBody>
      </p:sp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A990C6BB-0CF0-44B6-A357-31030B1B9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668264"/>
              </p:ext>
            </p:extLst>
          </p:nvPr>
        </p:nvGraphicFramePr>
        <p:xfrm>
          <a:off x="6047156" y="3109572"/>
          <a:ext cx="1954458" cy="12749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4458">
                  <a:extLst>
                    <a:ext uri="{9D8B030D-6E8A-4147-A177-3AD203B41FA5}">
                      <a16:colId xmlns:a16="http://schemas.microsoft.com/office/drawing/2014/main" val="2381424963"/>
                    </a:ext>
                  </a:extLst>
                </a:gridCol>
              </a:tblGrid>
              <a:tr h="76794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اَلْأَرِيكَ</a:t>
                      </a:r>
                      <a:r>
                        <a:rPr lang="ar-EG" sz="3200" b="0" dirty="0">
                          <a:gradFill flip="none" rotWithShape="1">
                            <a:gsLst>
                              <a:gs pos="32000">
                                <a:srgbClr val="00B050"/>
                              </a:gs>
                              <a:gs pos="33000">
                                <a:srgbClr val="FF33CC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يْنِ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030784"/>
                  </a:ext>
                </a:extLst>
              </a:tr>
              <a:tr h="506961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koltuk</a:t>
                      </a: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719268"/>
                  </a:ext>
                </a:extLst>
              </a:tr>
            </a:tbl>
          </a:graphicData>
        </a:graphic>
      </p:graphicFrame>
      <p:graphicFrame>
        <p:nvGraphicFramePr>
          <p:cNvPr id="31" name="Tablo 30">
            <a:extLst>
              <a:ext uri="{FF2B5EF4-FFF2-40B4-BE49-F238E27FC236}">
                <a16:creationId xmlns:a16="http://schemas.microsoft.com/office/drawing/2014/main" id="{6EE23453-A2BA-47BE-AF5F-E5E64E12E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979153"/>
              </p:ext>
            </p:extLst>
          </p:nvPr>
        </p:nvGraphicFramePr>
        <p:xfrm>
          <a:off x="4136298" y="3103710"/>
          <a:ext cx="1954458" cy="12749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4458">
                  <a:extLst>
                    <a:ext uri="{9D8B030D-6E8A-4147-A177-3AD203B41FA5}">
                      <a16:colId xmlns:a16="http://schemas.microsoft.com/office/drawing/2014/main" val="2381424963"/>
                    </a:ext>
                  </a:extLst>
                </a:gridCol>
              </a:tblGrid>
              <a:tr h="76794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اَلْكِتَابَ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يْـنِ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030784"/>
                  </a:ext>
                </a:extLst>
              </a:tr>
              <a:tr h="506961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kitap</a:t>
                      </a: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719268"/>
                  </a:ext>
                </a:extLst>
              </a:tr>
            </a:tbl>
          </a:graphicData>
        </a:graphic>
      </p:graphicFrame>
      <p:graphicFrame>
        <p:nvGraphicFramePr>
          <p:cNvPr id="33" name="Tablo 32">
            <a:extLst>
              <a:ext uri="{FF2B5EF4-FFF2-40B4-BE49-F238E27FC236}">
                <a16:creationId xmlns:a16="http://schemas.microsoft.com/office/drawing/2014/main" id="{4C8BB3D0-5DA0-4627-83C1-A5740DD1B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700408"/>
              </p:ext>
            </p:extLst>
          </p:nvPr>
        </p:nvGraphicFramePr>
        <p:xfrm>
          <a:off x="2225435" y="3103706"/>
          <a:ext cx="1954458" cy="12749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4458">
                  <a:extLst>
                    <a:ext uri="{9D8B030D-6E8A-4147-A177-3AD203B41FA5}">
                      <a16:colId xmlns:a16="http://schemas.microsoft.com/office/drawing/2014/main" val="2381424963"/>
                    </a:ext>
                  </a:extLst>
                </a:gridCol>
              </a:tblGrid>
              <a:tr h="76794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طَبِيبَ</a:t>
                      </a:r>
                      <a:r>
                        <a:rPr lang="ar-EG" sz="3200" b="0" dirty="0">
                          <a:gradFill flip="none" rotWithShape="1">
                            <a:gsLst>
                              <a:gs pos="32000">
                                <a:srgbClr val="00B050"/>
                              </a:gs>
                              <a:gs pos="33000">
                                <a:srgbClr val="FF33CC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يْـنِ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030784"/>
                  </a:ext>
                </a:extLst>
              </a:tr>
              <a:tr h="506961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doktor</a:t>
                      </a: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719268"/>
                  </a:ext>
                </a:extLst>
              </a:tr>
            </a:tbl>
          </a:graphicData>
        </a:graphic>
      </p:graphicFrame>
      <p:graphicFrame>
        <p:nvGraphicFramePr>
          <p:cNvPr id="35" name="Tablo 34">
            <a:extLst>
              <a:ext uri="{FF2B5EF4-FFF2-40B4-BE49-F238E27FC236}">
                <a16:creationId xmlns:a16="http://schemas.microsoft.com/office/drawing/2014/main" id="{995919CE-7880-4580-8971-895C8B943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749657"/>
              </p:ext>
            </p:extLst>
          </p:nvPr>
        </p:nvGraphicFramePr>
        <p:xfrm>
          <a:off x="314573" y="3103709"/>
          <a:ext cx="1954458" cy="12749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4458">
                  <a:extLst>
                    <a:ext uri="{9D8B030D-6E8A-4147-A177-3AD203B41FA5}">
                      <a16:colId xmlns:a16="http://schemas.microsoft.com/office/drawing/2014/main" val="2381424963"/>
                    </a:ext>
                  </a:extLst>
                </a:gridCol>
              </a:tblGrid>
              <a:tr h="76794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اَلْفَلَّاحَانِ</a:t>
                      </a:r>
                      <a:endParaRPr lang="ar-EG" sz="3200" b="0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030784"/>
                  </a:ext>
                </a:extLst>
              </a:tr>
              <a:tr h="506961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çiftçi</a:t>
                      </a:r>
                      <a:endParaRPr lang="tr-TR" sz="2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719268"/>
                  </a:ext>
                </a:extLst>
              </a:tr>
            </a:tbl>
          </a:graphicData>
        </a:graphic>
      </p:graphicFrame>
      <p:graphicFrame>
        <p:nvGraphicFramePr>
          <p:cNvPr id="11" name="Tablo 10">
            <a:extLst>
              <a:ext uri="{FF2B5EF4-FFF2-40B4-BE49-F238E27FC236}">
                <a16:creationId xmlns:a16="http://schemas.microsoft.com/office/drawing/2014/main" id="{8F7B159E-9D23-488E-938A-E2822E099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951802"/>
              </p:ext>
            </p:extLst>
          </p:nvPr>
        </p:nvGraphicFramePr>
        <p:xfrm>
          <a:off x="320490" y="4371598"/>
          <a:ext cx="11551169" cy="13865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0597">
                  <a:extLst>
                    <a:ext uri="{9D8B030D-6E8A-4147-A177-3AD203B41FA5}">
                      <a16:colId xmlns:a16="http://schemas.microsoft.com/office/drawing/2014/main" val="3571972844"/>
                    </a:ext>
                  </a:extLst>
                </a:gridCol>
                <a:gridCol w="1866669">
                  <a:extLst>
                    <a:ext uri="{9D8B030D-6E8A-4147-A177-3AD203B41FA5}">
                      <a16:colId xmlns:a16="http://schemas.microsoft.com/office/drawing/2014/main" val="48170113"/>
                    </a:ext>
                  </a:extLst>
                </a:gridCol>
                <a:gridCol w="1912873">
                  <a:extLst>
                    <a:ext uri="{9D8B030D-6E8A-4147-A177-3AD203B41FA5}">
                      <a16:colId xmlns:a16="http://schemas.microsoft.com/office/drawing/2014/main" val="2662685700"/>
                    </a:ext>
                  </a:extLst>
                </a:gridCol>
                <a:gridCol w="1954458">
                  <a:extLst>
                    <a:ext uri="{9D8B030D-6E8A-4147-A177-3AD203B41FA5}">
                      <a16:colId xmlns:a16="http://schemas.microsoft.com/office/drawing/2014/main" val="3080668505"/>
                    </a:ext>
                  </a:extLst>
                </a:gridCol>
                <a:gridCol w="1924425">
                  <a:extLst>
                    <a:ext uri="{9D8B030D-6E8A-4147-A177-3AD203B41FA5}">
                      <a16:colId xmlns:a16="http://schemas.microsoft.com/office/drawing/2014/main" val="1776395270"/>
                    </a:ext>
                  </a:extLst>
                </a:gridCol>
                <a:gridCol w="1952147">
                  <a:extLst>
                    <a:ext uri="{9D8B030D-6E8A-4147-A177-3AD203B41FA5}">
                      <a16:colId xmlns:a16="http://schemas.microsoft.com/office/drawing/2014/main" val="544733918"/>
                    </a:ext>
                  </a:extLst>
                </a:gridCol>
              </a:tblGrid>
              <a:tr h="76794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وَالِ</a:t>
                      </a:r>
                      <a:r>
                        <a:rPr lang="ar-EG" sz="3200" b="0" dirty="0">
                          <a:gradFill>
                            <a:gsLst>
                              <a:gs pos="34000">
                                <a:srgbClr val="00B050"/>
                              </a:gs>
                              <a:gs pos="34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400" b="0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مُمَرِّضَ</a:t>
                      </a:r>
                      <a:r>
                        <a:rPr lang="ar-EG" sz="3200" b="0" dirty="0">
                          <a:gradFill>
                            <a:gsLst>
                              <a:gs pos="34000">
                                <a:srgbClr val="00B050"/>
                              </a:gs>
                              <a:gs pos="34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400" b="0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اَلسَّائِ</a:t>
                      </a:r>
                      <a:r>
                        <a:rPr lang="ar-EG" sz="3200" b="0" dirty="0">
                          <a:gradFill>
                            <a:gsLst>
                              <a:gs pos="27000">
                                <a:srgbClr val="00B050"/>
                              </a:gs>
                              <a:gs pos="28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400" b="0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اَلْوَالِدَ</a:t>
                      </a:r>
                      <a:r>
                        <a:rPr lang="ar-EG" sz="3200" b="0" dirty="0">
                          <a:gradFill>
                            <a:gsLst>
                              <a:gs pos="29000">
                                <a:srgbClr val="00B050"/>
                              </a:gs>
                              <a:gs pos="29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400" b="0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3200" b="0" dirty="0">
                          <a:gradFill>
                            <a:gsLst>
                              <a:gs pos="46000">
                                <a:srgbClr val="00B050"/>
                              </a:gs>
                              <a:gs pos="47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400" b="0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اَلْمَدْرَسَ</a:t>
                      </a:r>
                      <a:r>
                        <a:rPr lang="ar-EG" sz="3200" b="0" dirty="0">
                          <a:gradFill>
                            <a:gsLst>
                              <a:gs pos="35000">
                                <a:srgbClr val="00B050"/>
                              </a:gs>
                              <a:gs pos="35000">
                                <a:srgbClr val="FF33CC"/>
                              </a:gs>
                            </a:gsLst>
                            <a:lin ang="54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400" b="0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88119"/>
                  </a:ext>
                </a:extLst>
              </a:tr>
              <a:tr h="618583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baba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8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hemşire</a:t>
                      </a:r>
                      <a:endParaRPr lang="tr-TR" sz="28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8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şöför</a:t>
                      </a:r>
                      <a:endParaRPr lang="tr-TR" sz="28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8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anne</a:t>
                      </a:r>
                      <a:endParaRPr lang="tr-TR" sz="28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8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öğrenci</a:t>
                      </a:r>
                      <a:endParaRPr lang="tr-TR" sz="28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</a:t>
                      </a:r>
                      <a:r>
                        <a:rPr lang="tr-TR" sz="28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okul</a:t>
                      </a:r>
                      <a:endParaRPr lang="tr-TR" sz="28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621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20421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/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8EFCBDA4-C4EA-A2D8-2ADE-12C9FD969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8218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862922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14AA9771-6012-43D3-BD4E-B65DA0BC5AE0}"/>
              </a:ext>
            </a:extLst>
          </p:cNvPr>
          <p:cNvSpPr/>
          <p:nvPr/>
        </p:nvSpPr>
        <p:spPr>
          <a:xfrm>
            <a:off x="10537902" y="5588623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43A9ECB1-C690-08FF-6C76-0A483C688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73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45346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14AA9771-6012-43D3-BD4E-B65DA0BC5AE0}"/>
              </a:ext>
            </a:extLst>
          </p:cNvPr>
          <p:cNvSpPr/>
          <p:nvPr/>
        </p:nvSpPr>
        <p:spPr>
          <a:xfrm>
            <a:off x="10537902" y="5588623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5" name="Dikdörtgen: Köşeleri Yuvarlatılmış 34">
            <a:extLst>
              <a:ext uri="{FF2B5EF4-FFF2-40B4-BE49-F238E27FC236}">
                <a16:creationId xmlns:a16="http://schemas.microsoft.com/office/drawing/2014/main" id="{3F5CD77D-E1EB-4DA1-9C1F-259E2B4F9D4E}"/>
              </a:ext>
            </a:extLst>
          </p:cNvPr>
          <p:cNvSpPr/>
          <p:nvPr/>
        </p:nvSpPr>
        <p:spPr>
          <a:xfrm>
            <a:off x="5564277" y="3120486"/>
            <a:ext cx="626511" cy="2973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3FC77185-3320-4B10-A560-0C0ED39BA30C}"/>
              </a:ext>
            </a:extLst>
          </p:cNvPr>
          <p:cNvSpPr/>
          <p:nvPr/>
        </p:nvSpPr>
        <p:spPr>
          <a:xfrm>
            <a:off x="3679087" y="2146613"/>
            <a:ext cx="904064" cy="8307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39AB12B0-BDA5-0270-D9A0-8FA3F29A4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41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35" grpId="0" animBg="1"/>
      <p:bldP spid="35" grpId="1" animBg="1"/>
      <p:bldP spid="10" grpId="0" animBg="1"/>
      <p:bldP spid="1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989027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14AA9771-6012-43D3-BD4E-B65DA0BC5AE0}"/>
              </a:ext>
            </a:extLst>
          </p:cNvPr>
          <p:cNvSpPr/>
          <p:nvPr/>
        </p:nvSpPr>
        <p:spPr>
          <a:xfrm>
            <a:off x="10537902" y="5588623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12CD0A9C-C9F1-F5A7-8B44-F425138CC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96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095460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2CFD43AA-9321-4DCA-980A-E89C671CCED3}"/>
              </a:ext>
            </a:extLst>
          </p:cNvPr>
          <p:cNvSpPr/>
          <p:nvPr/>
        </p:nvSpPr>
        <p:spPr>
          <a:xfrm>
            <a:off x="8318853" y="5110202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36CEDE0D-9A65-C6EF-702C-EC2807532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07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2" grpId="0" animBg="1"/>
      <p:bldP spid="1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563683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8" name="Dikdörtgen: Köşeleri Yuvarlatılmış 37">
            <a:extLst>
              <a:ext uri="{FF2B5EF4-FFF2-40B4-BE49-F238E27FC236}">
                <a16:creationId xmlns:a16="http://schemas.microsoft.com/office/drawing/2014/main" id="{7538A331-C137-4B9B-BE20-25FC6DE8A4C4}"/>
              </a:ext>
            </a:extLst>
          </p:cNvPr>
          <p:cNvSpPr/>
          <p:nvPr/>
        </p:nvSpPr>
        <p:spPr>
          <a:xfrm>
            <a:off x="5620031" y="719257"/>
            <a:ext cx="626511" cy="2973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9" name="Dikdörtgen: Köşeleri Yuvarlatılmış 38">
            <a:extLst>
              <a:ext uri="{FF2B5EF4-FFF2-40B4-BE49-F238E27FC236}">
                <a16:creationId xmlns:a16="http://schemas.microsoft.com/office/drawing/2014/main" id="{925254E1-FE57-4215-9239-E2F33F46EF05}"/>
              </a:ext>
            </a:extLst>
          </p:cNvPr>
          <p:cNvSpPr/>
          <p:nvPr/>
        </p:nvSpPr>
        <p:spPr>
          <a:xfrm>
            <a:off x="3679087" y="452556"/>
            <a:ext cx="904064" cy="8307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2CFD43AA-9321-4DCA-980A-E89C671CCED3}"/>
              </a:ext>
            </a:extLst>
          </p:cNvPr>
          <p:cNvSpPr/>
          <p:nvPr/>
        </p:nvSpPr>
        <p:spPr>
          <a:xfrm>
            <a:off x="8318853" y="5110202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251731FB-3AD6-8133-57E4-E6A09F36E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5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8" grpId="0" animBg="1"/>
      <p:bldP spid="38" grpId="1" animBg="1"/>
      <p:bldP spid="39" grpId="0" animBg="1"/>
      <p:bldP spid="39" grpId="1" animBg="1"/>
      <p:bldP spid="12" grpId="0" animBg="1"/>
      <p:bldP spid="1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771968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7" name="Dikdörtgen: Köşeleri Yuvarlatılmış 36">
            <a:extLst>
              <a:ext uri="{FF2B5EF4-FFF2-40B4-BE49-F238E27FC236}">
                <a16:creationId xmlns:a16="http://schemas.microsoft.com/office/drawing/2014/main" id="{884B1EEA-3916-4F5B-BAAD-F329EF85C529}"/>
              </a:ext>
            </a:extLst>
          </p:cNvPr>
          <p:cNvSpPr/>
          <p:nvPr/>
        </p:nvSpPr>
        <p:spPr>
          <a:xfrm>
            <a:off x="8318853" y="5110202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8CF4D90D-B0DC-21D9-666F-68F50C3CB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25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7" grpId="0" animBg="1"/>
      <p:bldP spid="3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676071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7" name="Dikdörtgen: Köşeleri Yuvarlatılmış 36">
            <a:extLst>
              <a:ext uri="{FF2B5EF4-FFF2-40B4-BE49-F238E27FC236}">
                <a16:creationId xmlns:a16="http://schemas.microsoft.com/office/drawing/2014/main" id="{884B1EEA-3916-4F5B-BAAD-F329EF85C529}"/>
              </a:ext>
            </a:extLst>
          </p:cNvPr>
          <p:cNvSpPr/>
          <p:nvPr/>
        </p:nvSpPr>
        <p:spPr>
          <a:xfrm>
            <a:off x="6429523" y="5207609"/>
            <a:ext cx="236748" cy="20996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C534B5A5-3F82-787D-9283-1909CDC0D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12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7" grpId="0" animBg="1"/>
      <p:bldP spid="3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441223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7" name="Dikdörtgen: Köşeleri Yuvarlatılmış 36">
            <a:extLst>
              <a:ext uri="{FF2B5EF4-FFF2-40B4-BE49-F238E27FC236}">
                <a16:creationId xmlns:a16="http://schemas.microsoft.com/office/drawing/2014/main" id="{884B1EEA-3916-4F5B-BAAD-F329EF85C529}"/>
              </a:ext>
            </a:extLst>
          </p:cNvPr>
          <p:cNvSpPr/>
          <p:nvPr/>
        </p:nvSpPr>
        <p:spPr>
          <a:xfrm>
            <a:off x="6429523" y="5207609"/>
            <a:ext cx="236748" cy="20996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8" name="Dikdörtgen: Köşeleri Yuvarlatılmış 37">
            <a:extLst>
              <a:ext uri="{FF2B5EF4-FFF2-40B4-BE49-F238E27FC236}">
                <a16:creationId xmlns:a16="http://schemas.microsoft.com/office/drawing/2014/main" id="{7538A331-C137-4B9B-BE20-25FC6DE8A4C4}"/>
              </a:ext>
            </a:extLst>
          </p:cNvPr>
          <p:cNvSpPr/>
          <p:nvPr/>
        </p:nvSpPr>
        <p:spPr>
          <a:xfrm>
            <a:off x="5620031" y="719257"/>
            <a:ext cx="626511" cy="2973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9" name="Dikdörtgen: Köşeleri Yuvarlatılmış 38">
            <a:extLst>
              <a:ext uri="{FF2B5EF4-FFF2-40B4-BE49-F238E27FC236}">
                <a16:creationId xmlns:a16="http://schemas.microsoft.com/office/drawing/2014/main" id="{925254E1-FE57-4215-9239-E2F33F46EF05}"/>
              </a:ext>
            </a:extLst>
          </p:cNvPr>
          <p:cNvSpPr/>
          <p:nvPr/>
        </p:nvSpPr>
        <p:spPr>
          <a:xfrm>
            <a:off x="3679087" y="452556"/>
            <a:ext cx="904064" cy="8307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CCA7608E-FE07-D337-9999-A998AAC07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78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5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56531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598B187-B8B6-461E-9CF9-DD67B124128C}"/>
              </a:ext>
            </a:extLst>
          </p:cNvPr>
          <p:cNvSpPr/>
          <p:nvPr/>
        </p:nvSpPr>
        <p:spPr>
          <a:xfrm>
            <a:off x="6235393" y="5883730"/>
            <a:ext cx="1314782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اِسْ</a:t>
            </a:r>
            <a:r>
              <a:rPr lang="ar-EG" sz="4400" dirty="0">
                <a:gradFill flip="none" rotWithShape="1">
                  <a:gsLst>
                    <a:gs pos="53000">
                      <a:schemeClr val="tx1"/>
                    </a:gs>
                    <a:gs pos="56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89775404-232A-4F37-B4AF-1DAAEE679A59}"/>
              </a:ext>
            </a:extLst>
          </p:cNvPr>
          <p:cNvSpPr/>
          <p:nvPr/>
        </p:nvSpPr>
        <p:spPr>
          <a:xfrm>
            <a:off x="6429523" y="5207609"/>
            <a:ext cx="236748" cy="20996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E58E4F5A-3F24-E279-50FE-AB278CB96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63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1" grpId="0"/>
      <p:bldP spid="13" grpId="0" animBg="1"/>
      <p:bldP spid="1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840177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</a:t>
                      </a:r>
                      <a:r>
                        <a:rPr lang="ar-EG" sz="4400" dirty="0">
                          <a:gradFill flip="none" rotWithShape="1">
                            <a:gsLst>
                              <a:gs pos="47000">
                                <a:srgbClr val="0070C0"/>
                              </a:gs>
                              <a:gs pos="54000">
                                <a:schemeClr val="tx1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مٍ</a:t>
                      </a:r>
                      <a:endParaRPr lang="tr-TR" sz="4400" dirty="0">
                        <a:gradFill flip="none" rotWithShape="1">
                          <a:gsLst>
                            <a:gs pos="47000">
                              <a:srgbClr val="0070C0"/>
                            </a:gs>
                            <a:gs pos="54000">
                              <a:schemeClr val="tx1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598B187-B8B6-461E-9CF9-DD67B124128C}"/>
              </a:ext>
            </a:extLst>
          </p:cNvPr>
          <p:cNvSpPr/>
          <p:nvPr/>
        </p:nvSpPr>
        <p:spPr>
          <a:xfrm>
            <a:off x="6235393" y="5883730"/>
            <a:ext cx="1314782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اِسْ</a:t>
            </a:r>
            <a:r>
              <a:rPr lang="ar-EG" sz="4400" dirty="0">
                <a:gradFill flip="none" rotWithShape="1">
                  <a:gsLst>
                    <a:gs pos="53000">
                      <a:schemeClr val="tx1"/>
                    </a:gs>
                    <a:gs pos="56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7" name="Dikdörtgen: Köşeleri Yuvarlatılmış 36">
            <a:extLst>
              <a:ext uri="{FF2B5EF4-FFF2-40B4-BE49-F238E27FC236}">
                <a16:creationId xmlns:a16="http://schemas.microsoft.com/office/drawing/2014/main" id="{884B1EEA-3916-4F5B-BAAD-F329EF85C529}"/>
              </a:ext>
            </a:extLst>
          </p:cNvPr>
          <p:cNvSpPr/>
          <p:nvPr/>
        </p:nvSpPr>
        <p:spPr>
          <a:xfrm>
            <a:off x="4457198" y="5615955"/>
            <a:ext cx="191675" cy="24484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9C744A65-B606-5736-D082-2BCA63B14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23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1" grpId="0"/>
      <p:bldP spid="37" grpId="0" animBg="1"/>
      <p:bldP spid="3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/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</a:t>
                      </a:r>
                      <a:r>
                        <a:rPr lang="ar-EG" sz="4400" dirty="0">
                          <a:gradFill flip="none" rotWithShape="1">
                            <a:gsLst>
                              <a:gs pos="47000">
                                <a:srgbClr val="0070C0"/>
                              </a:gs>
                              <a:gs pos="54000">
                                <a:schemeClr val="tx1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مٍ</a:t>
                      </a:r>
                      <a:endParaRPr lang="tr-TR" sz="4400" dirty="0">
                        <a:gradFill flip="none" rotWithShape="1">
                          <a:gsLst>
                            <a:gs pos="47000">
                              <a:srgbClr val="0070C0"/>
                            </a:gs>
                            <a:gs pos="54000">
                              <a:schemeClr val="tx1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598B187-B8B6-461E-9CF9-DD67B124128C}"/>
              </a:ext>
            </a:extLst>
          </p:cNvPr>
          <p:cNvSpPr/>
          <p:nvPr/>
        </p:nvSpPr>
        <p:spPr>
          <a:xfrm>
            <a:off x="6235393" y="5883730"/>
            <a:ext cx="1314782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اِسْ</a:t>
            </a:r>
            <a:r>
              <a:rPr lang="ar-EG" sz="4400" dirty="0">
                <a:gradFill flip="none" rotWithShape="1">
                  <a:gsLst>
                    <a:gs pos="53000">
                      <a:schemeClr val="tx1"/>
                    </a:gs>
                    <a:gs pos="56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5" name="Dikdörtgen: Köşeleri Yuvarlatılmış 34">
            <a:extLst>
              <a:ext uri="{FF2B5EF4-FFF2-40B4-BE49-F238E27FC236}">
                <a16:creationId xmlns:a16="http://schemas.microsoft.com/office/drawing/2014/main" id="{3F5CD77D-E1EB-4DA1-9C1F-259E2B4F9D4E}"/>
              </a:ext>
            </a:extLst>
          </p:cNvPr>
          <p:cNvSpPr/>
          <p:nvPr/>
        </p:nvSpPr>
        <p:spPr>
          <a:xfrm>
            <a:off x="5564277" y="3120486"/>
            <a:ext cx="626511" cy="2973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6" name="Dikdörtgen: Köşeleri Yuvarlatılmış 35">
            <a:extLst>
              <a:ext uri="{FF2B5EF4-FFF2-40B4-BE49-F238E27FC236}">
                <a16:creationId xmlns:a16="http://schemas.microsoft.com/office/drawing/2014/main" id="{9E011172-4802-4332-83B3-38C859291AFA}"/>
              </a:ext>
            </a:extLst>
          </p:cNvPr>
          <p:cNvSpPr/>
          <p:nvPr/>
        </p:nvSpPr>
        <p:spPr>
          <a:xfrm>
            <a:off x="3679087" y="2146613"/>
            <a:ext cx="904064" cy="8307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7" name="Dikdörtgen: Köşeleri Yuvarlatılmış 36">
            <a:extLst>
              <a:ext uri="{FF2B5EF4-FFF2-40B4-BE49-F238E27FC236}">
                <a16:creationId xmlns:a16="http://schemas.microsoft.com/office/drawing/2014/main" id="{884B1EEA-3916-4F5B-BAAD-F329EF85C529}"/>
              </a:ext>
            </a:extLst>
          </p:cNvPr>
          <p:cNvSpPr/>
          <p:nvPr/>
        </p:nvSpPr>
        <p:spPr>
          <a:xfrm>
            <a:off x="4457198" y="5615955"/>
            <a:ext cx="191675" cy="24484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52E38CAD-0EDC-91E8-3C31-9FC6653BA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94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1" grpId="0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0930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</a:t>
                      </a:r>
                      <a:r>
                        <a:rPr lang="ar-EG" sz="4400" dirty="0">
                          <a:gradFill flip="none" rotWithShape="1">
                            <a:gsLst>
                              <a:gs pos="47000">
                                <a:srgbClr val="0070C0"/>
                              </a:gs>
                              <a:gs pos="54000">
                                <a:schemeClr val="tx1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598B187-B8B6-461E-9CF9-DD67B124128C}"/>
              </a:ext>
            </a:extLst>
          </p:cNvPr>
          <p:cNvSpPr/>
          <p:nvPr/>
        </p:nvSpPr>
        <p:spPr>
          <a:xfrm>
            <a:off x="6235393" y="5883730"/>
            <a:ext cx="1314782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اِسْ</a:t>
            </a:r>
            <a:r>
              <a:rPr lang="ar-EG" sz="4400" dirty="0">
                <a:gradFill flip="none" rotWithShape="1">
                  <a:gsLst>
                    <a:gs pos="53000">
                      <a:schemeClr val="tx1"/>
                    </a:gs>
                    <a:gs pos="56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94A2B82C-0798-4A6F-8775-514EEF1AEAEF}"/>
              </a:ext>
            </a:extLst>
          </p:cNvPr>
          <p:cNvSpPr/>
          <p:nvPr/>
        </p:nvSpPr>
        <p:spPr>
          <a:xfrm>
            <a:off x="4273538" y="5883730"/>
            <a:ext cx="1451038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عَالَ</a:t>
            </a:r>
            <a:r>
              <a:rPr lang="ar-EG" sz="4400" dirty="0">
                <a:gradFill>
                  <a:gsLst>
                    <a:gs pos="53000">
                      <a:schemeClr val="tx1"/>
                    </a:gs>
                    <a:gs pos="56000">
                      <a:srgbClr val="0070C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يْـنِ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A53CEF16-AA0D-4AB6-A101-8EFF8F8FD99A}"/>
              </a:ext>
            </a:extLst>
          </p:cNvPr>
          <p:cNvSpPr/>
          <p:nvPr/>
        </p:nvSpPr>
        <p:spPr>
          <a:xfrm>
            <a:off x="4457198" y="5615955"/>
            <a:ext cx="191675" cy="24484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74501190-91AA-D56B-1EE7-743C8D73A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40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1" grpId="0"/>
      <p:bldP spid="32" grpId="0"/>
      <p:bldP spid="13" grpId="0" animBg="1"/>
      <p:bldP spid="13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751246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14AA9771-6012-43D3-BD4E-B65DA0BC5AE0}"/>
              </a:ext>
            </a:extLst>
          </p:cNvPr>
          <p:cNvSpPr/>
          <p:nvPr/>
        </p:nvSpPr>
        <p:spPr>
          <a:xfrm>
            <a:off x="2251152" y="5072102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598B187-B8B6-461E-9CF9-DD67B124128C}"/>
              </a:ext>
            </a:extLst>
          </p:cNvPr>
          <p:cNvSpPr/>
          <p:nvPr/>
        </p:nvSpPr>
        <p:spPr>
          <a:xfrm>
            <a:off x="6235393" y="5883730"/>
            <a:ext cx="1314782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اِسْ</a:t>
            </a:r>
            <a:r>
              <a:rPr lang="ar-EG" sz="4400" dirty="0">
                <a:gradFill flip="none" rotWithShape="1">
                  <a:gsLst>
                    <a:gs pos="53000">
                      <a:schemeClr val="tx1"/>
                    </a:gs>
                    <a:gs pos="56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94A2B82C-0798-4A6F-8775-514EEF1AEAEF}"/>
              </a:ext>
            </a:extLst>
          </p:cNvPr>
          <p:cNvSpPr/>
          <p:nvPr/>
        </p:nvSpPr>
        <p:spPr>
          <a:xfrm>
            <a:off x="4273538" y="5883730"/>
            <a:ext cx="1451038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عَالَ</a:t>
            </a:r>
            <a:r>
              <a:rPr lang="ar-EG" sz="4400" dirty="0">
                <a:gradFill>
                  <a:gsLst>
                    <a:gs pos="53000">
                      <a:schemeClr val="tx1"/>
                    </a:gs>
                    <a:gs pos="56000">
                      <a:srgbClr val="0070C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يْـنِ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6734A5D7-17FC-DB8E-1ACF-5A0533727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2081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52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4" grpId="0"/>
      <p:bldP spid="28" grpId="0"/>
      <p:bldP spid="31" grpId="0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C04EB60C-093D-45D2-BD2B-CB3B0E31C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05953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419696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14AA9771-6012-43D3-BD4E-B65DA0BC5AE0}"/>
              </a:ext>
            </a:extLst>
          </p:cNvPr>
          <p:cNvSpPr/>
          <p:nvPr/>
        </p:nvSpPr>
        <p:spPr>
          <a:xfrm>
            <a:off x="2251152" y="5072102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598B187-B8B6-461E-9CF9-DD67B124128C}"/>
              </a:ext>
            </a:extLst>
          </p:cNvPr>
          <p:cNvSpPr/>
          <p:nvPr/>
        </p:nvSpPr>
        <p:spPr>
          <a:xfrm>
            <a:off x="6235393" y="5883730"/>
            <a:ext cx="1314782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اِسْ</a:t>
            </a:r>
            <a:r>
              <a:rPr lang="ar-EG" sz="4400" dirty="0">
                <a:gradFill flip="none" rotWithShape="1">
                  <a:gsLst>
                    <a:gs pos="53000">
                      <a:schemeClr val="tx1"/>
                    </a:gs>
                    <a:gs pos="56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94A2B82C-0798-4A6F-8775-514EEF1AEAEF}"/>
              </a:ext>
            </a:extLst>
          </p:cNvPr>
          <p:cNvSpPr/>
          <p:nvPr/>
        </p:nvSpPr>
        <p:spPr>
          <a:xfrm>
            <a:off x="4273538" y="5883730"/>
            <a:ext cx="1451038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عَالَ</a:t>
            </a:r>
            <a:r>
              <a:rPr lang="ar-EG" sz="4400" dirty="0">
                <a:gradFill>
                  <a:gsLst>
                    <a:gs pos="53000">
                      <a:schemeClr val="tx1"/>
                    </a:gs>
                    <a:gs pos="56000">
                      <a:srgbClr val="0070C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يْـنِ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5" name="Dikdörtgen: Köşeleri Yuvarlatılmış 34">
            <a:extLst>
              <a:ext uri="{FF2B5EF4-FFF2-40B4-BE49-F238E27FC236}">
                <a16:creationId xmlns:a16="http://schemas.microsoft.com/office/drawing/2014/main" id="{3F5CD77D-E1EB-4DA1-9C1F-259E2B4F9D4E}"/>
              </a:ext>
            </a:extLst>
          </p:cNvPr>
          <p:cNvSpPr/>
          <p:nvPr/>
        </p:nvSpPr>
        <p:spPr>
          <a:xfrm>
            <a:off x="5564277" y="1777461"/>
            <a:ext cx="626511" cy="55616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6" name="Dikdörtgen: Köşeleri Yuvarlatılmış 35">
            <a:extLst>
              <a:ext uri="{FF2B5EF4-FFF2-40B4-BE49-F238E27FC236}">
                <a16:creationId xmlns:a16="http://schemas.microsoft.com/office/drawing/2014/main" id="{9E011172-4802-4332-83B3-38C859291AFA}"/>
              </a:ext>
            </a:extLst>
          </p:cNvPr>
          <p:cNvSpPr/>
          <p:nvPr/>
        </p:nvSpPr>
        <p:spPr>
          <a:xfrm>
            <a:off x="3679087" y="2146613"/>
            <a:ext cx="904064" cy="8307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21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4" grpId="0"/>
      <p:bldP spid="28" grpId="0"/>
      <p:bldP spid="31" grpId="0"/>
      <p:bldP spid="32" grpId="0"/>
      <p:bldP spid="35" grpId="0" animBg="1"/>
      <p:bldP spid="35" grpId="1" animBg="1"/>
      <p:bldP spid="36" grpId="0" animBg="1"/>
      <p:bldP spid="3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C04EB60C-093D-45D2-BD2B-CB3B0E31C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86685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43240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598B187-B8B6-461E-9CF9-DD67B124128C}"/>
              </a:ext>
            </a:extLst>
          </p:cNvPr>
          <p:cNvSpPr/>
          <p:nvPr/>
        </p:nvSpPr>
        <p:spPr>
          <a:xfrm>
            <a:off x="6235393" y="5883730"/>
            <a:ext cx="1314782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اِسْ</a:t>
            </a:r>
            <a:r>
              <a:rPr lang="ar-EG" sz="4400" dirty="0">
                <a:gradFill flip="none" rotWithShape="1">
                  <a:gsLst>
                    <a:gs pos="53000">
                      <a:schemeClr val="tx1"/>
                    </a:gs>
                    <a:gs pos="56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94A2B82C-0798-4A6F-8775-514EEF1AEAEF}"/>
              </a:ext>
            </a:extLst>
          </p:cNvPr>
          <p:cNvSpPr/>
          <p:nvPr/>
        </p:nvSpPr>
        <p:spPr>
          <a:xfrm>
            <a:off x="4273538" y="5883730"/>
            <a:ext cx="1451038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عَالَ</a:t>
            </a:r>
            <a:r>
              <a:rPr lang="ar-EG" sz="4400" dirty="0">
                <a:gradFill>
                  <a:gsLst>
                    <a:gs pos="53000">
                      <a:schemeClr val="tx1"/>
                    </a:gs>
                    <a:gs pos="56000">
                      <a:srgbClr val="0070C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يْـنِ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3A28D7C6-9AB8-4B29-8EEC-D9C7BB53BD18}"/>
              </a:ext>
            </a:extLst>
          </p:cNvPr>
          <p:cNvSpPr/>
          <p:nvPr/>
        </p:nvSpPr>
        <p:spPr>
          <a:xfrm>
            <a:off x="2035359" y="5878724"/>
            <a:ext cx="191110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عَاصِمَ</a:t>
            </a:r>
            <a:r>
              <a:rPr lang="ar-EG" sz="4400" dirty="0">
                <a:gradFill>
                  <a:gsLst>
                    <a:gs pos="64000">
                      <a:schemeClr val="tx1"/>
                    </a:gs>
                    <a:gs pos="67000">
                      <a:srgbClr val="0070C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تَ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يْـنِ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7E2B2D2B-CDBC-48E7-8A62-05DE64A64329}"/>
              </a:ext>
            </a:extLst>
          </p:cNvPr>
          <p:cNvSpPr/>
          <p:nvPr/>
        </p:nvSpPr>
        <p:spPr>
          <a:xfrm>
            <a:off x="2251152" y="5072102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265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1" grpId="0"/>
      <p:bldP spid="32" grpId="0"/>
      <p:bldP spid="33" grpId="0"/>
      <p:bldP spid="15" grpId="0" animBg="1"/>
      <p:bldP spid="15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C04EB60C-093D-45D2-BD2B-CB3B0E31C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88091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486533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598B187-B8B6-461E-9CF9-DD67B124128C}"/>
              </a:ext>
            </a:extLst>
          </p:cNvPr>
          <p:cNvSpPr/>
          <p:nvPr/>
        </p:nvSpPr>
        <p:spPr>
          <a:xfrm>
            <a:off x="6235393" y="5883730"/>
            <a:ext cx="1314782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اِسْ</a:t>
            </a:r>
            <a:r>
              <a:rPr lang="ar-EG" sz="4400" dirty="0">
                <a:gradFill flip="none" rotWithShape="1">
                  <a:gsLst>
                    <a:gs pos="53000">
                      <a:schemeClr val="tx1"/>
                    </a:gs>
                    <a:gs pos="56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94A2B82C-0798-4A6F-8775-514EEF1AEAEF}"/>
              </a:ext>
            </a:extLst>
          </p:cNvPr>
          <p:cNvSpPr/>
          <p:nvPr/>
        </p:nvSpPr>
        <p:spPr>
          <a:xfrm>
            <a:off x="4273538" y="5883730"/>
            <a:ext cx="1451038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عَالَ</a:t>
            </a:r>
            <a:r>
              <a:rPr lang="ar-EG" sz="4400" dirty="0">
                <a:gradFill>
                  <a:gsLst>
                    <a:gs pos="53000">
                      <a:schemeClr val="tx1"/>
                    </a:gs>
                    <a:gs pos="56000">
                      <a:srgbClr val="0070C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يْـنِ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3A28D7C6-9AB8-4B29-8EEC-D9C7BB53BD18}"/>
              </a:ext>
            </a:extLst>
          </p:cNvPr>
          <p:cNvSpPr/>
          <p:nvPr/>
        </p:nvSpPr>
        <p:spPr>
          <a:xfrm>
            <a:off x="2035359" y="5878724"/>
            <a:ext cx="191110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عَاصِمَ</a:t>
            </a:r>
            <a:r>
              <a:rPr lang="ar-EG" sz="4400" dirty="0">
                <a:gradFill>
                  <a:gsLst>
                    <a:gs pos="64000">
                      <a:schemeClr val="tx1"/>
                    </a:gs>
                    <a:gs pos="67000">
                      <a:srgbClr val="0070C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تَ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يْـنِ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2EC71256-DD83-428B-B030-F6506AE5D6AE}"/>
              </a:ext>
            </a:extLst>
          </p:cNvPr>
          <p:cNvSpPr/>
          <p:nvPr/>
        </p:nvSpPr>
        <p:spPr>
          <a:xfrm>
            <a:off x="403302" y="5043527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078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1" grpId="0"/>
      <p:bldP spid="32" grpId="0"/>
      <p:bldP spid="33" grpId="0"/>
      <p:bldP spid="16" grpId="0" animBg="1"/>
      <p:bldP spid="16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C04EB60C-093D-45D2-BD2B-CB3B0E31C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608271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885187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598B187-B8B6-461E-9CF9-DD67B124128C}"/>
              </a:ext>
            </a:extLst>
          </p:cNvPr>
          <p:cNvSpPr/>
          <p:nvPr/>
        </p:nvSpPr>
        <p:spPr>
          <a:xfrm>
            <a:off x="6235393" y="5883730"/>
            <a:ext cx="1314782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اِسْ</a:t>
            </a:r>
            <a:r>
              <a:rPr lang="ar-EG" sz="4400" dirty="0">
                <a:gradFill flip="none" rotWithShape="1">
                  <a:gsLst>
                    <a:gs pos="53000">
                      <a:schemeClr val="tx1"/>
                    </a:gs>
                    <a:gs pos="56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94A2B82C-0798-4A6F-8775-514EEF1AEAEF}"/>
              </a:ext>
            </a:extLst>
          </p:cNvPr>
          <p:cNvSpPr/>
          <p:nvPr/>
        </p:nvSpPr>
        <p:spPr>
          <a:xfrm>
            <a:off x="4273538" y="5883730"/>
            <a:ext cx="1451038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عَالَ</a:t>
            </a:r>
            <a:r>
              <a:rPr lang="ar-EG" sz="4400" dirty="0">
                <a:gradFill>
                  <a:gsLst>
                    <a:gs pos="53000">
                      <a:schemeClr val="tx1"/>
                    </a:gs>
                    <a:gs pos="56000">
                      <a:srgbClr val="0070C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يْـنِ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3A28D7C6-9AB8-4B29-8EEC-D9C7BB53BD18}"/>
              </a:ext>
            </a:extLst>
          </p:cNvPr>
          <p:cNvSpPr/>
          <p:nvPr/>
        </p:nvSpPr>
        <p:spPr>
          <a:xfrm>
            <a:off x="2035359" y="5878724"/>
            <a:ext cx="191110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عَاصِمَ</a:t>
            </a:r>
            <a:r>
              <a:rPr lang="ar-EG" sz="4400" dirty="0">
                <a:gradFill>
                  <a:gsLst>
                    <a:gs pos="64000">
                      <a:schemeClr val="tx1"/>
                    </a:gs>
                    <a:gs pos="67000">
                      <a:srgbClr val="0070C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تَ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يْـنِ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8" name="Dikdörtgen: Köşeleri Yuvarlatılmış 37">
            <a:extLst>
              <a:ext uri="{FF2B5EF4-FFF2-40B4-BE49-F238E27FC236}">
                <a16:creationId xmlns:a16="http://schemas.microsoft.com/office/drawing/2014/main" id="{7538A331-C137-4B9B-BE20-25FC6DE8A4C4}"/>
              </a:ext>
            </a:extLst>
          </p:cNvPr>
          <p:cNvSpPr/>
          <p:nvPr/>
        </p:nvSpPr>
        <p:spPr>
          <a:xfrm>
            <a:off x="5608880" y="685804"/>
            <a:ext cx="626511" cy="39586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tr-TR"/>
          </a:p>
        </p:txBody>
      </p:sp>
      <p:sp>
        <p:nvSpPr>
          <p:cNvPr id="39" name="Dikdörtgen: Köşeleri Yuvarlatılmış 38">
            <a:extLst>
              <a:ext uri="{FF2B5EF4-FFF2-40B4-BE49-F238E27FC236}">
                <a16:creationId xmlns:a16="http://schemas.microsoft.com/office/drawing/2014/main" id="{925254E1-FE57-4215-9239-E2F33F46EF05}"/>
              </a:ext>
            </a:extLst>
          </p:cNvPr>
          <p:cNvSpPr/>
          <p:nvPr/>
        </p:nvSpPr>
        <p:spPr>
          <a:xfrm>
            <a:off x="3679087" y="452556"/>
            <a:ext cx="904064" cy="8307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2EC71256-DD83-428B-B030-F6506AE5D6AE}"/>
              </a:ext>
            </a:extLst>
          </p:cNvPr>
          <p:cNvSpPr/>
          <p:nvPr/>
        </p:nvSpPr>
        <p:spPr>
          <a:xfrm>
            <a:off x="403302" y="5043527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502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1" grpId="0"/>
      <p:bldP spid="32" grpId="0"/>
      <p:bldP spid="33" grpId="0"/>
      <p:bldP spid="38" grpId="0" animBg="1"/>
      <p:bldP spid="38" grpId="1" animBg="1"/>
      <p:bldP spid="39" grpId="0" animBg="1"/>
      <p:bldP spid="39" grpId="1" animBg="1"/>
      <p:bldP spid="16" grpId="0" animBg="1"/>
      <p:bldP spid="16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C04EB60C-093D-45D2-BD2B-CB3B0E31C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411360"/>
              </p:ext>
            </p:extLst>
          </p:nvPr>
        </p:nvGraphicFramePr>
        <p:xfrm>
          <a:off x="178795" y="283004"/>
          <a:ext cx="11834410" cy="3383219"/>
        </p:xfrm>
        <a:graphic>
          <a:graphicData uri="http://schemas.openxmlformats.org/drawingml/2006/table">
            <a:tbl>
              <a:tblPr firstRow="1" firstCol="1" bandRow="1"/>
              <a:tblGrid>
                <a:gridCol w="757244">
                  <a:extLst>
                    <a:ext uri="{9D8B030D-6E8A-4147-A177-3AD203B41FA5}">
                      <a16:colId xmlns:a16="http://schemas.microsoft.com/office/drawing/2014/main" val="1158575878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2966201564"/>
                    </a:ext>
                  </a:extLst>
                </a:gridCol>
                <a:gridCol w="757244">
                  <a:extLst>
                    <a:ext uri="{9D8B030D-6E8A-4147-A177-3AD203B41FA5}">
                      <a16:colId xmlns:a16="http://schemas.microsoft.com/office/drawing/2014/main" val="1746238578"/>
                    </a:ext>
                  </a:extLst>
                </a:gridCol>
                <a:gridCol w="1135831">
                  <a:extLst>
                    <a:ext uri="{9D8B030D-6E8A-4147-A177-3AD203B41FA5}">
                      <a16:colId xmlns:a16="http://schemas.microsoft.com/office/drawing/2014/main" val="27904409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918278"/>
                    </a:ext>
                  </a:extLst>
                </a:gridCol>
                <a:gridCol w="906585">
                  <a:extLst>
                    <a:ext uri="{9D8B030D-6E8A-4147-A177-3AD203B41FA5}">
                      <a16:colId xmlns:a16="http://schemas.microsoft.com/office/drawing/2014/main" val="1066455655"/>
                    </a:ext>
                  </a:extLst>
                </a:gridCol>
                <a:gridCol w="1765972">
                  <a:extLst>
                    <a:ext uri="{9D8B030D-6E8A-4147-A177-3AD203B41FA5}">
                      <a16:colId xmlns:a16="http://schemas.microsoft.com/office/drawing/2014/main" val="3720551259"/>
                    </a:ext>
                  </a:extLst>
                </a:gridCol>
                <a:gridCol w="587578">
                  <a:extLst>
                    <a:ext uri="{9D8B030D-6E8A-4147-A177-3AD203B41FA5}">
                      <a16:colId xmlns:a16="http://schemas.microsoft.com/office/drawing/2014/main" val="1391102147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30531078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4054392643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3023101389"/>
                    </a:ext>
                  </a:extLst>
                </a:gridCol>
                <a:gridCol w="826372">
                  <a:extLst>
                    <a:ext uri="{9D8B030D-6E8A-4147-A177-3AD203B41FA5}">
                      <a16:colId xmlns:a16="http://schemas.microsoft.com/office/drawing/2014/main" val="2307975454"/>
                    </a:ext>
                  </a:extLst>
                </a:gridCol>
                <a:gridCol w="845224">
                  <a:extLst>
                    <a:ext uri="{9D8B030D-6E8A-4147-A177-3AD203B41FA5}">
                      <a16:colId xmlns:a16="http://schemas.microsoft.com/office/drawing/2014/main" val="4209887306"/>
                    </a:ext>
                  </a:extLst>
                </a:gridCol>
              </a:tblGrid>
              <a:tr h="45971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9436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0000">
                                <a:srgbClr val="FF0000"/>
                              </a:gs>
                              <a:gs pos="42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طَالِبَ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ـَـــانِ  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2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EG" sz="40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ـُ  / ـ ـ ـٌ</a:t>
                      </a:r>
                      <a:endParaRPr lang="tr-TR" sz="44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ötre veya iki ötre olan isim “</a:t>
                      </a:r>
                      <a:r>
                        <a:rPr lang="ar-EG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ـــانِ</a:t>
                      </a:r>
                      <a:r>
                        <a:rPr lang="tr-TR" sz="3200" b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31553"/>
                  </a:ext>
                </a:extLst>
              </a:tr>
              <a:tr h="114879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b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 b="1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623589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>
                            <a:gsLst>
                              <a:gs pos="45000">
                                <a:srgbClr val="FF0000"/>
                              </a:gs>
                              <a:gs pos="4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بً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ـَـــيْـنِ</a:t>
                      </a:r>
                      <a:endParaRPr lang="tr-TR" sz="44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40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Wingdings 3" panose="05040102010807070707" pitchFamily="18" charset="2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  <a:sym typeface="Wingdings 3" panose="05040102010807070707" pitchFamily="18" charset="2"/>
                        </a:rPr>
                        <a:t></a:t>
                      </a:r>
                      <a:endParaRPr lang="tr-TR" sz="16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ـَ  /  ـ ـ ـًا</a:t>
                      </a:r>
                      <a:endParaRPr lang="tr-TR" sz="2000" b="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6">
                  <a:txBody>
                    <a:bodyPr/>
                    <a:lstStyle/>
                    <a:p>
                      <a:pPr algn="ctr"/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Kelime sonu üstün-iki üstün veya esre-iki esre olan isim “­­­­</a:t>
                      </a:r>
                      <a:r>
                        <a:rPr lang="ar-EG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ــــَــــيْـــنِ</a:t>
                      </a: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” ile biter.</a:t>
                      </a:r>
                      <a:endParaRPr lang="tr-TR" sz="1800" dirty="0"/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035649"/>
                  </a:ext>
                </a:extLst>
              </a:tr>
              <a:tr h="34454"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30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440235"/>
                  </a:ext>
                </a:extLst>
              </a:tr>
              <a:tr h="1017440">
                <a:tc grid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</a:t>
                      </a:r>
                      <a:r>
                        <a:rPr lang="ar-EG" sz="4000" dirty="0">
                          <a:gradFill flip="none" rotWithShape="1">
                            <a:gsLst>
                              <a:gs pos="8000">
                                <a:srgbClr val="FF0000"/>
                              </a:gs>
                              <a:gs pos="12000">
                                <a:srgbClr val="00000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بٍ</a:t>
                      </a:r>
                      <a:r>
                        <a:rPr lang="ar-EG" sz="4000" dirty="0">
                          <a:gradFill>
                            <a:gsLst>
                              <a:gs pos="7000">
                                <a:srgbClr val="FF0000"/>
                              </a:gs>
                              <a:gs pos="8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طَالِ</a:t>
                      </a:r>
                      <a:r>
                        <a:rPr lang="ar-EG" sz="4000" dirty="0">
                          <a:gradFill>
                            <a:gsLst>
                              <a:gs pos="28000">
                                <a:srgbClr val="FF0000"/>
                              </a:gs>
                              <a:gs pos="33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بَ</a:t>
                      </a:r>
                      <a:r>
                        <a:rPr lang="ar-EG" sz="40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يْـنِ</a:t>
                      </a:r>
                      <a:endParaRPr lang="tr-TR" sz="28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ـ ـ ـِ  /  ـ ـ ـٍ</a:t>
                      </a:r>
                      <a:endParaRPr lang="tr-TR" sz="2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6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03518"/>
                  </a:ext>
                </a:extLst>
              </a:tr>
              <a:tr h="53840">
                <a:tc gridSpan="1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4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000" dirty="0">
                        <a:effectLst/>
                        <a:latin typeface="Calibri Light" panose="020F030202020403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0719" marR="60719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422786"/>
                  </a:ext>
                </a:extLst>
              </a:tr>
            </a:tbl>
          </a:graphicData>
        </a:graphic>
      </p:graphicFrame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1A672879-6A79-4E79-B970-106968E15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884480"/>
              </p:ext>
            </p:extLst>
          </p:nvPr>
        </p:nvGraphicFramePr>
        <p:xfrm>
          <a:off x="131976" y="3816059"/>
          <a:ext cx="11896627" cy="28027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427">
                  <a:extLst>
                    <a:ext uri="{9D8B030D-6E8A-4147-A177-3AD203B41FA5}">
                      <a16:colId xmlns:a16="http://schemas.microsoft.com/office/drawing/2014/main" val="3061263887"/>
                    </a:ext>
                  </a:extLst>
                </a:gridCol>
                <a:gridCol w="1915356">
                  <a:extLst>
                    <a:ext uri="{9D8B030D-6E8A-4147-A177-3AD203B41FA5}">
                      <a16:colId xmlns:a16="http://schemas.microsoft.com/office/drawing/2014/main" val="1366467640"/>
                    </a:ext>
                  </a:extLst>
                </a:gridCol>
                <a:gridCol w="1965323">
                  <a:extLst>
                    <a:ext uri="{9D8B030D-6E8A-4147-A177-3AD203B41FA5}">
                      <a16:colId xmlns:a16="http://schemas.microsoft.com/office/drawing/2014/main" val="1176953855"/>
                    </a:ext>
                  </a:extLst>
                </a:gridCol>
                <a:gridCol w="1998634">
                  <a:extLst>
                    <a:ext uri="{9D8B030D-6E8A-4147-A177-3AD203B41FA5}">
                      <a16:colId xmlns:a16="http://schemas.microsoft.com/office/drawing/2014/main" val="94929465"/>
                    </a:ext>
                  </a:extLst>
                </a:gridCol>
                <a:gridCol w="1981979">
                  <a:extLst>
                    <a:ext uri="{9D8B030D-6E8A-4147-A177-3AD203B41FA5}">
                      <a16:colId xmlns:a16="http://schemas.microsoft.com/office/drawing/2014/main" val="4288113448"/>
                    </a:ext>
                  </a:extLst>
                </a:gridCol>
                <a:gridCol w="2012908">
                  <a:extLst>
                    <a:ext uri="{9D8B030D-6E8A-4147-A177-3AD203B41FA5}">
                      <a16:colId xmlns:a16="http://schemas.microsoft.com/office/drawing/2014/main" val="3234552192"/>
                    </a:ext>
                  </a:extLst>
                </a:gridCol>
              </a:tblGrid>
              <a:tr h="218186">
                <a:tc grid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İkil Yapalım: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Unutma! Kelimenin sonundaki </a:t>
                      </a:r>
                      <a:r>
                        <a:rPr lang="tr-TR" sz="4000" b="0" dirty="0" err="1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tenvinlerin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yerine fetha 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tr-TR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 </a:t>
                      </a:r>
                      <a:r>
                        <a:rPr lang="tr-TR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yazmalısın!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42484"/>
                  </a:ext>
                </a:extLst>
              </a:tr>
              <a:tr h="218186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مَدِينَ</a:t>
                      </a:r>
                      <a:r>
                        <a:rPr lang="ar-EG" sz="4400" b="0" dirty="0">
                          <a:gradFill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endParaRPr lang="tr-TR" sz="4400" b="0" dirty="0">
                        <a:gradFill>
                          <a:gsLst>
                            <a:gs pos="78000">
                              <a:schemeClr val="tx1"/>
                            </a:gs>
                            <a:gs pos="79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عَاصِمَ</a:t>
                      </a:r>
                      <a:r>
                        <a:rPr lang="ar-EG" sz="4200" dirty="0">
                          <a:gradFill flip="none" rotWithShape="1">
                            <a:gsLst>
                              <a:gs pos="78000">
                                <a:schemeClr val="tx1"/>
                              </a:gs>
                              <a:gs pos="79000">
                                <a:srgbClr val="0070C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ةً</a:t>
                      </a:r>
                      <a:endParaRPr lang="tr-TR" sz="4200" dirty="0">
                        <a:gradFill flip="none" rotWithShape="1">
                          <a:gsLst>
                            <a:gs pos="78000">
                              <a:schemeClr val="tx1"/>
                            </a:gs>
                            <a:gs pos="79000">
                              <a:srgbClr val="0070C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عَالَمٍ</a:t>
                      </a:r>
                      <a:endParaRPr lang="tr-TR" sz="44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اِسْ</a:t>
                      </a:r>
                      <a:r>
                        <a:rPr lang="ar-EG" sz="4400" dirty="0">
                          <a:gradFill>
                            <a:gsLst>
                              <a:gs pos="55000">
                                <a:schemeClr val="tx1"/>
                              </a:gs>
                              <a:gs pos="60000">
                                <a:srgbClr val="00B050"/>
                              </a:gs>
                            </a:gsLst>
                            <a:lin ang="16200000" scaled="1"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مٌ</a:t>
                      </a:r>
                      <a:endParaRPr lang="tr-TR" sz="4400" dirty="0">
                        <a:gradFill>
                          <a:gsLst>
                            <a:gs pos="55000">
                              <a:schemeClr val="tx1"/>
                            </a:gs>
                            <a:gs pos="60000">
                              <a:srgbClr val="00B050"/>
                            </a:gs>
                          </a:gsLst>
                          <a:lin ang="16200000" scaled="1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مَكَ</a:t>
                      </a:r>
                      <a:r>
                        <a:rPr lang="ar-EG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</a:t>
                      </a: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B050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نٌ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B050"/>
                            </a:gs>
                          </a:gsLst>
                          <a:lin ang="162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4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بَلَ</a:t>
                      </a:r>
                      <a:r>
                        <a:rPr lang="ar-SA" sz="4400" dirty="0">
                          <a:gradFill flip="none" rotWithShape="1">
                            <a:gsLst>
                              <a:gs pos="71000">
                                <a:schemeClr val="tx1"/>
                              </a:gs>
                              <a:gs pos="72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دٍ</a:t>
                      </a:r>
                      <a:endParaRPr lang="tr-TR" sz="4400" dirty="0">
                        <a:gradFill flip="none" rotWithShape="1">
                          <a:gsLst>
                            <a:gs pos="71000">
                              <a:schemeClr val="tx1"/>
                            </a:gs>
                            <a:gs pos="72000">
                              <a:srgbClr val="0070C0"/>
                            </a:gs>
                          </a:gsLst>
                          <a:lin ang="5400000" scaled="1"/>
                          <a:tileRect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867195"/>
                  </a:ext>
                </a:extLst>
              </a:tr>
              <a:tr h="423990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</a:t>
                      </a:r>
                      <a:endParaRPr lang="tr-TR" sz="11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54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‹</a:t>
                      </a:r>
                      <a:r>
                        <a:rPr lang="ar-EG" sz="5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...................................................................................................</a:t>
                      </a:r>
                      <a:endParaRPr lang="tr-TR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66553"/>
                  </a:ext>
                </a:extLst>
              </a:tr>
            </a:tbl>
          </a:graphicData>
        </a:graphic>
      </p:graphicFrame>
      <p:sp>
        <p:nvSpPr>
          <p:cNvPr id="24" name="Dikdörtgen 23">
            <a:extLst>
              <a:ext uri="{FF2B5EF4-FFF2-40B4-BE49-F238E27FC236}">
                <a16:creationId xmlns:a16="http://schemas.microsoft.com/office/drawing/2014/main" id="{8379E37F-81EC-409B-90C7-6BCDA10F59A5}"/>
              </a:ext>
            </a:extLst>
          </p:cNvPr>
          <p:cNvSpPr/>
          <p:nvPr/>
        </p:nvSpPr>
        <p:spPr>
          <a:xfrm>
            <a:off x="10274613" y="5852708"/>
            <a:ext cx="1183337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بَلَ</a:t>
            </a:r>
            <a:r>
              <a:rPr lang="ar-EG" sz="4400" dirty="0">
                <a:gradFill>
                  <a:gsLst>
                    <a:gs pos="34000">
                      <a:srgbClr val="0070C0"/>
                    </a:gs>
                    <a:gs pos="35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دَ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766B34B-2362-4471-8E58-0B724DF7B36D}"/>
              </a:ext>
            </a:extLst>
          </p:cNvPr>
          <p:cNvSpPr/>
          <p:nvPr/>
        </p:nvSpPr>
        <p:spPr>
          <a:xfrm>
            <a:off x="8247534" y="5883730"/>
            <a:ext cx="130837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مَكَا</a:t>
            </a:r>
            <a:r>
              <a:rPr lang="ar-EG" sz="4400" dirty="0">
                <a:gradFill flip="none" rotWithShape="1">
                  <a:gsLst>
                    <a:gs pos="71000">
                      <a:schemeClr val="tx1"/>
                    </a:gs>
                    <a:gs pos="72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598B187-B8B6-461E-9CF9-DD67B124128C}"/>
              </a:ext>
            </a:extLst>
          </p:cNvPr>
          <p:cNvSpPr/>
          <p:nvPr/>
        </p:nvSpPr>
        <p:spPr>
          <a:xfrm>
            <a:off x="6235393" y="5883730"/>
            <a:ext cx="1314782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اِسْ</a:t>
            </a:r>
            <a:r>
              <a:rPr lang="ar-EG" sz="4400" dirty="0">
                <a:gradFill flip="none" rotWithShape="1">
                  <a:gsLst>
                    <a:gs pos="53000">
                      <a:schemeClr val="tx1"/>
                    </a:gs>
                    <a:gs pos="56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94A2B82C-0798-4A6F-8775-514EEF1AEAEF}"/>
              </a:ext>
            </a:extLst>
          </p:cNvPr>
          <p:cNvSpPr/>
          <p:nvPr/>
        </p:nvSpPr>
        <p:spPr>
          <a:xfrm>
            <a:off x="4273538" y="5883730"/>
            <a:ext cx="1451038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عَالَ</a:t>
            </a:r>
            <a:r>
              <a:rPr lang="ar-EG" sz="4400" dirty="0">
                <a:gradFill>
                  <a:gsLst>
                    <a:gs pos="53000">
                      <a:schemeClr val="tx1"/>
                    </a:gs>
                    <a:gs pos="56000">
                      <a:srgbClr val="0070C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يْـنِ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3A28D7C6-9AB8-4B29-8EEC-D9C7BB53BD18}"/>
              </a:ext>
            </a:extLst>
          </p:cNvPr>
          <p:cNvSpPr/>
          <p:nvPr/>
        </p:nvSpPr>
        <p:spPr>
          <a:xfrm>
            <a:off x="2035359" y="5878724"/>
            <a:ext cx="1911101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عَاصِمَ</a:t>
            </a:r>
            <a:r>
              <a:rPr lang="ar-EG" sz="4400" dirty="0">
                <a:gradFill>
                  <a:gsLst>
                    <a:gs pos="64000">
                      <a:schemeClr val="tx1"/>
                    </a:gs>
                    <a:gs pos="67000">
                      <a:srgbClr val="0070C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تَ</a:t>
            </a:r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يْـنِ</a:t>
            </a:r>
            <a:endParaRPr lang="tr-TR" sz="4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47A5A043-776F-4EA2-AA5B-488C73F4B186}"/>
              </a:ext>
            </a:extLst>
          </p:cNvPr>
          <p:cNvSpPr/>
          <p:nvPr/>
        </p:nvSpPr>
        <p:spPr>
          <a:xfrm>
            <a:off x="268482" y="5872579"/>
            <a:ext cx="1553630" cy="784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>
              <a:lnSpc>
                <a:spcPct val="107000"/>
              </a:lnSpc>
              <a:spcAft>
                <a:spcPts val="0"/>
              </a:spcAft>
            </a:pP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مَدِينَ</a:t>
            </a:r>
            <a:r>
              <a:rPr lang="ar-EG" sz="4400" dirty="0">
                <a:gradFill>
                  <a:gsLst>
                    <a:gs pos="64000">
                      <a:schemeClr val="tx1"/>
                    </a:gs>
                    <a:gs pos="67000">
                      <a:srgbClr val="00B050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تَ</a:t>
            </a:r>
            <a:r>
              <a:rPr lang="ar-EG" sz="44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انِ</a:t>
            </a:r>
            <a:endParaRPr lang="tr-TR" sz="44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5CCCFB3D-1DBC-404E-979E-56B3EAEC80F8}"/>
              </a:ext>
            </a:extLst>
          </p:cNvPr>
          <p:cNvSpPr/>
          <p:nvPr/>
        </p:nvSpPr>
        <p:spPr>
          <a:xfrm>
            <a:off x="403302" y="5043527"/>
            <a:ext cx="167268" cy="2144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034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8" grpId="0"/>
      <p:bldP spid="31" grpId="0"/>
      <p:bldP spid="32" grpId="0"/>
      <p:bldP spid="33" grpId="0"/>
      <p:bldP spid="34" grpId="0"/>
      <p:bldP spid="14" grpId="0" animBg="1"/>
      <p:bldP spid="14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802885"/>
              </p:ext>
            </p:extLst>
          </p:nvPr>
        </p:nvGraphicFramePr>
        <p:xfrm>
          <a:off x="5391245" y="2888685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817256"/>
              </p:ext>
            </p:extLst>
          </p:nvPr>
        </p:nvGraphicFramePr>
        <p:xfrm>
          <a:off x="367863" y="537427"/>
          <a:ext cx="11477296" cy="2351259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459871">
                <a:tc gridSpan="2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Cem’ (Çoğul) İsimler</a:t>
                      </a:r>
                      <a:endParaRPr lang="tr-T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933497"/>
                  </a:ext>
                </a:extLst>
              </a:tr>
              <a:tr h="459871">
                <a:tc gridSpan="2"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26142"/>
                  </a:ext>
                </a:extLst>
              </a:tr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/>
        </p:nvGraphicFramePr>
        <p:xfrm>
          <a:off x="367864" y="2888685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p:graphicFrame>
        <p:nvGraphicFramePr>
          <p:cNvPr id="81" name="Tablo 80">
            <a:extLst>
              <a:ext uri="{FF2B5EF4-FFF2-40B4-BE49-F238E27FC236}">
                <a16:creationId xmlns:a16="http://schemas.microsoft.com/office/drawing/2014/main" id="{40440ACD-10D1-4D64-8A11-B66136D73574}"/>
              </a:ext>
            </a:extLst>
          </p:cNvPr>
          <p:cNvGraphicFramePr>
            <a:graphicFrameLocks noGrp="1"/>
          </p:cNvGraphicFramePr>
          <p:nvPr/>
        </p:nvGraphicFramePr>
        <p:xfrm>
          <a:off x="343877" y="5494459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cxnSp>
        <p:nvCxnSpPr>
          <p:cNvPr id="2" name="Bağlayıcı: Eğri 36">
            <a:extLst>
              <a:ext uri="{FF2B5EF4-FFF2-40B4-BE49-F238E27FC236}">
                <a16:creationId xmlns:a16="http://schemas.microsoft.com/office/drawing/2014/main" id="{261CA49E-1B7F-CD41-ACA2-8A2381F9ED1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53672" y="1218479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Bağlayıcı: Eğri 43">
            <a:extLst>
              <a:ext uri="{FF2B5EF4-FFF2-40B4-BE49-F238E27FC236}">
                <a16:creationId xmlns:a16="http://schemas.microsoft.com/office/drawing/2014/main" id="{A5FE6F54-0C32-94D0-3990-9B2161E7A0F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8258" y="1218478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F9F870BE-8765-DF81-8B5E-B439ECBF0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413395"/>
              </p:ext>
            </p:extLst>
          </p:nvPr>
        </p:nvGraphicFramePr>
        <p:xfrm>
          <a:off x="8797550" y="2855346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فُعُل</a:t>
                      </a:r>
                      <a:endParaRPr lang="ar-EG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كِتَاب</a:t>
                      </a:r>
                      <a:endParaRPr lang="ar-AE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Kitaplar</a:t>
                      </a:r>
                      <a:endParaRPr lang="tr-TR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19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095477"/>
              </p:ext>
            </p:extLst>
          </p:nvPr>
        </p:nvGraphicFramePr>
        <p:xfrm>
          <a:off x="5391245" y="2888685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322245"/>
              </p:ext>
            </p:extLst>
          </p:nvPr>
        </p:nvGraphicFramePr>
        <p:xfrm>
          <a:off x="367863" y="537427"/>
          <a:ext cx="11477296" cy="2351259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459871">
                <a:tc gridSpan="2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Cem’ (Çoğul) İsimler</a:t>
                      </a:r>
                      <a:endParaRPr lang="tr-T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933497"/>
                  </a:ext>
                </a:extLst>
              </a:tr>
              <a:tr h="459871">
                <a:tc gridSpan="2"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26142"/>
                  </a:ext>
                </a:extLst>
              </a:tr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/>
        </p:nvGraphicFramePr>
        <p:xfrm>
          <a:off x="367864" y="2888685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3551786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81" name="Tablo 80">
            <a:extLst>
              <a:ext uri="{FF2B5EF4-FFF2-40B4-BE49-F238E27FC236}">
                <a16:creationId xmlns:a16="http://schemas.microsoft.com/office/drawing/2014/main" id="{40440ACD-10D1-4D64-8A11-B66136D73574}"/>
              </a:ext>
            </a:extLst>
          </p:cNvPr>
          <p:cNvGraphicFramePr>
            <a:graphicFrameLocks noGrp="1"/>
          </p:cNvGraphicFramePr>
          <p:nvPr/>
        </p:nvGraphicFramePr>
        <p:xfrm>
          <a:off x="343877" y="5494459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sp>
        <p:nvSpPr>
          <p:cNvPr id="22" name="Serbest Form: Şekil 21">
            <a:extLst>
              <a:ext uri="{FF2B5EF4-FFF2-40B4-BE49-F238E27FC236}">
                <a16:creationId xmlns:a16="http://schemas.microsoft.com/office/drawing/2014/main" id="{96329FEB-5EC9-445E-9A5E-66A8FAD70D3D}"/>
              </a:ext>
            </a:extLst>
          </p:cNvPr>
          <p:cNvSpPr/>
          <p:nvPr/>
        </p:nvSpPr>
        <p:spPr>
          <a:xfrm rot="10800000" flipH="1">
            <a:off x="2422424" y="4069859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6" name="Serbest Form: Şekil 25">
            <a:extLst>
              <a:ext uri="{FF2B5EF4-FFF2-40B4-BE49-F238E27FC236}">
                <a16:creationId xmlns:a16="http://schemas.microsoft.com/office/drawing/2014/main" id="{F462B1CB-CF0E-4126-979A-A24D4379D509}"/>
              </a:ext>
            </a:extLst>
          </p:cNvPr>
          <p:cNvSpPr/>
          <p:nvPr/>
        </p:nvSpPr>
        <p:spPr>
          <a:xfrm>
            <a:off x="2426099" y="3993126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2" name="Bağlayıcı: Eğri 36">
            <a:extLst>
              <a:ext uri="{FF2B5EF4-FFF2-40B4-BE49-F238E27FC236}">
                <a16:creationId xmlns:a16="http://schemas.microsoft.com/office/drawing/2014/main" id="{CCA6300E-08D4-2614-E34E-2C028B83719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53672" y="1218479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Bağlayıcı: Eğri 43">
            <a:extLst>
              <a:ext uri="{FF2B5EF4-FFF2-40B4-BE49-F238E27FC236}">
                <a16:creationId xmlns:a16="http://schemas.microsoft.com/office/drawing/2014/main" id="{C55505AA-BD3A-C5F0-D4C2-E5724B5635F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8258" y="1218478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86DD17EE-F9CC-C0FD-D56F-1C31A672A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413395"/>
              </p:ext>
            </p:extLst>
          </p:nvPr>
        </p:nvGraphicFramePr>
        <p:xfrm>
          <a:off x="8797550" y="2855346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فُعُل</a:t>
                      </a:r>
                      <a:endParaRPr lang="ar-EG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كِتَاب</a:t>
                      </a:r>
                      <a:endParaRPr lang="ar-AE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Kitaplar</a:t>
                      </a:r>
                      <a:endParaRPr lang="tr-TR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59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2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468345"/>
              </p:ext>
            </p:extLst>
          </p:nvPr>
        </p:nvGraphicFramePr>
        <p:xfrm>
          <a:off x="5391245" y="2888685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720884"/>
              </p:ext>
            </p:extLst>
          </p:nvPr>
        </p:nvGraphicFramePr>
        <p:xfrm>
          <a:off x="8797550" y="2855346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فُعُل</a:t>
                      </a:r>
                      <a:endParaRPr lang="ar-EG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كِتَاب</a:t>
                      </a:r>
                      <a:endParaRPr lang="ar-AE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Kitaplar</a:t>
                      </a:r>
                      <a:endParaRPr lang="tr-TR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706963"/>
              </p:ext>
            </p:extLst>
          </p:nvPr>
        </p:nvGraphicFramePr>
        <p:xfrm>
          <a:off x="367863" y="537427"/>
          <a:ext cx="11477296" cy="2351259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459871">
                <a:tc gridSpan="2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Cem’ (Çoğul) İsimler</a:t>
                      </a:r>
                      <a:endParaRPr lang="tr-T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933497"/>
                  </a:ext>
                </a:extLst>
              </a:tr>
              <a:tr h="459871">
                <a:tc gridSpan="2"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26142"/>
                  </a:ext>
                </a:extLst>
              </a:tr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812715"/>
              </p:ext>
            </p:extLst>
          </p:nvPr>
        </p:nvGraphicFramePr>
        <p:xfrm>
          <a:off x="367864" y="2888685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3551786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4069859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3993126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BD66681D-3517-4C61-8A75-3B657B211A28}"/>
              </a:ext>
            </a:extLst>
          </p:cNvPr>
          <p:cNvSpPr/>
          <p:nvPr/>
        </p:nvSpPr>
        <p:spPr>
          <a:xfrm>
            <a:off x="2480837" y="3708779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rgbClr val="0070C0"/>
              </a:solidFill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627DE4CD-8F79-44F8-B03E-178826A03543}"/>
              </a:ext>
            </a:extLst>
          </p:cNvPr>
          <p:cNvSpPr/>
          <p:nvPr/>
        </p:nvSpPr>
        <p:spPr>
          <a:xfrm>
            <a:off x="2374599" y="2960975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rgbClr val="0070C0"/>
              </a:solidFill>
            </a:endParaRPr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04ADD7BA-8A5F-4B4C-823A-5C7772021013}"/>
              </a:ext>
            </a:extLst>
          </p:cNvPr>
          <p:cNvSpPr/>
          <p:nvPr/>
        </p:nvSpPr>
        <p:spPr>
          <a:xfrm>
            <a:off x="2067040" y="4455765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rgbClr val="FF33CC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rgbClr val="FF33C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8" name="Mürekkep 77">
                <a:extLst>
                  <a:ext uri="{FF2B5EF4-FFF2-40B4-BE49-F238E27FC236}">
                    <a16:creationId xmlns:a16="http://schemas.microsoft.com/office/drawing/2014/main" id="{E92DBF70-DA65-4682-BBE4-8D0670F2A704}"/>
                  </a:ext>
                </a:extLst>
              </p14:cNvPr>
              <p14:cNvContentPartPr/>
              <p14:nvPr/>
            </p14:nvContentPartPr>
            <p14:xfrm>
              <a:off x="2908725" y="2998725"/>
              <a:ext cx="492840" cy="575640"/>
            </p14:xfrm>
          </p:contentPart>
        </mc:Choice>
        <mc:Fallback xmlns="">
          <p:pic>
            <p:nvPicPr>
              <p:cNvPr id="78" name="Mürekkep 77">
                <a:extLst>
                  <a:ext uri="{FF2B5EF4-FFF2-40B4-BE49-F238E27FC236}">
                    <a16:creationId xmlns:a16="http://schemas.microsoft.com/office/drawing/2014/main" id="{E92DBF70-DA65-4682-BBE4-8D0670F2A70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99725" y="2989725"/>
                <a:ext cx="510480" cy="5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9" name="Mürekkep 78">
                <a:extLst>
                  <a:ext uri="{FF2B5EF4-FFF2-40B4-BE49-F238E27FC236}">
                    <a16:creationId xmlns:a16="http://schemas.microsoft.com/office/drawing/2014/main" id="{6241D8AD-5E27-4F18-B568-44CF28B899E4}"/>
                  </a:ext>
                </a:extLst>
              </p14:cNvPr>
              <p14:cNvContentPartPr/>
              <p14:nvPr/>
            </p14:nvContentPartPr>
            <p14:xfrm>
              <a:off x="2948265" y="3705306"/>
              <a:ext cx="492840" cy="575640"/>
            </p14:xfrm>
          </p:contentPart>
        </mc:Choice>
        <mc:Fallback xmlns="">
          <p:pic>
            <p:nvPicPr>
              <p:cNvPr id="79" name="Mürekkep 78">
                <a:extLst>
                  <a:ext uri="{FF2B5EF4-FFF2-40B4-BE49-F238E27FC236}">
                    <a16:creationId xmlns:a16="http://schemas.microsoft.com/office/drawing/2014/main" id="{6241D8AD-5E27-4F18-B568-44CF28B899E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39265" y="3696306"/>
                <a:ext cx="510480" cy="5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0" name="Mürekkep 79">
                <a:extLst>
                  <a:ext uri="{FF2B5EF4-FFF2-40B4-BE49-F238E27FC236}">
                    <a16:creationId xmlns:a16="http://schemas.microsoft.com/office/drawing/2014/main" id="{1D31CA76-4CDF-4BFB-A235-320A9E947BFB}"/>
                  </a:ext>
                </a:extLst>
              </p14:cNvPr>
              <p14:cNvContentPartPr/>
              <p14:nvPr/>
            </p14:nvContentPartPr>
            <p14:xfrm>
              <a:off x="2776008" y="4384421"/>
              <a:ext cx="492840" cy="575640"/>
            </p14:xfrm>
          </p:contentPart>
        </mc:Choice>
        <mc:Fallback xmlns="">
          <p:pic>
            <p:nvPicPr>
              <p:cNvPr id="80" name="Mürekkep 79">
                <a:extLst>
                  <a:ext uri="{FF2B5EF4-FFF2-40B4-BE49-F238E27FC236}">
                    <a16:creationId xmlns:a16="http://schemas.microsoft.com/office/drawing/2014/main" id="{1D31CA76-4CDF-4BFB-A235-320A9E947BF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67008" y="4375421"/>
                <a:ext cx="510480" cy="5932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1" name="Tablo 80">
            <a:extLst>
              <a:ext uri="{FF2B5EF4-FFF2-40B4-BE49-F238E27FC236}">
                <a16:creationId xmlns:a16="http://schemas.microsoft.com/office/drawing/2014/main" id="{40440ACD-10D1-4D64-8A11-B66136D73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197737"/>
              </p:ext>
            </p:extLst>
          </p:nvPr>
        </p:nvGraphicFramePr>
        <p:xfrm>
          <a:off x="343877" y="5494459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cxnSp>
        <p:nvCxnSpPr>
          <p:cNvPr id="2" name="Bağlayıcı: Eğri 36">
            <a:extLst>
              <a:ext uri="{FF2B5EF4-FFF2-40B4-BE49-F238E27FC236}">
                <a16:creationId xmlns:a16="http://schemas.microsoft.com/office/drawing/2014/main" id="{08BDEA4A-1E4C-ABB0-57AE-8FD5E61C15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53672" y="1218479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Bağlayıcı: Eğri 43">
            <a:extLst>
              <a:ext uri="{FF2B5EF4-FFF2-40B4-BE49-F238E27FC236}">
                <a16:creationId xmlns:a16="http://schemas.microsoft.com/office/drawing/2014/main" id="{C2D2FC2F-6295-3805-56B7-F60A9496E83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8258" y="1218478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18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63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7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19" presetID="63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75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3" presetID="63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75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27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30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3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34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38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8" grpId="0" animBg="1"/>
          <p:bldP spid="39" grpId="0" animBg="1"/>
          <p:bldP spid="40" grpId="0" animBg="1"/>
          <p:bldP spid="41" grpId="0"/>
          <p:bldP spid="41" grpId="1"/>
          <p:bldP spid="42" grpId="0"/>
          <p:bldP spid="42" grpId="1"/>
          <p:bldP spid="43" grpId="0"/>
          <p:bldP spid="4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63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7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19" presetID="63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75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3" presetID="63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75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27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30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3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34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5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38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8" grpId="0" animBg="1"/>
          <p:bldP spid="39" grpId="0" animBg="1"/>
          <p:bldP spid="40" grpId="0" animBg="1"/>
          <p:bldP spid="41" grpId="0"/>
          <p:bldP spid="41" grpId="1"/>
          <p:bldP spid="42" grpId="0"/>
          <p:bldP spid="42" grpId="1"/>
          <p:bldP spid="43" grpId="0"/>
          <p:bldP spid="43" grpId="1"/>
        </p:bldLst>
      </p:timing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/>
        </p:nvGraphicFramePr>
        <p:xfrm>
          <a:off x="5391245" y="2888685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56456"/>
              </p:ext>
            </p:extLst>
          </p:nvPr>
        </p:nvGraphicFramePr>
        <p:xfrm>
          <a:off x="8797550" y="2855346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77000">
                                <a:srgbClr val="FF0000"/>
                              </a:gs>
                              <a:gs pos="74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52000">
                                <a:srgbClr val="FF0000"/>
                              </a:gs>
                              <a:gs pos="50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عُ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 flip="none" rotWithShape="1">
                            <a:gsLst>
                              <a:gs pos="73000">
                                <a:srgbClr val="FF0000"/>
                              </a:gs>
                              <a:gs pos="72000">
                                <a:srgbClr val="000000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ل</a:t>
                      </a:r>
                      <a:endParaRPr lang="ar-EG" sz="4200" b="0" i="0" u="none" strike="noStrike" dirty="0">
                        <a:gradFill flip="none" rotWithShape="1">
                          <a:gsLst>
                            <a:gs pos="73000">
                              <a:srgbClr val="FF0000"/>
                            </a:gs>
                            <a:gs pos="72000">
                              <a:srgbClr val="000000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gradFill>
                          <a:gsLst>
                            <a:gs pos="49000">
                              <a:srgbClr val="000000"/>
                            </a:gs>
                            <a:gs pos="55000">
                              <a:srgbClr val="FF0000"/>
                            </a:gs>
                          </a:gsLst>
                          <a:lin ang="16200000" scaled="0"/>
                        </a:gradFill>
                        <a:effectLst/>
                        <a:latin typeface="+mj-lt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81000">
                                <a:srgbClr val="7F7F7F"/>
                              </a:gs>
                              <a:gs pos="7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61000">
                                <a:srgbClr val="000000"/>
                              </a:gs>
                              <a:gs pos="6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49000">
                                <a:srgbClr val="000000"/>
                              </a:gs>
                              <a:gs pos="5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</a:t>
                      </a:r>
                      <a:endParaRPr lang="ar-AE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/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610838"/>
              </p:ext>
            </p:extLst>
          </p:nvPr>
        </p:nvGraphicFramePr>
        <p:xfrm>
          <a:off x="367863" y="537427"/>
          <a:ext cx="11477296" cy="2351259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459871">
                <a:tc gridSpan="2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Cem’ (Çoğul) İsimler</a:t>
                      </a:r>
                      <a:endParaRPr lang="tr-T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933497"/>
                  </a:ext>
                </a:extLst>
              </a:tr>
              <a:tr h="459871">
                <a:tc gridSpan="2"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26142"/>
                  </a:ext>
                </a:extLst>
              </a:tr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577832"/>
              </p:ext>
            </p:extLst>
          </p:nvPr>
        </p:nvGraphicFramePr>
        <p:xfrm>
          <a:off x="367864" y="2888685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مُعَلِّمُونَ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مُعَلِّمِيـنَ 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مُعَلِّمَة › مُعَلِّمَات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2680299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2803514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3551786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4069859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3993126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BD66681D-3517-4C61-8A75-3B657B211A28}"/>
              </a:ext>
            </a:extLst>
          </p:cNvPr>
          <p:cNvSpPr/>
          <p:nvPr/>
        </p:nvSpPr>
        <p:spPr>
          <a:xfrm>
            <a:off x="2480837" y="3708779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627DE4CD-8F79-44F8-B03E-178826A03543}"/>
              </a:ext>
            </a:extLst>
          </p:cNvPr>
          <p:cNvSpPr/>
          <p:nvPr/>
        </p:nvSpPr>
        <p:spPr>
          <a:xfrm>
            <a:off x="2374599" y="2960975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04ADD7BA-8A5F-4B4C-823A-5C7772021013}"/>
              </a:ext>
            </a:extLst>
          </p:cNvPr>
          <p:cNvSpPr/>
          <p:nvPr/>
        </p:nvSpPr>
        <p:spPr>
          <a:xfrm>
            <a:off x="2067040" y="4455765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81" name="Tablo 80">
            <a:extLst>
              <a:ext uri="{FF2B5EF4-FFF2-40B4-BE49-F238E27FC236}">
                <a16:creationId xmlns:a16="http://schemas.microsoft.com/office/drawing/2014/main" id="{40440ACD-10D1-4D64-8A11-B66136D73574}"/>
              </a:ext>
            </a:extLst>
          </p:cNvPr>
          <p:cNvGraphicFramePr>
            <a:graphicFrameLocks noGrp="1"/>
          </p:cNvGraphicFramePr>
          <p:nvPr/>
        </p:nvGraphicFramePr>
        <p:xfrm>
          <a:off x="343877" y="5494459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Mürekkep 25">
                <a:extLst>
                  <a:ext uri="{FF2B5EF4-FFF2-40B4-BE49-F238E27FC236}">
                    <a16:creationId xmlns:a16="http://schemas.microsoft.com/office/drawing/2014/main" id="{6B69BDA7-64C0-40CE-BD09-9494774BA1E2}"/>
                  </a:ext>
                </a:extLst>
              </p14:cNvPr>
              <p14:cNvContentPartPr/>
              <p14:nvPr/>
            </p14:nvContentPartPr>
            <p14:xfrm>
              <a:off x="10585400" y="3676028"/>
              <a:ext cx="1074620" cy="668152"/>
            </p14:xfrm>
          </p:contentPart>
        </mc:Choice>
        <mc:Fallback xmlns="">
          <p:pic>
            <p:nvPicPr>
              <p:cNvPr id="26" name="Mürekkep 25">
                <a:extLst>
                  <a:ext uri="{FF2B5EF4-FFF2-40B4-BE49-F238E27FC236}">
                    <a16:creationId xmlns:a16="http://schemas.microsoft.com/office/drawing/2014/main" id="{6B69BDA7-64C0-40CE-BD09-9494774BA1E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581080" y="3671708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F218DB8F-5154-41AB-B179-8A8FE69815A2}"/>
                  </a:ext>
                </a:extLst>
              </p14:cNvPr>
              <p14:cNvContentPartPr/>
              <p14:nvPr/>
            </p14:nvContentPartPr>
            <p14:xfrm rot="14989435" flipH="1">
              <a:off x="10571566" y="3276137"/>
              <a:ext cx="301698" cy="759348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F218DB8F-5154-41AB-B179-8A8FE69815A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 rot="14989435" flipH="1">
                <a:off x="10567251" y="3271816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077B0515-B892-4F6B-B38F-8565912C219B}"/>
                  </a:ext>
                </a:extLst>
              </p14:cNvPr>
              <p14:cNvContentPartPr/>
              <p14:nvPr/>
            </p14:nvContentPartPr>
            <p14:xfrm rot="9837519">
              <a:off x="10261902" y="3564358"/>
              <a:ext cx="159567" cy="162100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077B0515-B892-4F6B-B38F-8565912C219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 rot="9837519">
                <a:off x="10257628" y="3560054"/>
                <a:ext cx="168115" cy="170707"/>
              </a:xfrm>
              <a:prstGeom prst="rect">
                <a:avLst/>
              </a:prstGeom>
            </p:spPr>
          </p:pic>
        </mc:Fallback>
      </mc:AlternateContent>
      <p:cxnSp>
        <p:nvCxnSpPr>
          <p:cNvPr id="2" name="Bağlayıcı: Eğri 36">
            <a:extLst>
              <a:ext uri="{FF2B5EF4-FFF2-40B4-BE49-F238E27FC236}">
                <a16:creationId xmlns:a16="http://schemas.microsoft.com/office/drawing/2014/main" id="{6A40910C-02BD-6CC8-1E47-F07F4E1F7E7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53672" y="1218479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Bağlayıcı: Eğri 43">
            <a:extLst>
              <a:ext uri="{FF2B5EF4-FFF2-40B4-BE49-F238E27FC236}">
                <a16:creationId xmlns:a16="http://schemas.microsoft.com/office/drawing/2014/main" id="{C9C98690-C8E8-28C2-3CD7-9474061092B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8258" y="1218478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98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18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2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6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3.33333E-6 L 0.00183 0.10903 " pathEditMode="relative" rAng="0" ptsTypes="AA" p14:bounceEnd="40000">
                                          <p:cBhvr>
                                            <p:cTn id="31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1" y="544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3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1.11111E-6 L 0.0026 0.10208 " pathEditMode="relative" rAng="0" ptsTypes="AA" p14:bounceEnd="40000">
                                          <p:cBhvr>
                                            <p:cTn id="36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0" y="50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/>
          <p:bldP spid="33" grpId="1"/>
          <p:bldP spid="34" grpId="0"/>
          <p:bldP spid="34" grpId="1"/>
          <p:bldP spid="38" grpId="0" animBg="1"/>
          <p:bldP spid="39" grpId="0" animBg="1"/>
          <p:bldP spid="40" grpId="0" animBg="1"/>
          <p:bldP spid="41" grpId="0" animBg="1"/>
          <p:bldP spid="41" grpId="1" animBg="1"/>
          <p:bldP spid="42" grpId="0" animBg="1"/>
          <p:bldP spid="42" grpId="1" animBg="1"/>
          <p:bldP spid="43" grpId="0" animBg="1"/>
          <p:bldP spid="43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18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3.33333E-6 L 0.00183 0.10903 " pathEditMode="relative" rAng="0" ptsTypes="AA">
                                          <p:cBhvr>
                                            <p:cTn id="31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1" y="544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3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1.11111E-6 L 0.0026 0.10208 " pathEditMode="relative" rAng="0" ptsTypes="AA">
                                          <p:cBhvr>
                                            <p:cTn id="36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0" y="50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/>
          <p:bldP spid="33" grpId="1"/>
          <p:bldP spid="34" grpId="0"/>
          <p:bldP spid="34" grpId="1"/>
          <p:bldP spid="38" grpId="0" animBg="1"/>
          <p:bldP spid="39" grpId="0" animBg="1"/>
          <p:bldP spid="40" grpId="0" animBg="1"/>
          <p:bldP spid="41" grpId="0" animBg="1"/>
          <p:bldP spid="41" grpId="1" animBg="1"/>
          <p:bldP spid="42" grpId="0" animBg="1"/>
          <p:bldP spid="42" grpId="1" animBg="1"/>
          <p:bldP spid="43" grpId="0" animBg="1"/>
          <p:bldP spid="43" grpId="1" animBg="1"/>
        </p:bldLst>
      </p:timing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/>
        </p:nvGraphicFramePr>
        <p:xfrm>
          <a:off x="5391245" y="2888685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696222"/>
              </p:ext>
            </p:extLst>
          </p:nvPr>
        </p:nvGraphicFramePr>
        <p:xfrm>
          <a:off x="8797550" y="2855346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77000">
                                <a:srgbClr val="FF0000"/>
                              </a:gs>
                              <a:gs pos="74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52000">
                                <a:srgbClr val="FF0000"/>
                              </a:gs>
                              <a:gs pos="50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عُ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 flip="none" rotWithShape="1">
                            <a:gsLst>
                              <a:gs pos="73000">
                                <a:srgbClr val="FF0000"/>
                              </a:gs>
                              <a:gs pos="72000">
                                <a:srgbClr val="000000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ل</a:t>
                      </a:r>
                      <a:endParaRPr lang="ar-EG" sz="4200" b="0" i="0" u="none" strike="noStrike" dirty="0">
                        <a:gradFill flip="none" rotWithShape="1">
                          <a:gsLst>
                            <a:gs pos="73000">
                              <a:srgbClr val="FF0000"/>
                            </a:gs>
                            <a:gs pos="72000">
                              <a:srgbClr val="000000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كــتب</a:t>
                      </a:r>
                      <a:endParaRPr lang="ar-EG" sz="3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81000">
                                <a:srgbClr val="7F7F7F"/>
                              </a:gs>
                              <a:gs pos="7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61000">
                                <a:srgbClr val="000000"/>
                              </a:gs>
                              <a:gs pos="6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49000">
                                <a:srgbClr val="000000"/>
                              </a:gs>
                              <a:gs pos="5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</a:t>
                      </a:r>
                      <a:endParaRPr lang="ar-AE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/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145875"/>
              </p:ext>
            </p:extLst>
          </p:nvPr>
        </p:nvGraphicFramePr>
        <p:xfrm>
          <a:off x="367863" y="537427"/>
          <a:ext cx="11477296" cy="2351259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459871">
                <a:tc gridSpan="2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Cem’ (Çoğul) İsimler</a:t>
                      </a:r>
                      <a:endParaRPr lang="tr-T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933497"/>
                  </a:ext>
                </a:extLst>
              </a:tr>
              <a:tr h="459871">
                <a:tc gridSpan="2"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26142"/>
                  </a:ext>
                </a:extLst>
              </a:tr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415167"/>
              </p:ext>
            </p:extLst>
          </p:nvPr>
        </p:nvGraphicFramePr>
        <p:xfrm>
          <a:off x="367864" y="2888685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مُعَلِّمُونَ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مُعَلِّمِيـنَ 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مُعَلِّمَة › مُعَلِّمَات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2680299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2803514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3551786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4069859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3993126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BD66681D-3517-4C61-8A75-3B657B211A28}"/>
              </a:ext>
            </a:extLst>
          </p:cNvPr>
          <p:cNvSpPr/>
          <p:nvPr/>
        </p:nvSpPr>
        <p:spPr>
          <a:xfrm>
            <a:off x="2480837" y="3708779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627DE4CD-8F79-44F8-B03E-178826A03543}"/>
              </a:ext>
            </a:extLst>
          </p:cNvPr>
          <p:cNvSpPr/>
          <p:nvPr/>
        </p:nvSpPr>
        <p:spPr>
          <a:xfrm>
            <a:off x="2374599" y="2960975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04ADD7BA-8A5F-4B4C-823A-5C7772021013}"/>
              </a:ext>
            </a:extLst>
          </p:cNvPr>
          <p:cNvSpPr/>
          <p:nvPr/>
        </p:nvSpPr>
        <p:spPr>
          <a:xfrm>
            <a:off x="2067040" y="4455765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81" name="Tablo 80">
            <a:extLst>
              <a:ext uri="{FF2B5EF4-FFF2-40B4-BE49-F238E27FC236}">
                <a16:creationId xmlns:a16="http://schemas.microsoft.com/office/drawing/2014/main" id="{40440ACD-10D1-4D64-8A11-B66136D73574}"/>
              </a:ext>
            </a:extLst>
          </p:cNvPr>
          <p:cNvGraphicFramePr>
            <a:graphicFrameLocks noGrp="1"/>
          </p:cNvGraphicFramePr>
          <p:nvPr/>
        </p:nvGraphicFramePr>
        <p:xfrm>
          <a:off x="343877" y="5494459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Mürekkep 25">
                <a:extLst>
                  <a:ext uri="{FF2B5EF4-FFF2-40B4-BE49-F238E27FC236}">
                    <a16:creationId xmlns:a16="http://schemas.microsoft.com/office/drawing/2014/main" id="{6B69BDA7-64C0-40CE-BD09-9494774BA1E2}"/>
                  </a:ext>
                </a:extLst>
              </p14:cNvPr>
              <p14:cNvContentPartPr/>
              <p14:nvPr/>
            </p14:nvContentPartPr>
            <p14:xfrm>
              <a:off x="10585400" y="3676028"/>
              <a:ext cx="1074620" cy="668152"/>
            </p14:xfrm>
          </p:contentPart>
        </mc:Choice>
        <mc:Fallback xmlns="">
          <p:pic>
            <p:nvPicPr>
              <p:cNvPr id="26" name="Mürekkep 25">
                <a:extLst>
                  <a:ext uri="{FF2B5EF4-FFF2-40B4-BE49-F238E27FC236}">
                    <a16:creationId xmlns:a16="http://schemas.microsoft.com/office/drawing/2014/main" id="{6B69BDA7-64C0-40CE-BD09-9494774BA1E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581080" y="3671708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F218DB8F-5154-41AB-B179-8A8FE69815A2}"/>
                  </a:ext>
                </a:extLst>
              </p14:cNvPr>
              <p14:cNvContentPartPr/>
              <p14:nvPr/>
            </p14:nvContentPartPr>
            <p14:xfrm rot="14989435" flipH="1">
              <a:off x="10571566" y="3276137"/>
              <a:ext cx="301698" cy="759348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F218DB8F-5154-41AB-B179-8A8FE69815A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 rot="14989435" flipH="1">
                <a:off x="10567251" y="3271816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077B0515-B892-4F6B-B38F-8565912C219B}"/>
                  </a:ext>
                </a:extLst>
              </p14:cNvPr>
              <p14:cNvContentPartPr/>
              <p14:nvPr/>
            </p14:nvContentPartPr>
            <p14:xfrm rot="9837519">
              <a:off x="10261902" y="3564358"/>
              <a:ext cx="159567" cy="162100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077B0515-B892-4F6B-B38F-8565912C219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 rot="9837519">
                <a:off x="10257628" y="3560054"/>
                <a:ext cx="168115" cy="170707"/>
              </a:xfrm>
              <a:prstGeom prst="rect">
                <a:avLst/>
              </a:prstGeom>
            </p:spPr>
          </p:pic>
        </mc:Fallback>
      </mc:AlternateContent>
      <p:cxnSp>
        <p:nvCxnSpPr>
          <p:cNvPr id="2" name="Bağlayıcı: Eğri 36">
            <a:extLst>
              <a:ext uri="{FF2B5EF4-FFF2-40B4-BE49-F238E27FC236}">
                <a16:creationId xmlns:a16="http://schemas.microsoft.com/office/drawing/2014/main" id="{D634C1F5-79D0-A4A9-9C9F-15212D0C2D8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53672" y="1218479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Bağlayıcı: Eğri 43">
            <a:extLst>
              <a:ext uri="{FF2B5EF4-FFF2-40B4-BE49-F238E27FC236}">
                <a16:creationId xmlns:a16="http://schemas.microsoft.com/office/drawing/2014/main" id="{8CF5D1FC-FA73-CA9B-A1D9-D43B9B7D80C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8258" y="1218478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95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18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2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6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3.33333E-6 L 0.00183 0.10903 " pathEditMode="relative" rAng="0" ptsTypes="AA" p14:bounceEnd="40000">
                                          <p:cBhvr>
                                            <p:cTn id="31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1" y="544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3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1.11111E-6 L 0.0026 0.10208 " pathEditMode="relative" rAng="0" ptsTypes="AA" p14:bounceEnd="40000">
                                          <p:cBhvr>
                                            <p:cTn id="36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0" y="50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/>
          <p:bldP spid="33" grpId="1"/>
          <p:bldP spid="34" grpId="0"/>
          <p:bldP spid="34" grpId="1"/>
          <p:bldP spid="38" grpId="0" animBg="1"/>
          <p:bldP spid="39" grpId="0" animBg="1"/>
          <p:bldP spid="40" grpId="0" animBg="1"/>
          <p:bldP spid="41" grpId="0"/>
          <p:bldP spid="41" grpId="1"/>
          <p:bldP spid="42" grpId="0"/>
          <p:bldP spid="42" grpId="1"/>
          <p:bldP spid="43" grpId="0"/>
          <p:bldP spid="4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18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3.33333E-6 L 0.00183 0.10903 " pathEditMode="relative" rAng="0" ptsTypes="AA">
                                          <p:cBhvr>
                                            <p:cTn id="31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1" y="544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3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1.11111E-6 L 0.0026 0.10208 " pathEditMode="relative" rAng="0" ptsTypes="AA">
                                          <p:cBhvr>
                                            <p:cTn id="36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0" y="50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/>
          <p:bldP spid="33" grpId="1"/>
          <p:bldP spid="34" grpId="0"/>
          <p:bldP spid="34" grpId="1"/>
          <p:bldP spid="38" grpId="0" animBg="1"/>
          <p:bldP spid="39" grpId="0" animBg="1"/>
          <p:bldP spid="40" grpId="0" animBg="1"/>
          <p:bldP spid="41" grpId="0"/>
          <p:bldP spid="41" grpId="1"/>
          <p:bldP spid="42" grpId="0"/>
          <p:bldP spid="42" grpId="1"/>
          <p:bldP spid="43" grpId="0"/>
          <p:bldP spid="43" grpId="1"/>
        </p:bldLst>
      </p:timing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/>
        </p:nvGraphicFramePr>
        <p:xfrm>
          <a:off x="5391245" y="2888685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134788"/>
              </p:ext>
            </p:extLst>
          </p:nvPr>
        </p:nvGraphicFramePr>
        <p:xfrm>
          <a:off x="8797550" y="2855346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77000">
                                <a:srgbClr val="FF0000"/>
                              </a:gs>
                              <a:gs pos="74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52000">
                                <a:srgbClr val="FF0000"/>
                              </a:gs>
                              <a:gs pos="50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عُ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 flip="none" rotWithShape="1">
                            <a:gsLst>
                              <a:gs pos="73000">
                                <a:srgbClr val="FF0000"/>
                              </a:gs>
                              <a:gs pos="72000">
                                <a:srgbClr val="000000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ل</a:t>
                      </a:r>
                      <a:endParaRPr lang="ar-EG" sz="4200" b="0" i="0" u="none" strike="noStrike" dirty="0">
                        <a:gradFill flip="none" rotWithShape="1">
                          <a:gsLst>
                            <a:gs pos="73000">
                              <a:srgbClr val="FF0000"/>
                            </a:gs>
                            <a:gs pos="72000">
                              <a:srgbClr val="000000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كــتب</a:t>
                      </a:r>
                      <a:endParaRPr lang="ar-EG" sz="3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81000">
                                <a:srgbClr val="7F7F7F"/>
                              </a:gs>
                              <a:gs pos="7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61000">
                                <a:srgbClr val="000000"/>
                              </a:gs>
                              <a:gs pos="6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49000">
                                <a:srgbClr val="000000"/>
                              </a:gs>
                              <a:gs pos="5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</a:t>
                      </a:r>
                      <a:endParaRPr lang="ar-AE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/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250086"/>
              </p:ext>
            </p:extLst>
          </p:nvPr>
        </p:nvGraphicFramePr>
        <p:xfrm>
          <a:off x="367863" y="537427"/>
          <a:ext cx="11477296" cy="2351259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459871">
                <a:tc gridSpan="2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Cem’ (Çoğul) İsimler</a:t>
                      </a:r>
                      <a:endParaRPr lang="tr-T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933497"/>
                  </a:ext>
                </a:extLst>
              </a:tr>
              <a:tr h="459871">
                <a:tc gridSpan="2"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26142"/>
                  </a:ext>
                </a:extLst>
              </a:tr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299213"/>
              </p:ext>
            </p:extLst>
          </p:nvPr>
        </p:nvGraphicFramePr>
        <p:xfrm>
          <a:off x="367864" y="2888685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مُعَلِّمُونَ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مُعَلِّمِيـنَ 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مُعَلِّمَة › مُعَلِّمَات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2680299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2803514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3551786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4069859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3993126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BD66681D-3517-4C61-8A75-3B657B211A28}"/>
              </a:ext>
            </a:extLst>
          </p:cNvPr>
          <p:cNvSpPr/>
          <p:nvPr/>
        </p:nvSpPr>
        <p:spPr>
          <a:xfrm>
            <a:off x="2480837" y="3708779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627DE4CD-8F79-44F8-B03E-178826A03543}"/>
              </a:ext>
            </a:extLst>
          </p:cNvPr>
          <p:cNvSpPr/>
          <p:nvPr/>
        </p:nvSpPr>
        <p:spPr>
          <a:xfrm>
            <a:off x="2374599" y="2960975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04ADD7BA-8A5F-4B4C-823A-5C7772021013}"/>
              </a:ext>
            </a:extLst>
          </p:cNvPr>
          <p:cNvSpPr/>
          <p:nvPr/>
        </p:nvSpPr>
        <p:spPr>
          <a:xfrm>
            <a:off x="2067040" y="4455765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81" name="Tablo 80">
            <a:extLst>
              <a:ext uri="{FF2B5EF4-FFF2-40B4-BE49-F238E27FC236}">
                <a16:creationId xmlns:a16="http://schemas.microsoft.com/office/drawing/2014/main" id="{40440ACD-10D1-4D64-8A11-B66136D73574}"/>
              </a:ext>
            </a:extLst>
          </p:cNvPr>
          <p:cNvGraphicFramePr>
            <a:graphicFrameLocks noGrp="1"/>
          </p:cNvGraphicFramePr>
          <p:nvPr/>
        </p:nvGraphicFramePr>
        <p:xfrm>
          <a:off x="343877" y="5494459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Mürekkep 25">
                <a:extLst>
                  <a:ext uri="{FF2B5EF4-FFF2-40B4-BE49-F238E27FC236}">
                    <a16:creationId xmlns:a16="http://schemas.microsoft.com/office/drawing/2014/main" id="{6B69BDA7-64C0-40CE-BD09-9494774BA1E2}"/>
                  </a:ext>
                </a:extLst>
              </p14:cNvPr>
              <p14:cNvContentPartPr/>
              <p14:nvPr/>
            </p14:nvContentPartPr>
            <p14:xfrm>
              <a:off x="10585400" y="3676028"/>
              <a:ext cx="1074620" cy="668152"/>
            </p14:xfrm>
          </p:contentPart>
        </mc:Choice>
        <mc:Fallback xmlns="">
          <p:pic>
            <p:nvPicPr>
              <p:cNvPr id="26" name="Mürekkep 25">
                <a:extLst>
                  <a:ext uri="{FF2B5EF4-FFF2-40B4-BE49-F238E27FC236}">
                    <a16:creationId xmlns:a16="http://schemas.microsoft.com/office/drawing/2014/main" id="{6B69BDA7-64C0-40CE-BD09-9494774BA1E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581080" y="3671708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F218DB8F-5154-41AB-B179-8A8FE69815A2}"/>
                  </a:ext>
                </a:extLst>
              </p14:cNvPr>
              <p14:cNvContentPartPr/>
              <p14:nvPr/>
            </p14:nvContentPartPr>
            <p14:xfrm rot="14989435" flipH="1">
              <a:off x="10571566" y="3276137"/>
              <a:ext cx="301698" cy="759348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F218DB8F-5154-41AB-B179-8A8FE69815A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 rot="14989435" flipH="1">
                <a:off x="10567251" y="3271816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077B0515-B892-4F6B-B38F-8565912C219B}"/>
                  </a:ext>
                </a:extLst>
              </p14:cNvPr>
              <p14:cNvContentPartPr/>
              <p14:nvPr/>
            </p14:nvContentPartPr>
            <p14:xfrm rot="9837519">
              <a:off x="10261902" y="3564358"/>
              <a:ext cx="159567" cy="162100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077B0515-B892-4F6B-B38F-8565912C219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 rot="9837519">
                <a:off x="10257628" y="3560054"/>
                <a:ext cx="168115" cy="170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Mürekkep 30">
                <a:extLst>
                  <a:ext uri="{FF2B5EF4-FFF2-40B4-BE49-F238E27FC236}">
                    <a16:creationId xmlns:a16="http://schemas.microsoft.com/office/drawing/2014/main" id="{CF1AEBF7-4A69-417F-9825-116884D40302}"/>
                  </a:ext>
                </a:extLst>
              </p14:cNvPr>
              <p14:cNvContentPartPr/>
              <p14:nvPr/>
            </p14:nvContentPartPr>
            <p14:xfrm rot="2465113">
              <a:off x="9154159" y="3615849"/>
              <a:ext cx="144964" cy="153093"/>
            </p14:xfrm>
          </p:contentPart>
        </mc:Choice>
        <mc:Fallback xmlns="">
          <p:pic>
            <p:nvPicPr>
              <p:cNvPr id="31" name="Mürekkep 30">
                <a:extLst>
                  <a:ext uri="{FF2B5EF4-FFF2-40B4-BE49-F238E27FC236}">
                    <a16:creationId xmlns:a16="http://schemas.microsoft.com/office/drawing/2014/main" id="{CF1AEBF7-4A69-417F-9825-116884D4030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 rot="2465113">
                <a:off x="9149842" y="3611537"/>
                <a:ext cx="153597" cy="16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2" name="Mürekkep 31">
                <a:extLst>
                  <a:ext uri="{FF2B5EF4-FFF2-40B4-BE49-F238E27FC236}">
                    <a16:creationId xmlns:a16="http://schemas.microsoft.com/office/drawing/2014/main" id="{B0B18244-B406-45C4-B6AC-CDB6521BC457}"/>
                  </a:ext>
                </a:extLst>
              </p14:cNvPr>
              <p14:cNvContentPartPr/>
              <p14:nvPr/>
            </p14:nvContentPartPr>
            <p14:xfrm rot="20024825" flipV="1">
              <a:off x="9129167" y="3277053"/>
              <a:ext cx="149537" cy="402057"/>
            </p14:xfrm>
          </p:contentPart>
        </mc:Choice>
        <mc:Fallback xmlns="">
          <p:pic>
            <p:nvPicPr>
              <p:cNvPr id="32" name="Mürekkep 31">
                <a:extLst>
                  <a:ext uri="{FF2B5EF4-FFF2-40B4-BE49-F238E27FC236}">
                    <a16:creationId xmlns:a16="http://schemas.microsoft.com/office/drawing/2014/main" id="{B0B18244-B406-45C4-B6AC-CDB6521BC45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 rot="20024825" flipV="1">
                <a:off x="9124853" y="3272734"/>
                <a:ext cx="158164" cy="410696"/>
              </a:xfrm>
              <a:prstGeom prst="rect">
                <a:avLst/>
              </a:prstGeom>
            </p:spPr>
          </p:pic>
        </mc:Fallback>
      </mc:AlternateContent>
      <p:cxnSp>
        <p:nvCxnSpPr>
          <p:cNvPr id="2" name="Bağlayıcı: Eğri 36">
            <a:extLst>
              <a:ext uri="{FF2B5EF4-FFF2-40B4-BE49-F238E27FC236}">
                <a16:creationId xmlns:a16="http://schemas.microsoft.com/office/drawing/2014/main" id="{345F02EE-0D18-08A4-E5FC-1FA2A965B98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53672" y="1218479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Bağlayıcı: Eğri 43">
            <a:extLst>
              <a:ext uri="{FF2B5EF4-FFF2-40B4-BE49-F238E27FC236}">
                <a16:creationId xmlns:a16="http://schemas.microsoft.com/office/drawing/2014/main" id="{C636EFC0-2D8D-F9F7-BE9E-9259A65428B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8258" y="1218478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73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18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2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6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3.33333E-6 L 0.00183 0.10903 " pathEditMode="relative" rAng="0" ptsTypes="AA" p14:bounceEnd="40000">
                                          <p:cBhvr>
                                            <p:cTn id="31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1" y="544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3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1.11111E-6 L 0.0026 0.10208 " pathEditMode="relative" rAng="0" ptsTypes="AA" p14:bounceEnd="40000">
                                          <p:cBhvr>
                                            <p:cTn id="36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0" y="50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/>
          <p:bldP spid="33" grpId="1"/>
          <p:bldP spid="34" grpId="0"/>
          <p:bldP spid="34" grpId="1"/>
          <p:bldP spid="38" grpId="0" animBg="1"/>
          <p:bldP spid="39" grpId="0" animBg="1"/>
          <p:bldP spid="40" grpId="0" animBg="1"/>
          <p:bldP spid="41" grpId="0"/>
          <p:bldP spid="41" grpId="1"/>
          <p:bldP spid="42" grpId="0"/>
          <p:bldP spid="42" grpId="1"/>
          <p:bldP spid="43" grpId="0"/>
          <p:bldP spid="4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18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3.33333E-6 L 0.00183 0.10903 " pathEditMode="relative" rAng="0" ptsTypes="AA">
                                          <p:cBhvr>
                                            <p:cTn id="31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1" y="544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3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1.11111E-6 L 0.0026 0.10208 " pathEditMode="relative" rAng="0" ptsTypes="AA">
                                          <p:cBhvr>
                                            <p:cTn id="36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0" y="50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/>
          <p:bldP spid="33" grpId="1"/>
          <p:bldP spid="34" grpId="0"/>
          <p:bldP spid="34" grpId="1"/>
          <p:bldP spid="38" grpId="0" animBg="1"/>
          <p:bldP spid="39" grpId="0" animBg="1"/>
          <p:bldP spid="40" grpId="0" animBg="1"/>
          <p:bldP spid="41" grpId="0"/>
          <p:bldP spid="41" grpId="1"/>
          <p:bldP spid="42" grpId="0"/>
          <p:bldP spid="42" grpId="1"/>
          <p:bldP spid="43" grpId="0"/>
          <p:bldP spid="43" grpId="1"/>
        </p:bldLst>
      </p:timing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/>
        </p:nvGraphicFramePr>
        <p:xfrm>
          <a:off x="5391245" y="2888685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190324"/>
              </p:ext>
            </p:extLst>
          </p:nvPr>
        </p:nvGraphicFramePr>
        <p:xfrm>
          <a:off x="8797550" y="2855346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77000">
                                <a:srgbClr val="FF0000"/>
                              </a:gs>
                              <a:gs pos="74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52000">
                                <a:srgbClr val="FF0000"/>
                              </a:gs>
                              <a:gs pos="50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عُ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 flip="none" rotWithShape="1">
                            <a:gsLst>
                              <a:gs pos="73000">
                                <a:srgbClr val="FF0000"/>
                              </a:gs>
                              <a:gs pos="72000">
                                <a:srgbClr val="000000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ل</a:t>
                      </a:r>
                      <a:endParaRPr lang="ar-EG" sz="4200" b="0" i="0" u="none" strike="noStrike" dirty="0">
                        <a:gradFill flip="none" rotWithShape="1">
                          <a:gsLst>
                            <a:gs pos="73000">
                              <a:srgbClr val="FF0000"/>
                            </a:gs>
                            <a:gs pos="72000">
                              <a:srgbClr val="000000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كــتب</a:t>
                      </a:r>
                      <a:endParaRPr lang="ar-EG" sz="400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81000">
                                <a:srgbClr val="7F7F7F"/>
                              </a:gs>
                              <a:gs pos="7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61000">
                                <a:srgbClr val="000000"/>
                              </a:gs>
                              <a:gs pos="6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49000">
                                <a:srgbClr val="000000"/>
                              </a:gs>
                              <a:gs pos="5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</a:t>
                      </a:r>
                      <a:endParaRPr lang="ar-AE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/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280188"/>
              </p:ext>
            </p:extLst>
          </p:nvPr>
        </p:nvGraphicFramePr>
        <p:xfrm>
          <a:off x="367863" y="537427"/>
          <a:ext cx="11477296" cy="2351259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459871">
                <a:tc gridSpan="2">
                  <a:txBody>
                    <a:bodyPr/>
                    <a:lstStyle/>
                    <a:p>
                      <a:pPr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Cem’ (Çoğul) İsimler</a:t>
                      </a:r>
                      <a:endParaRPr lang="tr-TR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933497"/>
                  </a:ext>
                </a:extLst>
              </a:tr>
              <a:tr h="459871">
                <a:tc gridSpan="2"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200" b="0" i="0" u="none" strike="noStrike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7457" marR="187457" marT="93729" marB="9372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26142"/>
                  </a:ext>
                </a:extLst>
              </a:tr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181981"/>
              </p:ext>
            </p:extLst>
          </p:nvPr>
        </p:nvGraphicFramePr>
        <p:xfrm>
          <a:off x="367864" y="2888685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مُعَلِّمُونَ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مُعَلِّمِيـنَ 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75000"/>
                          </a:schemeClr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مُعَلِّمَة › مُعَلِّمَات</a:t>
                      </a:r>
                      <a:endParaRPr lang="ar-EG" sz="30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2680299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2803514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Mürekkep 25">
                <a:extLst>
                  <a:ext uri="{FF2B5EF4-FFF2-40B4-BE49-F238E27FC236}">
                    <a16:creationId xmlns:a16="http://schemas.microsoft.com/office/drawing/2014/main" id="{6B69BDA7-64C0-40CE-BD09-9494774BA1E2}"/>
                  </a:ext>
                </a:extLst>
              </p14:cNvPr>
              <p14:cNvContentPartPr/>
              <p14:nvPr/>
            </p14:nvContentPartPr>
            <p14:xfrm>
              <a:off x="10585400" y="3676028"/>
              <a:ext cx="1074620" cy="668152"/>
            </p14:xfrm>
          </p:contentPart>
        </mc:Choice>
        <mc:Fallback xmlns="">
          <p:pic>
            <p:nvPicPr>
              <p:cNvPr id="26" name="Mürekkep 25">
                <a:extLst>
                  <a:ext uri="{FF2B5EF4-FFF2-40B4-BE49-F238E27FC236}">
                    <a16:creationId xmlns:a16="http://schemas.microsoft.com/office/drawing/2014/main" id="{6B69BDA7-64C0-40CE-BD09-9494774BA1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1080" y="3671708"/>
                <a:ext cx="1083260" cy="676792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3551786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4069859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3993126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BD66681D-3517-4C61-8A75-3B657B211A28}"/>
              </a:ext>
            </a:extLst>
          </p:cNvPr>
          <p:cNvSpPr/>
          <p:nvPr/>
        </p:nvSpPr>
        <p:spPr>
          <a:xfrm>
            <a:off x="2480837" y="3708779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627DE4CD-8F79-44F8-B03E-178826A03543}"/>
              </a:ext>
            </a:extLst>
          </p:cNvPr>
          <p:cNvSpPr/>
          <p:nvPr/>
        </p:nvSpPr>
        <p:spPr>
          <a:xfrm>
            <a:off x="2374599" y="2960975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04ADD7BA-8A5F-4B4C-823A-5C7772021013}"/>
              </a:ext>
            </a:extLst>
          </p:cNvPr>
          <p:cNvSpPr/>
          <p:nvPr/>
        </p:nvSpPr>
        <p:spPr>
          <a:xfrm>
            <a:off x="2067040" y="4455765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81" name="Tablo 80">
            <a:extLst>
              <a:ext uri="{FF2B5EF4-FFF2-40B4-BE49-F238E27FC236}">
                <a16:creationId xmlns:a16="http://schemas.microsoft.com/office/drawing/2014/main" id="{40440ACD-10D1-4D64-8A11-B66136D73574}"/>
              </a:ext>
            </a:extLst>
          </p:cNvPr>
          <p:cNvGraphicFramePr>
            <a:graphicFrameLocks noGrp="1"/>
          </p:cNvGraphicFramePr>
          <p:nvPr/>
        </p:nvGraphicFramePr>
        <p:xfrm>
          <a:off x="343877" y="5494459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F218DB8F-5154-41AB-B179-8A8FE69815A2}"/>
                  </a:ext>
                </a:extLst>
              </p14:cNvPr>
              <p14:cNvContentPartPr/>
              <p14:nvPr/>
            </p14:nvContentPartPr>
            <p14:xfrm rot="14989435" flipH="1">
              <a:off x="10571566" y="3276137"/>
              <a:ext cx="301698" cy="759348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F218DB8F-5154-41AB-B179-8A8FE69815A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 rot="14989435" flipH="1">
                <a:off x="10567251" y="3271816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077B0515-B892-4F6B-B38F-8565912C219B}"/>
                  </a:ext>
                </a:extLst>
              </p14:cNvPr>
              <p14:cNvContentPartPr/>
              <p14:nvPr/>
            </p14:nvContentPartPr>
            <p14:xfrm rot="9837519">
              <a:off x="10261902" y="3564358"/>
              <a:ext cx="159567" cy="162100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077B0515-B892-4F6B-B38F-8565912C219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 rot="9837519">
                <a:off x="10257628" y="3560054"/>
                <a:ext cx="168115" cy="170707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Dikdörtgen 28">
            <a:extLst>
              <a:ext uri="{FF2B5EF4-FFF2-40B4-BE49-F238E27FC236}">
                <a16:creationId xmlns:a16="http://schemas.microsoft.com/office/drawing/2014/main" id="{76182E3B-B9AA-405A-94A3-2FB7394DD517}"/>
              </a:ext>
            </a:extLst>
          </p:cNvPr>
          <p:cNvSpPr/>
          <p:nvPr/>
        </p:nvSpPr>
        <p:spPr>
          <a:xfrm>
            <a:off x="9792977" y="3376226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2F29C6DD-A6AB-4D5E-8589-9FB05B27BA46}"/>
              </a:ext>
            </a:extLst>
          </p:cNvPr>
          <p:cNvSpPr/>
          <p:nvPr/>
        </p:nvSpPr>
        <p:spPr>
          <a:xfrm>
            <a:off x="9595181" y="3449685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2" name="Mürekkep 31">
                <a:extLst>
                  <a:ext uri="{FF2B5EF4-FFF2-40B4-BE49-F238E27FC236}">
                    <a16:creationId xmlns:a16="http://schemas.microsoft.com/office/drawing/2014/main" id="{A1AC2C59-3B0D-4DFE-B29D-104E65D5475E}"/>
                  </a:ext>
                </a:extLst>
              </p14:cNvPr>
              <p14:cNvContentPartPr/>
              <p14:nvPr/>
            </p14:nvContentPartPr>
            <p14:xfrm rot="2465113">
              <a:off x="9154159" y="3615849"/>
              <a:ext cx="144964" cy="153093"/>
            </p14:xfrm>
          </p:contentPart>
        </mc:Choice>
        <mc:Fallback xmlns="">
          <p:pic>
            <p:nvPicPr>
              <p:cNvPr id="32" name="Mürekkep 31">
                <a:extLst>
                  <a:ext uri="{FF2B5EF4-FFF2-40B4-BE49-F238E27FC236}">
                    <a16:creationId xmlns:a16="http://schemas.microsoft.com/office/drawing/2014/main" id="{A1AC2C59-3B0D-4DFE-B29D-104E65D5475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 rot="2465113">
                <a:off x="9149842" y="3611537"/>
                <a:ext cx="153597" cy="16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6" name="Mürekkep 35">
                <a:extLst>
                  <a:ext uri="{FF2B5EF4-FFF2-40B4-BE49-F238E27FC236}">
                    <a16:creationId xmlns:a16="http://schemas.microsoft.com/office/drawing/2014/main" id="{545E4416-A4E0-46C1-B6E0-00B94881EA3D}"/>
                  </a:ext>
                </a:extLst>
              </p14:cNvPr>
              <p14:cNvContentPartPr/>
              <p14:nvPr/>
            </p14:nvContentPartPr>
            <p14:xfrm rot="20024825" flipV="1">
              <a:off x="9129167" y="3277053"/>
              <a:ext cx="149537" cy="402057"/>
            </p14:xfrm>
          </p:contentPart>
        </mc:Choice>
        <mc:Fallback xmlns="">
          <p:pic>
            <p:nvPicPr>
              <p:cNvPr id="36" name="Mürekkep 35">
                <a:extLst>
                  <a:ext uri="{FF2B5EF4-FFF2-40B4-BE49-F238E27FC236}">
                    <a16:creationId xmlns:a16="http://schemas.microsoft.com/office/drawing/2014/main" id="{545E4416-A4E0-46C1-B6E0-00B94881EA3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 rot="20024825" flipV="1">
                <a:off x="9124853" y="3272734"/>
                <a:ext cx="158164" cy="410696"/>
              </a:xfrm>
              <a:prstGeom prst="rect">
                <a:avLst/>
              </a:prstGeom>
            </p:spPr>
          </p:pic>
        </mc:Fallback>
      </mc:AlternateContent>
      <p:cxnSp>
        <p:nvCxnSpPr>
          <p:cNvPr id="2" name="Bağlayıcı: Eğri 36">
            <a:extLst>
              <a:ext uri="{FF2B5EF4-FFF2-40B4-BE49-F238E27FC236}">
                <a16:creationId xmlns:a16="http://schemas.microsoft.com/office/drawing/2014/main" id="{247606F3-F1A2-C83C-671D-27CC58D7C19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53672" y="1218479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Bağlayıcı: Eğri 43">
            <a:extLst>
              <a:ext uri="{FF2B5EF4-FFF2-40B4-BE49-F238E27FC236}">
                <a16:creationId xmlns:a16="http://schemas.microsoft.com/office/drawing/2014/main" id="{958510C5-8CE4-8A42-325F-30B1CFFF270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968258" y="1218478"/>
            <a:ext cx="2158524" cy="636840"/>
          </a:xfrm>
          <a:prstGeom prst="curvedConnector3">
            <a:avLst>
              <a:gd name="adj1" fmla="val 9965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79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18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2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6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3.33333E-6 L 0.00183 0.10903 " pathEditMode="relative" rAng="0" ptsTypes="AA" p14:bounceEnd="40000">
                                          <p:cBhvr>
                                            <p:cTn id="31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1" y="544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3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1.11111E-6 L 0.0026 0.10208 " pathEditMode="relative" rAng="0" ptsTypes="AA" p14:bounceEnd="40000">
                                          <p:cBhvr>
                                            <p:cTn id="36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0" y="50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/>
          <p:bldP spid="33" grpId="1"/>
          <p:bldP spid="34" grpId="0"/>
          <p:bldP spid="34" grpId="1"/>
          <p:bldP spid="38" grpId="0" animBg="1"/>
          <p:bldP spid="39" grpId="0" animBg="1"/>
          <p:bldP spid="40" grpId="0" animBg="1"/>
          <p:bldP spid="41" grpId="0"/>
          <p:bldP spid="41" grpId="1"/>
          <p:bldP spid="42" grpId="0"/>
          <p:bldP spid="42" grpId="1"/>
          <p:bldP spid="43" grpId="0"/>
          <p:bldP spid="4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75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5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18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22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3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28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0" presetID="42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33333E-6 -3.33333E-6 L 0.00183 0.10903 " pathEditMode="relative" rAng="0" ptsTypes="AA">
                                          <p:cBhvr>
                                            <p:cTn id="31" dur="12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1" y="544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3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42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70833E-6 1.11111E-6 L 0.0026 0.10208 " pathEditMode="relative" rAng="0" ptsTypes="AA">
                                          <p:cBhvr>
                                            <p:cTn id="36" dur="12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0" y="509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41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2" fill="hold">
                          <p:stCondLst>
                            <p:cond delay="indefinite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6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/>
          <p:bldP spid="33" grpId="1"/>
          <p:bldP spid="34" grpId="0"/>
          <p:bldP spid="34" grpId="1"/>
          <p:bldP spid="38" grpId="0" animBg="1"/>
          <p:bldP spid="39" grpId="0" animBg="1"/>
          <p:bldP spid="40" grpId="0" animBg="1"/>
          <p:bldP spid="41" grpId="0"/>
          <p:bldP spid="41" grpId="1"/>
          <p:bldP spid="42" grpId="0"/>
          <p:bldP spid="42" grpId="1"/>
          <p:bldP spid="43" grpId="0"/>
          <p:bldP spid="43" grpId="1"/>
        </p:bldLst>
      </p:timing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o 25">
            <a:extLst>
              <a:ext uri="{FF2B5EF4-FFF2-40B4-BE49-F238E27FC236}">
                <a16:creationId xmlns:a16="http://schemas.microsoft.com/office/drawing/2014/main" id="{010126EF-ADEB-45B5-A17C-C6A5727A4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456337"/>
              </p:ext>
            </p:extLst>
          </p:nvPr>
        </p:nvGraphicFramePr>
        <p:xfrm>
          <a:off x="343877" y="4009535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04401"/>
              </p:ext>
            </p:extLst>
          </p:nvPr>
        </p:nvGraphicFramePr>
        <p:xfrm>
          <a:off x="8797550" y="1542740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فُعُلٌ</a:t>
                      </a:r>
                      <a:endParaRPr lang="ar-EG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كِتَاب</a:t>
                      </a:r>
                      <a:endParaRPr lang="ar-AE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Kitaplar</a:t>
                      </a:r>
                      <a:endParaRPr lang="tr-TR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744494"/>
              </p:ext>
            </p:extLst>
          </p:nvPr>
        </p:nvGraphicFramePr>
        <p:xfrm>
          <a:off x="5391245" y="1576079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373277"/>
              </p:ext>
            </p:extLst>
          </p:nvPr>
        </p:nvGraphicFramePr>
        <p:xfrm>
          <a:off x="367863" y="537427"/>
          <a:ext cx="11477296" cy="932657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635067"/>
              </p:ext>
            </p:extLst>
          </p:nvPr>
        </p:nvGraphicFramePr>
        <p:xfrm>
          <a:off x="367864" y="1576079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14:cNvPr>
              <p14:cNvContentPartPr/>
              <p14:nvPr/>
            </p14:nvContentPartPr>
            <p14:xfrm>
              <a:off x="10585400" y="2369741"/>
              <a:ext cx="1074620" cy="668152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1080" y="2365421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14:cNvPr>
              <p14:cNvContentPartPr/>
              <p14:nvPr/>
            </p14:nvContentPartPr>
            <p14:xfrm rot="14989435" flipH="1">
              <a:off x="10571566" y="1969850"/>
              <a:ext cx="301698" cy="759348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4989435" flipH="1">
                <a:off x="10567251" y="1965529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14:cNvPr>
              <p14:cNvContentPartPr/>
              <p14:nvPr/>
            </p14:nvContentPartPr>
            <p14:xfrm rot="9837519">
              <a:off x="10261902" y="2258071"/>
              <a:ext cx="159567" cy="162100"/>
            </p14:xfrm>
          </p:contentPart>
        </mc:Choice>
        <mc:Fallback xmlns="">
          <p:pic>
            <p:nvPicPr>
              <p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9837519">
                <a:off x="10257628" y="2253767"/>
                <a:ext cx="168115" cy="170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14:cNvPr>
              <p14:cNvContentPartPr/>
              <p14:nvPr/>
            </p14:nvContentPartPr>
            <p14:xfrm rot="2465113">
              <a:off x="9154159" y="2440193"/>
              <a:ext cx="144964" cy="153093"/>
            </p14:xfrm>
          </p:contentPart>
        </mc:Choice>
        <mc:Fallback xmlns="">
          <p:pic>
            <p:nvPicPr>
              <p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2465113">
                <a:off x="9149842" y="2435881"/>
                <a:ext cx="153597" cy="16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14:cNvPr>
              <p14:cNvContentPartPr/>
              <p14:nvPr/>
            </p14:nvContentPartPr>
            <p14:xfrm rot="20024825" flipV="1">
              <a:off x="9129167" y="2101397"/>
              <a:ext cx="149537" cy="402057"/>
            </p14:xfrm>
          </p:contentPart>
        </mc:Choice>
        <mc:Fallback xmlns="">
          <p:pic>
            <p:nvPicPr>
              <p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20024825" flipV="1">
                <a:off x="9124853" y="2097078"/>
                <a:ext cx="158164" cy="410696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ikdörtgen 31">
            <a:extLst>
              <a:ext uri="{FF2B5EF4-FFF2-40B4-BE49-F238E27FC236}">
                <a16:creationId xmlns:a16="http://schemas.microsoft.com/office/drawing/2014/main" id="{C61DA33F-E4BF-4C73-8E8A-755AB4EC2C4E}"/>
              </a:ext>
            </a:extLst>
          </p:cNvPr>
          <p:cNvSpPr/>
          <p:nvPr/>
        </p:nvSpPr>
        <p:spPr>
          <a:xfrm>
            <a:off x="9197313" y="2407188"/>
            <a:ext cx="870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كــتب</a:t>
            </a:r>
            <a:endParaRPr lang="ar-EG" sz="40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2097934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2171389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2239180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2757253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2680520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6" name="Mürekkep 45">
                <a:extLst>
                  <a:ext uri="{FF2B5EF4-FFF2-40B4-BE49-F238E27FC236}">
                    <a16:creationId xmlns:a16="http://schemas.microsoft.com/office/drawing/2014/main" id="{3C4950C8-7077-4105-A8AB-8A863D6C53F6}"/>
                  </a:ext>
                </a:extLst>
              </p14:cNvPr>
              <p14:cNvContentPartPr/>
              <p14:nvPr/>
            </p14:nvContentPartPr>
            <p14:xfrm>
              <a:off x="2908725" y="1724820"/>
              <a:ext cx="492840" cy="575640"/>
            </p14:xfrm>
          </p:contentPart>
        </mc:Choice>
        <mc:Fallback xmlns="">
          <p:pic>
            <p:nvPicPr>
              <p:cNvPr id="46" name="Mürekkep 45">
                <a:extLst>
                  <a:ext uri="{FF2B5EF4-FFF2-40B4-BE49-F238E27FC236}">
                    <a16:creationId xmlns:a16="http://schemas.microsoft.com/office/drawing/2014/main" id="{3C4950C8-7077-4105-A8AB-8A863D6C53F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99725" y="1715820"/>
                <a:ext cx="510480" cy="5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7" name="Mürekkep 46">
                <a:extLst>
                  <a:ext uri="{FF2B5EF4-FFF2-40B4-BE49-F238E27FC236}">
                    <a16:creationId xmlns:a16="http://schemas.microsoft.com/office/drawing/2014/main" id="{7A508E2B-E42A-4169-8B39-C0B6A56772DA}"/>
                  </a:ext>
                </a:extLst>
              </p14:cNvPr>
              <p14:cNvContentPartPr/>
              <p14:nvPr/>
            </p14:nvContentPartPr>
            <p14:xfrm>
              <a:off x="2959526" y="2439929"/>
              <a:ext cx="492840" cy="575640"/>
            </p14:xfrm>
          </p:contentPart>
        </mc:Choice>
        <mc:Fallback xmlns="">
          <p:pic>
            <p:nvPicPr>
              <p:cNvPr id="47" name="Mürekkep 46">
                <a:extLst>
                  <a:ext uri="{FF2B5EF4-FFF2-40B4-BE49-F238E27FC236}">
                    <a16:creationId xmlns:a16="http://schemas.microsoft.com/office/drawing/2014/main" id="{7A508E2B-E42A-4169-8B39-C0B6A56772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50526" y="2430929"/>
                <a:ext cx="510480" cy="5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8" name="Mürekkep 47">
                <a:extLst>
                  <a:ext uri="{FF2B5EF4-FFF2-40B4-BE49-F238E27FC236}">
                    <a16:creationId xmlns:a16="http://schemas.microsoft.com/office/drawing/2014/main" id="{3EAEC764-83B4-43B1-A5F7-9883D7A29557}"/>
                  </a:ext>
                </a:extLst>
              </p14:cNvPr>
              <p14:cNvContentPartPr/>
              <p14:nvPr/>
            </p14:nvContentPartPr>
            <p14:xfrm>
              <a:off x="2783677" y="3061253"/>
              <a:ext cx="492840" cy="575640"/>
            </p14:xfrm>
          </p:contentPart>
        </mc:Choice>
        <mc:Fallback xmlns="">
          <p:pic>
            <p:nvPicPr>
              <p:cNvPr id="48" name="Mürekkep 47">
                <a:extLst>
                  <a:ext uri="{FF2B5EF4-FFF2-40B4-BE49-F238E27FC236}">
                    <a16:creationId xmlns:a16="http://schemas.microsoft.com/office/drawing/2014/main" id="{3EAEC764-83B4-43B1-A5F7-9883D7A2955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74677" y="3052253"/>
                <a:ext cx="510480" cy="59328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Dikdörtgen 35">
            <a:extLst>
              <a:ext uri="{FF2B5EF4-FFF2-40B4-BE49-F238E27FC236}">
                <a16:creationId xmlns:a16="http://schemas.microsoft.com/office/drawing/2014/main" id="{B0347549-A3A9-45AE-AB72-E3B295D34DCF}"/>
              </a:ext>
            </a:extLst>
          </p:cNvPr>
          <p:cNvSpPr/>
          <p:nvPr/>
        </p:nvSpPr>
        <p:spPr>
          <a:xfrm>
            <a:off x="2490168" y="2383832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86A85297-46AE-4C90-BDFD-083B0306B9CC}"/>
              </a:ext>
            </a:extLst>
          </p:cNvPr>
          <p:cNvSpPr/>
          <p:nvPr/>
        </p:nvSpPr>
        <p:spPr>
          <a:xfrm>
            <a:off x="2383930" y="1636028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A147A1EE-2D34-42FD-80AE-AE1EB007D8DF}"/>
              </a:ext>
            </a:extLst>
          </p:cNvPr>
          <p:cNvSpPr/>
          <p:nvPr/>
        </p:nvSpPr>
        <p:spPr>
          <a:xfrm>
            <a:off x="2076371" y="3130818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313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9" presetID="63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" fill="hold">
                          <p:stCondLst>
                            <p:cond delay="indefinite"/>
                          </p:stCondLst>
                          <p:childTnLst>
                            <p:par>
                              <p:cTn id="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" presetID="63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8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21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5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6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9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63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4" presetID="63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63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2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3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3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34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o 25">
            <a:extLst>
              <a:ext uri="{FF2B5EF4-FFF2-40B4-BE49-F238E27FC236}">
                <a16:creationId xmlns:a16="http://schemas.microsoft.com/office/drawing/2014/main" id="{010126EF-ADEB-45B5-A17C-C6A5727A47FB}"/>
              </a:ext>
            </a:extLst>
          </p:cNvPr>
          <p:cNvGraphicFramePr>
            <a:graphicFrameLocks noGrp="1"/>
          </p:cNvGraphicFramePr>
          <p:nvPr/>
        </p:nvGraphicFramePr>
        <p:xfrm>
          <a:off x="343877" y="4009535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290012"/>
              </p:ext>
            </p:extLst>
          </p:nvPr>
        </p:nvGraphicFramePr>
        <p:xfrm>
          <a:off x="8797550" y="1542740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فُعُل</a:t>
                      </a:r>
                      <a:endParaRPr lang="ar-EG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كِتَاب</a:t>
                      </a:r>
                      <a:endParaRPr lang="ar-AE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Kitaplar</a:t>
                      </a:r>
                      <a:endParaRPr lang="tr-TR" sz="42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/>
        </p:nvGraphicFramePr>
        <p:xfrm>
          <a:off x="5391245" y="1576079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/>
        </p:nvGraphicFramePr>
        <p:xfrm>
          <a:off x="367863" y="537427"/>
          <a:ext cx="11477296" cy="932657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/>
        </p:nvGraphicFramePr>
        <p:xfrm>
          <a:off x="367864" y="1576079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14:cNvPr>
              <p14:cNvContentPartPr/>
              <p14:nvPr/>
            </p14:nvContentPartPr>
            <p14:xfrm>
              <a:off x="10585400" y="2369741"/>
              <a:ext cx="1074620" cy="668152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1080" y="2365421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14:cNvPr>
              <p14:cNvContentPartPr/>
              <p14:nvPr/>
            </p14:nvContentPartPr>
            <p14:xfrm rot="14989435" flipH="1">
              <a:off x="10571566" y="1969850"/>
              <a:ext cx="301698" cy="759348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4989435" flipH="1">
                <a:off x="10567251" y="1965529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14:cNvPr>
              <p14:cNvContentPartPr/>
              <p14:nvPr/>
            </p14:nvContentPartPr>
            <p14:xfrm rot="9837519">
              <a:off x="10261902" y="2258071"/>
              <a:ext cx="159567" cy="162100"/>
            </p14:xfrm>
          </p:contentPart>
        </mc:Choice>
        <mc:Fallback xmlns="">
          <p:pic>
            <p:nvPicPr>
              <p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9837519">
                <a:off x="10257628" y="2253767"/>
                <a:ext cx="168115" cy="170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14:cNvPr>
              <p14:cNvContentPartPr/>
              <p14:nvPr/>
            </p14:nvContentPartPr>
            <p14:xfrm rot="2465113">
              <a:off x="9154159" y="2440193"/>
              <a:ext cx="144964" cy="153093"/>
            </p14:xfrm>
          </p:contentPart>
        </mc:Choice>
        <mc:Fallback xmlns="">
          <p:pic>
            <p:nvPicPr>
              <p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2465113">
                <a:off x="9149842" y="2435881"/>
                <a:ext cx="153597" cy="16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14:cNvPr>
              <p14:cNvContentPartPr/>
              <p14:nvPr/>
            </p14:nvContentPartPr>
            <p14:xfrm rot="20024825" flipV="1">
              <a:off x="9129167" y="2101397"/>
              <a:ext cx="149537" cy="402057"/>
            </p14:xfrm>
          </p:contentPart>
        </mc:Choice>
        <mc:Fallback xmlns="">
          <p:pic>
            <p:nvPicPr>
              <p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20024825" flipV="1">
                <a:off x="9124853" y="2097078"/>
                <a:ext cx="158164" cy="410696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ikdörtgen 31">
            <a:extLst>
              <a:ext uri="{FF2B5EF4-FFF2-40B4-BE49-F238E27FC236}">
                <a16:creationId xmlns:a16="http://schemas.microsoft.com/office/drawing/2014/main" id="{C61DA33F-E4BF-4C73-8E8A-755AB4EC2C4E}"/>
              </a:ext>
            </a:extLst>
          </p:cNvPr>
          <p:cNvSpPr/>
          <p:nvPr/>
        </p:nvSpPr>
        <p:spPr>
          <a:xfrm>
            <a:off x="9197313" y="2407188"/>
            <a:ext cx="870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كــتب</a:t>
            </a:r>
            <a:endParaRPr lang="ar-EG" sz="40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2097934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2171389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2239180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2757253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2680520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4" name="Tablo 43">
            <a:extLst>
              <a:ext uri="{FF2B5EF4-FFF2-40B4-BE49-F238E27FC236}">
                <a16:creationId xmlns:a16="http://schemas.microsoft.com/office/drawing/2014/main" id="{BE905B7C-03D4-4587-868A-D22ABC18B6F1}"/>
              </a:ext>
            </a:extLst>
          </p:cNvPr>
          <p:cNvGraphicFramePr>
            <a:graphicFrameLocks noGrp="1"/>
          </p:cNvGraphicFramePr>
          <p:nvPr/>
        </p:nvGraphicFramePr>
        <p:xfrm>
          <a:off x="343347" y="4126444"/>
          <a:ext cx="11522337" cy="1213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rtl="0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  <a:sym typeface="Wingdings 2" panose="05020102010507070707" pitchFamily="18" charset="2"/>
                        </a:rPr>
                        <a:t> </a:t>
                      </a:r>
                      <a:r>
                        <a:rPr lang="tr-TR" sz="2800" b="0" u="none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Arapça’da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eril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iki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eki,</a:t>
                      </a:r>
                      <a:r>
                        <a:rPr lang="tr-TR" sz="2800" b="0" u="non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dişil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ise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 vardır.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6" name="Mürekkep 45">
                <a:extLst>
                  <a:ext uri="{FF2B5EF4-FFF2-40B4-BE49-F238E27FC236}">
                    <a16:creationId xmlns:a16="http://schemas.microsoft.com/office/drawing/2014/main" id="{3C4950C8-7077-4105-A8AB-8A863D6C53F6}"/>
                  </a:ext>
                </a:extLst>
              </p14:cNvPr>
              <p14:cNvContentPartPr/>
              <p14:nvPr/>
            </p14:nvContentPartPr>
            <p14:xfrm>
              <a:off x="2908725" y="1724820"/>
              <a:ext cx="492840" cy="575640"/>
            </p14:xfrm>
          </p:contentPart>
        </mc:Choice>
        <mc:Fallback xmlns="">
          <p:pic>
            <p:nvPicPr>
              <p:cNvPr id="46" name="Mürekkep 45">
                <a:extLst>
                  <a:ext uri="{FF2B5EF4-FFF2-40B4-BE49-F238E27FC236}">
                    <a16:creationId xmlns:a16="http://schemas.microsoft.com/office/drawing/2014/main" id="{3C4950C8-7077-4105-A8AB-8A863D6C53F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99725" y="1715820"/>
                <a:ext cx="510480" cy="5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7" name="Mürekkep 46">
                <a:extLst>
                  <a:ext uri="{FF2B5EF4-FFF2-40B4-BE49-F238E27FC236}">
                    <a16:creationId xmlns:a16="http://schemas.microsoft.com/office/drawing/2014/main" id="{7A508E2B-E42A-4169-8B39-C0B6A56772DA}"/>
                  </a:ext>
                </a:extLst>
              </p14:cNvPr>
              <p14:cNvContentPartPr/>
              <p14:nvPr/>
            </p14:nvContentPartPr>
            <p14:xfrm>
              <a:off x="2959526" y="2439929"/>
              <a:ext cx="492840" cy="575640"/>
            </p14:xfrm>
          </p:contentPart>
        </mc:Choice>
        <mc:Fallback xmlns="">
          <p:pic>
            <p:nvPicPr>
              <p:cNvPr id="47" name="Mürekkep 46">
                <a:extLst>
                  <a:ext uri="{FF2B5EF4-FFF2-40B4-BE49-F238E27FC236}">
                    <a16:creationId xmlns:a16="http://schemas.microsoft.com/office/drawing/2014/main" id="{7A508E2B-E42A-4169-8B39-C0B6A56772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50526" y="2430929"/>
                <a:ext cx="510480" cy="5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8" name="Mürekkep 47">
                <a:extLst>
                  <a:ext uri="{FF2B5EF4-FFF2-40B4-BE49-F238E27FC236}">
                    <a16:creationId xmlns:a16="http://schemas.microsoft.com/office/drawing/2014/main" id="{3EAEC764-83B4-43B1-A5F7-9883D7A29557}"/>
                  </a:ext>
                </a:extLst>
              </p14:cNvPr>
              <p14:cNvContentPartPr/>
              <p14:nvPr/>
            </p14:nvContentPartPr>
            <p14:xfrm>
              <a:off x="2783677" y="3061253"/>
              <a:ext cx="492840" cy="575640"/>
            </p14:xfrm>
          </p:contentPart>
        </mc:Choice>
        <mc:Fallback xmlns="">
          <p:pic>
            <p:nvPicPr>
              <p:cNvPr id="48" name="Mürekkep 47">
                <a:extLst>
                  <a:ext uri="{FF2B5EF4-FFF2-40B4-BE49-F238E27FC236}">
                    <a16:creationId xmlns:a16="http://schemas.microsoft.com/office/drawing/2014/main" id="{3EAEC764-83B4-43B1-A5F7-9883D7A2955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74677" y="3052253"/>
                <a:ext cx="510480" cy="59328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Dikdörtgen 35">
            <a:extLst>
              <a:ext uri="{FF2B5EF4-FFF2-40B4-BE49-F238E27FC236}">
                <a16:creationId xmlns:a16="http://schemas.microsoft.com/office/drawing/2014/main" id="{B0347549-A3A9-45AE-AB72-E3B295D34DCF}"/>
              </a:ext>
            </a:extLst>
          </p:cNvPr>
          <p:cNvSpPr/>
          <p:nvPr/>
        </p:nvSpPr>
        <p:spPr>
          <a:xfrm>
            <a:off x="2490168" y="2383832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86A85297-46AE-4C90-BDFD-083B0306B9CC}"/>
              </a:ext>
            </a:extLst>
          </p:cNvPr>
          <p:cNvSpPr/>
          <p:nvPr/>
        </p:nvSpPr>
        <p:spPr>
          <a:xfrm>
            <a:off x="2383930" y="1636028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A147A1EE-2D34-42FD-80AE-AE1EB007D8DF}"/>
              </a:ext>
            </a:extLst>
          </p:cNvPr>
          <p:cNvSpPr/>
          <p:nvPr/>
        </p:nvSpPr>
        <p:spPr>
          <a:xfrm>
            <a:off x="2076371" y="3130818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33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63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4" presetID="63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63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2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26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3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3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34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63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75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4" presetID="63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63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75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drawProgress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2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26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3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3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34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o 25">
            <a:extLst>
              <a:ext uri="{FF2B5EF4-FFF2-40B4-BE49-F238E27FC236}">
                <a16:creationId xmlns:a16="http://schemas.microsoft.com/office/drawing/2014/main" id="{010126EF-ADEB-45B5-A17C-C6A5727A47FB}"/>
              </a:ext>
            </a:extLst>
          </p:cNvPr>
          <p:cNvGraphicFramePr>
            <a:graphicFrameLocks noGrp="1"/>
          </p:cNvGraphicFramePr>
          <p:nvPr/>
        </p:nvGraphicFramePr>
        <p:xfrm>
          <a:off x="343877" y="4009535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55078"/>
              </p:ext>
            </p:extLst>
          </p:nvPr>
        </p:nvGraphicFramePr>
        <p:xfrm>
          <a:off x="8797550" y="1542740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77000">
                                <a:srgbClr val="FF0000"/>
                              </a:gs>
                              <a:gs pos="74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52000">
                                <a:srgbClr val="FF0000"/>
                              </a:gs>
                              <a:gs pos="50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عُ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 flip="none" rotWithShape="1">
                            <a:gsLst>
                              <a:gs pos="73000">
                                <a:srgbClr val="FF0000"/>
                              </a:gs>
                              <a:gs pos="72000">
                                <a:srgbClr val="000000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ل</a:t>
                      </a:r>
                      <a:endParaRPr lang="ar-EG" sz="4200" b="0" i="0" u="none" strike="noStrike" dirty="0">
                        <a:gradFill flip="none" rotWithShape="1">
                          <a:gsLst>
                            <a:gs pos="73000">
                              <a:srgbClr val="FF0000"/>
                            </a:gs>
                            <a:gs pos="72000">
                              <a:srgbClr val="000000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81000">
                                <a:srgbClr val="7F7F7F"/>
                              </a:gs>
                              <a:gs pos="7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61000">
                                <a:srgbClr val="000000"/>
                              </a:gs>
                              <a:gs pos="6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49000">
                                <a:srgbClr val="000000"/>
                              </a:gs>
                              <a:gs pos="5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</a:t>
                      </a:r>
                      <a:endParaRPr lang="ar-AE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/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/>
        </p:nvGraphicFramePr>
        <p:xfrm>
          <a:off x="5391245" y="1576079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/>
        </p:nvGraphicFramePr>
        <p:xfrm>
          <a:off x="367863" y="537427"/>
          <a:ext cx="11477296" cy="932657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/>
        </p:nvGraphicFramePr>
        <p:xfrm>
          <a:off x="367864" y="1576079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14:cNvPr>
              <p14:cNvContentPartPr/>
              <p14:nvPr/>
            </p14:nvContentPartPr>
            <p14:xfrm>
              <a:off x="10585400" y="2369741"/>
              <a:ext cx="1074620" cy="668152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1080" y="2365421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14:cNvPr>
              <p14:cNvContentPartPr/>
              <p14:nvPr/>
            </p14:nvContentPartPr>
            <p14:xfrm rot="14989435" flipH="1">
              <a:off x="10571566" y="1969850"/>
              <a:ext cx="301698" cy="759348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4989435" flipH="1">
                <a:off x="10567251" y="1965529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14:cNvPr>
              <p14:cNvContentPartPr/>
              <p14:nvPr/>
            </p14:nvContentPartPr>
            <p14:xfrm rot="9837519">
              <a:off x="10261902" y="2258071"/>
              <a:ext cx="159567" cy="162100"/>
            </p14:xfrm>
          </p:contentPart>
        </mc:Choice>
        <mc:Fallback xmlns="">
          <p:pic>
            <p:nvPicPr>
              <p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9837519">
                <a:off x="10257628" y="2253767"/>
                <a:ext cx="168115" cy="170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14:cNvPr>
              <p14:cNvContentPartPr/>
              <p14:nvPr/>
            </p14:nvContentPartPr>
            <p14:xfrm rot="2465113">
              <a:off x="9154159" y="2440193"/>
              <a:ext cx="144964" cy="153093"/>
            </p14:xfrm>
          </p:contentPart>
        </mc:Choice>
        <mc:Fallback xmlns="">
          <p:pic>
            <p:nvPicPr>
              <p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2465113">
                <a:off x="9149842" y="2435881"/>
                <a:ext cx="153597" cy="16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14:cNvPr>
              <p14:cNvContentPartPr/>
              <p14:nvPr/>
            </p14:nvContentPartPr>
            <p14:xfrm rot="20024825" flipV="1">
              <a:off x="9129167" y="2101397"/>
              <a:ext cx="149537" cy="402057"/>
            </p14:xfrm>
          </p:contentPart>
        </mc:Choice>
        <mc:Fallback xmlns="">
          <p:pic>
            <p:nvPicPr>
              <p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20024825" flipV="1">
                <a:off x="9124853" y="2097078"/>
                <a:ext cx="158164" cy="410696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ikdörtgen 31">
            <a:extLst>
              <a:ext uri="{FF2B5EF4-FFF2-40B4-BE49-F238E27FC236}">
                <a16:creationId xmlns:a16="http://schemas.microsoft.com/office/drawing/2014/main" id="{C61DA33F-E4BF-4C73-8E8A-755AB4EC2C4E}"/>
              </a:ext>
            </a:extLst>
          </p:cNvPr>
          <p:cNvSpPr/>
          <p:nvPr/>
        </p:nvSpPr>
        <p:spPr>
          <a:xfrm>
            <a:off x="9197313" y="2407188"/>
            <a:ext cx="870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gradFill>
                  <a:gsLst>
                    <a:gs pos="61000">
                      <a:srgbClr val="FF0000"/>
                    </a:gs>
                    <a:gs pos="58000">
                      <a:srgbClr val="000000"/>
                    </a:gs>
                  </a:gsLst>
                  <a:lin ang="14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ك</a:t>
            </a:r>
            <a:r>
              <a:rPr lang="ar-EG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ــ</a:t>
            </a:r>
            <a:r>
              <a:rPr lang="ar-EG" sz="3200" dirty="0">
                <a:gradFill>
                  <a:gsLst>
                    <a:gs pos="34000">
                      <a:srgbClr val="FF0000"/>
                    </a:gs>
                    <a:gs pos="35000">
                      <a:srgbClr val="000000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ت</a:t>
            </a:r>
            <a:r>
              <a:rPr lang="ar-EG" sz="3200" dirty="0">
                <a:gradFill>
                  <a:gsLst>
                    <a:gs pos="58000">
                      <a:srgbClr val="FF0000"/>
                    </a:gs>
                    <a:gs pos="57000">
                      <a:srgbClr val="000000"/>
                    </a:gs>
                  </a:gsLst>
                  <a:lin ang="162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ب</a:t>
            </a:r>
            <a:endParaRPr lang="ar-EG" sz="4000" dirty="0">
              <a:latin typeface="Arial" panose="020B060402020202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2097934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2171389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2239180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2757253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5" name="Tablo 44">
            <a:extLst>
              <a:ext uri="{FF2B5EF4-FFF2-40B4-BE49-F238E27FC236}">
                <a16:creationId xmlns:a16="http://schemas.microsoft.com/office/drawing/2014/main" id="{E3B7BEA8-BF59-46B5-9587-F701E91875CB}"/>
              </a:ext>
            </a:extLst>
          </p:cNvPr>
          <p:cNvGraphicFramePr>
            <a:graphicFrameLocks noGrp="1"/>
          </p:cNvGraphicFramePr>
          <p:nvPr/>
        </p:nvGraphicFramePr>
        <p:xfrm>
          <a:off x="345105" y="5386119"/>
          <a:ext cx="11522337" cy="1131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ismin çoğulunun düzenli olup olmadığını ancak ezberleyerek bilebiliriz.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2680520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4" name="Tablo 43">
            <a:extLst>
              <a:ext uri="{FF2B5EF4-FFF2-40B4-BE49-F238E27FC236}">
                <a16:creationId xmlns:a16="http://schemas.microsoft.com/office/drawing/2014/main" id="{BE905B7C-03D4-4587-868A-D22ABC18B6F1}"/>
              </a:ext>
            </a:extLst>
          </p:cNvPr>
          <p:cNvGraphicFramePr>
            <a:graphicFrameLocks noGrp="1"/>
          </p:cNvGraphicFramePr>
          <p:nvPr/>
        </p:nvGraphicFramePr>
        <p:xfrm>
          <a:off x="343347" y="4126444"/>
          <a:ext cx="11522337" cy="1213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rtl="0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  <a:sym typeface="Wingdings 2" panose="05020102010507070707" pitchFamily="18" charset="2"/>
                        </a:rPr>
                        <a:t> </a:t>
                      </a:r>
                      <a:r>
                        <a:rPr lang="tr-TR" sz="2800" b="0" u="none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Arapça’da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eril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iki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eki,</a:t>
                      </a:r>
                      <a:r>
                        <a:rPr lang="tr-TR" sz="2800" b="0" u="non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dişil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ise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 vardır.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36" name="Dikdörtgen 35">
            <a:extLst>
              <a:ext uri="{FF2B5EF4-FFF2-40B4-BE49-F238E27FC236}">
                <a16:creationId xmlns:a16="http://schemas.microsoft.com/office/drawing/2014/main" id="{B0347549-A3A9-45AE-AB72-E3B295D34DCF}"/>
              </a:ext>
            </a:extLst>
          </p:cNvPr>
          <p:cNvSpPr/>
          <p:nvPr/>
        </p:nvSpPr>
        <p:spPr>
          <a:xfrm>
            <a:off x="2490168" y="2383832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86A85297-46AE-4C90-BDFD-083B0306B9CC}"/>
              </a:ext>
            </a:extLst>
          </p:cNvPr>
          <p:cNvSpPr/>
          <p:nvPr/>
        </p:nvSpPr>
        <p:spPr>
          <a:xfrm>
            <a:off x="2383930" y="1636028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A147A1EE-2D34-42FD-80AE-AE1EB007D8DF}"/>
              </a:ext>
            </a:extLst>
          </p:cNvPr>
          <p:cNvSpPr/>
          <p:nvPr/>
        </p:nvSpPr>
        <p:spPr>
          <a:xfrm>
            <a:off x="2076371" y="3130818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41" name="Tablo 40">
            <a:extLst>
              <a:ext uri="{FF2B5EF4-FFF2-40B4-BE49-F238E27FC236}">
                <a16:creationId xmlns:a16="http://schemas.microsoft.com/office/drawing/2014/main" id="{F92D5296-7BD9-4C48-A322-3B7B14AF5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667180"/>
              </p:ext>
            </p:extLst>
          </p:nvPr>
        </p:nvGraphicFramePr>
        <p:xfrm>
          <a:off x="283029" y="6676640"/>
          <a:ext cx="11625942" cy="2224026"/>
        </p:xfrm>
        <a:graphic>
          <a:graphicData uri="http://schemas.openxmlformats.org/drawingml/2006/table">
            <a:tbl>
              <a:tblPr firstRow="1" firstCol="1" bandRow="1"/>
              <a:tblGrid>
                <a:gridCol w="1918280">
                  <a:extLst>
                    <a:ext uri="{9D8B030D-6E8A-4147-A177-3AD203B41FA5}">
                      <a16:colId xmlns:a16="http://schemas.microsoft.com/office/drawing/2014/main" val="2497234647"/>
                    </a:ext>
                  </a:extLst>
                </a:gridCol>
                <a:gridCol w="1943857">
                  <a:extLst>
                    <a:ext uri="{9D8B030D-6E8A-4147-A177-3AD203B41FA5}">
                      <a16:colId xmlns:a16="http://schemas.microsoft.com/office/drawing/2014/main" val="3958630467"/>
                    </a:ext>
                  </a:extLst>
                </a:gridCol>
                <a:gridCol w="1932232">
                  <a:extLst>
                    <a:ext uri="{9D8B030D-6E8A-4147-A177-3AD203B41FA5}">
                      <a16:colId xmlns:a16="http://schemas.microsoft.com/office/drawing/2014/main" val="2355819517"/>
                    </a:ext>
                  </a:extLst>
                </a:gridCol>
                <a:gridCol w="1969435">
                  <a:extLst>
                    <a:ext uri="{9D8B030D-6E8A-4147-A177-3AD203B41FA5}">
                      <a16:colId xmlns:a16="http://schemas.microsoft.com/office/drawing/2014/main" val="2166160051"/>
                    </a:ext>
                  </a:extLst>
                </a:gridCol>
                <a:gridCol w="1934557">
                  <a:extLst>
                    <a:ext uri="{9D8B030D-6E8A-4147-A177-3AD203B41FA5}">
                      <a16:colId xmlns:a16="http://schemas.microsoft.com/office/drawing/2014/main" val="3038048049"/>
                    </a:ext>
                  </a:extLst>
                </a:gridCol>
                <a:gridCol w="1927581">
                  <a:extLst>
                    <a:ext uri="{9D8B030D-6E8A-4147-A177-3AD203B41FA5}">
                      <a16:colId xmlns:a16="http://schemas.microsoft.com/office/drawing/2014/main" val="3265381684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اَلْفَلَّاحُ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طَبِيبَ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اَلْكُتُبَ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اَلْأَرَائِكَ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ِيـنَ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مُدَرِّسَ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778585"/>
                  </a:ext>
                </a:extLst>
              </a:tr>
              <a:tr h="736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Çiftçi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Doktor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Koltuk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Mühendis</a:t>
                      </a:r>
                      <a:r>
                        <a:rPr lang="tr-TR" sz="20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Öğretmen</a:t>
                      </a:r>
                      <a:r>
                        <a:rPr lang="tr-TR" sz="20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942996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15018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وَالِد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ُونَ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مُمَرِّضَ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اَلسَّائِقِ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اَلْوَالِد</a:t>
                      </a:r>
                      <a:r>
                        <a:rPr lang="ar-EG" sz="3600">
                          <a:solidFill>
                            <a:srgbClr val="FF66CC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اتُ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طُلَّـابًا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اَلْمَدَارِسِ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141802"/>
                  </a:ext>
                </a:extLst>
              </a:tr>
              <a:tr h="36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Baba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Hemşire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Şöför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Anne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Öğrenci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Okul</a:t>
                      </a:r>
                      <a:r>
                        <a:rPr lang="tr-TR" sz="2800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70038"/>
                  </a:ext>
                </a:extLst>
              </a:tr>
            </a:tbl>
          </a:graphicData>
        </a:graphic>
      </p:graphicFrame>
      <p:graphicFrame>
        <p:nvGraphicFramePr>
          <p:cNvPr id="42" name="Tablo 41">
            <a:extLst>
              <a:ext uri="{FF2B5EF4-FFF2-40B4-BE49-F238E27FC236}">
                <a16:creationId xmlns:a16="http://schemas.microsoft.com/office/drawing/2014/main" id="{CC96D38F-1C55-4A35-907C-0F1A3519C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348767"/>
              </p:ext>
            </p:extLst>
          </p:nvPr>
        </p:nvGraphicFramePr>
        <p:xfrm>
          <a:off x="365760" y="9313570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ٌ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دَفْتَرٌ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212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o 25">
            <a:extLst>
              <a:ext uri="{FF2B5EF4-FFF2-40B4-BE49-F238E27FC236}">
                <a16:creationId xmlns:a16="http://schemas.microsoft.com/office/drawing/2014/main" id="{010126EF-ADEB-45B5-A17C-C6A5727A4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512774"/>
              </p:ext>
            </p:extLst>
          </p:nvPr>
        </p:nvGraphicFramePr>
        <p:xfrm>
          <a:off x="343877" y="3016475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244023"/>
              </p:ext>
            </p:extLst>
          </p:nvPr>
        </p:nvGraphicFramePr>
        <p:xfrm>
          <a:off x="8797550" y="549680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77000">
                                <a:srgbClr val="FF0000"/>
                              </a:gs>
                              <a:gs pos="74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52000">
                                <a:srgbClr val="FF0000"/>
                              </a:gs>
                              <a:gs pos="50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عُ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 flip="none" rotWithShape="1">
                            <a:gsLst>
                              <a:gs pos="73000">
                                <a:srgbClr val="FF0000"/>
                              </a:gs>
                              <a:gs pos="72000">
                                <a:srgbClr val="000000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لٌ</a:t>
                      </a:r>
                      <a:endParaRPr lang="ar-EG" sz="4200" b="0" i="0" u="none" strike="noStrike" dirty="0">
                        <a:gradFill flip="none" rotWithShape="1">
                          <a:gsLst>
                            <a:gs pos="73000">
                              <a:srgbClr val="FF0000"/>
                            </a:gs>
                            <a:gs pos="72000">
                              <a:srgbClr val="000000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81000">
                                <a:srgbClr val="7F7F7F"/>
                              </a:gs>
                              <a:gs pos="7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61000">
                                <a:srgbClr val="000000"/>
                              </a:gs>
                              <a:gs pos="6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49000">
                                <a:srgbClr val="000000"/>
                              </a:gs>
                              <a:gs pos="5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endParaRPr lang="ar-AE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/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662295"/>
              </p:ext>
            </p:extLst>
          </p:nvPr>
        </p:nvGraphicFramePr>
        <p:xfrm>
          <a:off x="5391245" y="583019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197857"/>
              </p:ext>
            </p:extLst>
          </p:nvPr>
        </p:nvGraphicFramePr>
        <p:xfrm>
          <a:off x="367863" y="-455633"/>
          <a:ext cx="11477296" cy="932657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927285"/>
              </p:ext>
            </p:extLst>
          </p:nvPr>
        </p:nvGraphicFramePr>
        <p:xfrm>
          <a:off x="367864" y="583019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14:cNvPr>
              <p14:cNvContentPartPr/>
              <p14:nvPr/>
            </p14:nvContentPartPr>
            <p14:xfrm>
              <a:off x="10585400" y="1376681"/>
              <a:ext cx="1074620" cy="668152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1080" y="1372361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14:cNvPr>
              <p14:cNvContentPartPr/>
              <p14:nvPr/>
            </p14:nvContentPartPr>
            <p14:xfrm rot="14989435" flipH="1">
              <a:off x="10571566" y="976790"/>
              <a:ext cx="301698" cy="759348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4989435" flipH="1">
                <a:off x="10567251" y="972469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14:cNvPr>
              <p14:cNvContentPartPr/>
              <p14:nvPr/>
            </p14:nvContentPartPr>
            <p14:xfrm rot="9837519">
              <a:off x="10261902" y="1265011"/>
              <a:ext cx="159567" cy="162100"/>
            </p14:xfrm>
          </p:contentPart>
        </mc:Choice>
        <mc:Fallback xmlns="">
          <p:pic>
            <p:nvPicPr>
              <p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9837519">
                <a:off x="10257628" y="1260707"/>
                <a:ext cx="168115" cy="170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14:cNvPr>
              <p14:cNvContentPartPr/>
              <p14:nvPr/>
            </p14:nvContentPartPr>
            <p14:xfrm rot="2465113">
              <a:off x="9154159" y="1447133"/>
              <a:ext cx="144964" cy="153093"/>
            </p14:xfrm>
          </p:contentPart>
        </mc:Choice>
        <mc:Fallback xmlns="">
          <p:pic>
            <p:nvPicPr>
              <p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2465113">
                <a:off x="9149842" y="1442821"/>
                <a:ext cx="153597" cy="16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14:cNvPr>
              <p14:cNvContentPartPr/>
              <p14:nvPr/>
            </p14:nvContentPartPr>
            <p14:xfrm rot="20024825" flipV="1">
              <a:off x="9129167" y="1108337"/>
              <a:ext cx="149537" cy="402057"/>
            </p14:xfrm>
          </p:contentPart>
        </mc:Choice>
        <mc:Fallback xmlns="">
          <p:pic>
            <p:nvPicPr>
              <p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20024825" flipV="1">
                <a:off x="9124853" y="1104018"/>
                <a:ext cx="158164" cy="410696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ikdörtgen 31">
            <a:extLst>
              <a:ext uri="{FF2B5EF4-FFF2-40B4-BE49-F238E27FC236}">
                <a16:creationId xmlns:a16="http://schemas.microsoft.com/office/drawing/2014/main" id="{C61DA33F-E4BF-4C73-8E8A-755AB4EC2C4E}"/>
              </a:ext>
            </a:extLst>
          </p:cNvPr>
          <p:cNvSpPr/>
          <p:nvPr/>
        </p:nvSpPr>
        <p:spPr>
          <a:xfrm>
            <a:off x="9197313" y="1414128"/>
            <a:ext cx="870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gradFill>
                  <a:gsLst>
                    <a:gs pos="61000">
                      <a:srgbClr val="FF0000"/>
                    </a:gs>
                    <a:gs pos="58000">
                      <a:srgbClr val="000000"/>
                    </a:gs>
                  </a:gsLst>
                  <a:lin ang="14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ك</a:t>
            </a:r>
            <a:r>
              <a:rPr lang="ar-EG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ــ</a:t>
            </a:r>
            <a:r>
              <a:rPr lang="ar-EG" sz="3200" dirty="0">
                <a:gradFill>
                  <a:gsLst>
                    <a:gs pos="34000">
                      <a:srgbClr val="FF0000"/>
                    </a:gs>
                    <a:gs pos="35000">
                      <a:srgbClr val="000000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ت</a:t>
            </a:r>
            <a:r>
              <a:rPr lang="ar-EG" sz="3200" dirty="0">
                <a:gradFill>
                  <a:gsLst>
                    <a:gs pos="58000">
                      <a:srgbClr val="FF0000"/>
                    </a:gs>
                    <a:gs pos="57000">
                      <a:srgbClr val="000000"/>
                    </a:gs>
                  </a:gsLst>
                  <a:lin ang="162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ب</a:t>
            </a:r>
            <a:endParaRPr lang="ar-EG" sz="4000" dirty="0">
              <a:latin typeface="Arial" panose="020B060402020202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1104874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1178329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C2E07275-1300-486F-A926-E0F86A71F8E5}"/>
              </a:ext>
            </a:extLst>
          </p:cNvPr>
          <p:cNvSpPr/>
          <p:nvPr/>
        </p:nvSpPr>
        <p:spPr>
          <a:xfrm>
            <a:off x="9354565" y="1271995"/>
            <a:ext cx="3706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 ٌ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1246120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1764193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5" name="Tablo 44">
            <a:extLst>
              <a:ext uri="{FF2B5EF4-FFF2-40B4-BE49-F238E27FC236}">
                <a16:creationId xmlns:a16="http://schemas.microsoft.com/office/drawing/2014/main" id="{E3B7BEA8-BF59-46B5-9587-F701E9187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498875"/>
              </p:ext>
            </p:extLst>
          </p:nvPr>
        </p:nvGraphicFramePr>
        <p:xfrm>
          <a:off x="345105" y="4393059"/>
          <a:ext cx="11522337" cy="1131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ismin çoğulunun düzenli olup olmadığını ancak ezberleyerek bilebiliriz.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1687460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4" name="Tablo 43">
            <a:extLst>
              <a:ext uri="{FF2B5EF4-FFF2-40B4-BE49-F238E27FC236}">
                <a16:creationId xmlns:a16="http://schemas.microsoft.com/office/drawing/2014/main" id="{BE905B7C-03D4-4587-868A-D22ABC18B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397187"/>
              </p:ext>
            </p:extLst>
          </p:nvPr>
        </p:nvGraphicFramePr>
        <p:xfrm>
          <a:off x="343347" y="3133384"/>
          <a:ext cx="11522337" cy="1213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rtl="0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  <a:sym typeface="Wingdings 2" panose="05020102010507070707" pitchFamily="18" charset="2"/>
                        </a:rPr>
                        <a:t> </a:t>
                      </a:r>
                      <a:r>
                        <a:rPr lang="tr-TR" sz="2800" b="0" u="none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Arapça’da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eril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iki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eki,</a:t>
                      </a:r>
                      <a:r>
                        <a:rPr lang="tr-TR" sz="2800" b="0" u="non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dişil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ise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 vardır.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36" name="Dikdörtgen 35">
            <a:extLst>
              <a:ext uri="{FF2B5EF4-FFF2-40B4-BE49-F238E27FC236}">
                <a16:creationId xmlns:a16="http://schemas.microsoft.com/office/drawing/2014/main" id="{B0347549-A3A9-45AE-AB72-E3B295D34DCF}"/>
              </a:ext>
            </a:extLst>
          </p:cNvPr>
          <p:cNvSpPr/>
          <p:nvPr/>
        </p:nvSpPr>
        <p:spPr>
          <a:xfrm>
            <a:off x="2490168" y="1390772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86A85297-46AE-4C90-BDFD-083B0306B9CC}"/>
              </a:ext>
            </a:extLst>
          </p:cNvPr>
          <p:cNvSpPr/>
          <p:nvPr/>
        </p:nvSpPr>
        <p:spPr>
          <a:xfrm>
            <a:off x="2383930" y="642968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A147A1EE-2D34-42FD-80AE-AE1EB007D8DF}"/>
              </a:ext>
            </a:extLst>
          </p:cNvPr>
          <p:cNvSpPr/>
          <p:nvPr/>
        </p:nvSpPr>
        <p:spPr>
          <a:xfrm>
            <a:off x="2076371" y="2137758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41" name="Tablo 40">
            <a:extLst>
              <a:ext uri="{FF2B5EF4-FFF2-40B4-BE49-F238E27FC236}">
                <a16:creationId xmlns:a16="http://schemas.microsoft.com/office/drawing/2014/main" id="{F92D5296-7BD9-4C48-A322-3B7B14AF5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544538"/>
              </p:ext>
            </p:extLst>
          </p:nvPr>
        </p:nvGraphicFramePr>
        <p:xfrm>
          <a:off x="283029" y="5683580"/>
          <a:ext cx="11625942" cy="2224026"/>
        </p:xfrm>
        <a:graphic>
          <a:graphicData uri="http://schemas.openxmlformats.org/drawingml/2006/table">
            <a:tbl>
              <a:tblPr firstRow="1" firstCol="1" bandRow="1"/>
              <a:tblGrid>
                <a:gridCol w="1918280">
                  <a:extLst>
                    <a:ext uri="{9D8B030D-6E8A-4147-A177-3AD203B41FA5}">
                      <a16:colId xmlns:a16="http://schemas.microsoft.com/office/drawing/2014/main" val="2497234647"/>
                    </a:ext>
                  </a:extLst>
                </a:gridCol>
                <a:gridCol w="1943857">
                  <a:extLst>
                    <a:ext uri="{9D8B030D-6E8A-4147-A177-3AD203B41FA5}">
                      <a16:colId xmlns:a16="http://schemas.microsoft.com/office/drawing/2014/main" val="3958630467"/>
                    </a:ext>
                  </a:extLst>
                </a:gridCol>
                <a:gridCol w="1932232">
                  <a:extLst>
                    <a:ext uri="{9D8B030D-6E8A-4147-A177-3AD203B41FA5}">
                      <a16:colId xmlns:a16="http://schemas.microsoft.com/office/drawing/2014/main" val="2355819517"/>
                    </a:ext>
                  </a:extLst>
                </a:gridCol>
                <a:gridCol w="1969435">
                  <a:extLst>
                    <a:ext uri="{9D8B030D-6E8A-4147-A177-3AD203B41FA5}">
                      <a16:colId xmlns:a16="http://schemas.microsoft.com/office/drawing/2014/main" val="2166160051"/>
                    </a:ext>
                  </a:extLst>
                </a:gridCol>
                <a:gridCol w="1934557">
                  <a:extLst>
                    <a:ext uri="{9D8B030D-6E8A-4147-A177-3AD203B41FA5}">
                      <a16:colId xmlns:a16="http://schemas.microsoft.com/office/drawing/2014/main" val="3038048049"/>
                    </a:ext>
                  </a:extLst>
                </a:gridCol>
                <a:gridCol w="1927581">
                  <a:extLst>
                    <a:ext uri="{9D8B030D-6E8A-4147-A177-3AD203B41FA5}">
                      <a16:colId xmlns:a16="http://schemas.microsoft.com/office/drawing/2014/main" val="3265381684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اَلْفَلَّاحُ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طَبِيبَ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اَلْكُتُبَ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اَلْأَرَائِكَ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ِيـنَ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مُدَرِّسَ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778585"/>
                  </a:ext>
                </a:extLst>
              </a:tr>
              <a:tr h="736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Çiftçi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Doktor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Koltuk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Mühendis</a:t>
                      </a:r>
                      <a:r>
                        <a:rPr lang="tr-TR" sz="20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Öğretmen</a:t>
                      </a:r>
                      <a:r>
                        <a:rPr lang="tr-TR" sz="20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942996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15018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وَالِد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ُونَ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مُمَرِّضَ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اَلسَّائِقِ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اَلْوَالِد</a:t>
                      </a:r>
                      <a:r>
                        <a:rPr lang="ar-EG" sz="3600" dirty="0">
                          <a:solidFill>
                            <a:srgbClr val="FF66CC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 dirty="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اتُ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طُلَّـابًا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اَلْمَدَارِسِ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141802"/>
                  </a:ext>
                </a:extLst>
              </a:tr>
              <a:tr h="36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Baba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Hemşire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Şöför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Anne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Öğrenci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Okul</a:t>
                      </a:r>
                      <a:r>
                        <a:rPr lang="tr-TR" sz="2800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70038"/>
                  </a:ext>
                </a:extLst>
              </a:tr>
            </a:tbl>
          </a:graphicData>
        </a:graphic>
      </p:graphicFrame>
      <p:graphicFrame>
        <p:nvGraphicFramePr>
          <p:cNvPr id="42" name="Tablo 41">
            <a:extLst>
              <a:ext uri="{FF2B5EF4-FFF2-40B4-BE49-F238E27FC236}">
                <a16:creationId xmlns:a16="http://schemas.microsoft.com/office/drawing/2014/main" id="{CC96D38F-1C55-4A35-907C-0F1A3519C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703125"/>
              </p:ext>
            </p:extLst>
          </p:nvPr>
        </p:nvGraphicFramePr>
        <p:xfrm>
          <a:off x="365760" y="8320510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ٌ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دَفْتَرٌ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336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o 25">
            <a:extLst>
              <a:ext uri="{FF2B5EF4-FFF2-40B4-BE49-F238E27FC236}">
                <a16:creationId xmlns:a16="http://schemas.microsoft.com/office/drawing/2014/main" id="{010126EF-ADEB-45B5-A17C-C6A5727A4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855874"/>
              </p:ext>
            </p:extLst>
          </p:nvPr>
        </p:nvGraphicFramePr>
        <p:xfrm>
          <a:off x="343877" y="2406874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914055"/>
              </p:ext>
            </p:extLst>
          </p:nvPr>
        </p:nvGraphicFramePr>
        <p:xfrm>
          <a:off x="8797550" y="-59921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77000">
                                <a:srgbClr val="FF0000"/>
                              </a:gs>
                              <a:gs pos="74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52000">
                                <a:srgbClr val="FF0000"/>
                              </a:gs>
                              <a:gs pos="50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عُ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 flip="none" rotWithShape="1">
                            <a:gsLst>
                              <a:gs pos="73000">
                                <a:srgbClr val="FF0000"/>
                              </a:gs>
                              <a:gs pos="72000">
                                <a:srgbClr val="000000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لٌ</a:t>
                      </a:r>
                      <a:endParaRPr lang="ar-EG" sz="4200" b="0" i="0" u="none" strike="noStrike" dirty="0">
                        <a:gradFill flip="none" rotWithShape="1">
                          <a:gsLst>
                            <a:gs pos="73000">
                              <a:srgbClr val="FF0000"/>
                            </a:gs>
                            <a:gs pos="72000">
                              <a:srgbClr val="000000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81000">
                                <a:srgbClr val="7F7F7F"/>
                              </a:gs>
                              <a:gs pos="7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61000">
                                <a:srgbClr val="000000"/>
                              </a:gs>
                              <a:gs pos="6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49000">
                                <a:srgbClr val="000000"/>
                              </a:gs>
                              <a:gs pos="5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endParaRPr lang="ar-AE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/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379967"/>
              </p:ext>
            </p:extLst>
          </p:nvPr>
        </p:nvGraphicFramePr>
        <p:xfrm>
          <a:off x="5391245" y="-26582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777273"/>
              </p:ext>
            </p:extLst>
          </p:nvPr>
        </p:nvGraphicFramePr>
        <p:xfrm>
          <a:off x="367863" y="-1065234"/>
          <a:ext cx="11477296" cy="932657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253766"/>
              </p:ext>
            </p:extLst>
          </p:nvPr>
        </p:nvGraphicFramePr>
        <p:xfrm>
          <a:off x="367864" y="-26582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14:cNvPr>
              <p14:cNvContentPartPr/>
              <p14:nvPr/>
            </p14:nvContentPartPr>
            <p14:xfrm>
              <a:off x="10585400" y="767080"/>
              <a:ext cx="1074620" cy="668152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1080" y="762760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14:cNvPr>
              <p14:cNvContentPartPr/>
              <p14:nvPr/>
            </p14:nvContentPartPr>
            <p14:xfrm rot="14989435" flipH="1">
              <a:off x="10571566" y="367189"/>
              <a:ext cx="301698" cy="759348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4989435" flipH="1">
                <a:off x="10567251" y="362868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14:cNvPr>
              <p14:cNvContentPartPr/>
              <p14:nvPr/>
            </p14:nvContentPartPr>
            <p14:xfrm rot="9837519">
              <a:off x="10261902" y="655410"/>
              <a:ext cx="159567" cy="162100"/>
            </p14:xfrm>
          </p:contentPart>
        </mc:Choice>
        <mc:Fallback xmlns="">
          <p:pic>
            <p:nvPicPr>
              <p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9837519">
                <a:off x="10257628" y="651106"/>
                <a:ext cx="168115" cy="170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14:cNvPr>
              <p14:cNvContentPartPr/>
              <p14:nvPr/>
            </p14:nvContentPartPr>
            <p14:xfrm rot="2465113">
              <a:off x="9154159" y="837532"/>
              <a:ext cx="144964" cy="153093"/>
            </p14:xfrm>
          </p:contentPart>
        </mc:Choice>
        <mc:Fallback xmlns="">
          <p:pic>
            <p:nvPicPr>
              <p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2465113">
                <a:off x="9149842" y="833220"/>
                <a:ext cx="153597" cy="16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14:cNvPr>
              <p14:cNvContentPartPr/>
              <p14:nvPr/>
            </p14:nvContentPartPr>
            <p14:xfrm rot="20024825" flipV="1">
              <a:off x="9129167" y="498736"/>
              <a:ext cx="149537" cy="402057"/>
            </p14:xfrm>
          </p:contentPart>
        </mc:Choice>
        <mc:Fallback xmlns="">
          <p:pic>
            <p:nvPicPr>
              <p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20024825" flipV="1">
                <a:off x="9124853" y="494417"/>
                <a:ext cx="158164" cy="410696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ikdörtgen 31">
            <a:extLst>
              <a:ext uri="{FF2B5EF4-FFF2-40B4-BE49-F238E27FC236}">
                <a16:creationId xmlns:a16="http://schemas.microsoft.com/office/drawing/2014/main" id="{C61DA33F-E4BF-4C73-8E8A-755AB4EC2C4E}"/>
              </a:ext>
            </a:extLst>
          </p:cNvPr>
          <p:cNvSpPr/>
          <p:nvPr/>
        </p:nvSpPr>
        <p:spPr>
          <a:xfrm>
            <a:off x="9197313" y="804527"/>
            <a:ext cx="870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gradFill>
                  <a:gsLst>
                    <a:gs pos="61000">
                      <a:srgbClr val="FF0000"/>
                    </a:gs>
                    <a:gs pos="58000">
                      <a:srgbClr val="000000"/>
                    </a:gs>
                  </a:gsLst>
                  <a:lin ang="14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ك</a:t>
            </a:r>
            <a:r>
              <a:rPr lang="ar-EG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ــ</a:t>
            </a:r>
            <a:r>
              <a:rPr lang="ar-EG" sz="3200" dirty="0">
                <a:gradFill>
                  <a:gsLst>
                    <a:gs pos="34000">
                      <a:srgbClr val="FF0000"/>
                    </a:gs>
                    <a:gs pos="35000">
                      <a:srgbClr val="000000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ت</a:t>
            </a:r>
            <a:r>
              <a:rPr lang="ar-EG" sz="3200" dirty="0">
                <a:gradFill>
                  <a:gsLst>
                    <a:gs pos="58000">
                      <a:srgbClr val="FF0000"/>
                    </a:gs>
                    <a:gs pos="57000">
                      <a:srgbClr val="000000"/>
                    </a:gs>
                  </a:gsLst>
                  <a:lin ang="162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ب</a:t>
            </a:r>
            <a:endParaRPr lang="ar-EG" sz="4000" dirty="0">
              <a:latin typeface="Arial" panose="020B060402020202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495273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568728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C2E07275-1300-486F-A926-E0F86A71F8E5}"/>
              </a:ext>
            </a:extLst>
          </p:cNvPr>
          <p:cNvSpPr/>
          <p:nvPr/>
        </p:nvSpPr>
        <p:spPr>
          <a:xfrm>
            <a:off x="9354565" y="662394"/>
            <a:ext cx="3706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 ٌ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636519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1154592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5" name="Tablo 44">
            <a:extLst>
              <a:ext uri="{FF2B5EF4-FFF2-40B4-BE49-F238E27FC236}">
                <a16:creationId xmlns:a16="http://schemas.microsoft.com/office/drawing/2014/main" id="{E3B7BEA8-BF59-46B5-9587-F701E9187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789512"/>
              </p:ext>
            </p:extLst>
          </p:nvPr>
        </p:nvGraphicFramePr>
        <p:xfrm>
          <a:off x="345105" y="3783458"/>
          <a:ext cx="11522337" cy="1131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ismin çoğulunun düzenli olup olmadığını ancak ezberleyerek bilebiliriz.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1077859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4" name="Tablo 43">
            <a:extLst>
              <a:ext uri="{FF2B5EF4-FFF2-40B4-BE49-F238E27FC236}">
                <a16:creationId xmlns:a16="http://schemas.microsoft.com/office/drawing/2014/main" id="{BE905B7C-03D4-4587-868A-D22ABC18B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655340"/>
              </p:ext>
            </p:extLst>
          </p:nvPr>
        </p:nvGraphicFramePr>
        <p:xfrm>
          <a:off x="343347" y="2523783"/>
          <a:ext cx="11522337" cy="1213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rtl="0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  <a:sym typeface="Wingdings 2" panose="05020102010507070707" pitchFamily="18" charset="2"/>
                        </a:rPr>
                        <a:t> </a:t>
                      </a:r>
                      <a:r>
                        <a:rPr lang="tr-TR" sz="2800" b="0" u="none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Arapça’da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eril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iki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eki,</a:t>
                      </a:r>
                      <a:r>
                        <a:rPr lang="tr-TR" sz="2800" b="0" u="non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dişil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ise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 vardır.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36" name="Dikdörtgen 35">
            <a:extLst>
              <a:ext uri="{FF2B5EF4-FFF2-40B4-BE49-F238E27FC236}">
                <a16:creationId xmlns:a16="http://schemas.microsoft.com/office/drawing/2014/main" id="{B0347549-A3A9-45AE-AB72-E3B295D34DCF}"/>
              </a:ext>
            </a:extLst>
          </p:cNvPr>
          <p:cNvSpPr/>
          <p:nvPr/>
        </p:nvSpPr>
        <p:spPr>
          <a:xfrm>
            <a:off x="2490168" y="781171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86A85297-46AE-4C90-BDFD-083B0306B9CC}"/>
              </a:ext>
            </a:extLst>
          </p:cNvPr>
          <p:cNvSpPr/>
          <p:nvPr/>
        </p:nvSpPr>
        <p:spPr>
          <a:xfrm>
            <a:off x="2383930" y="33367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A147A1EE-2D34-42FD-80AE-AE1EB007D8DF}"/>
              </a:ext>
            </a:extLst>
          </p:cNvPr>
          <p:cNvSpPr/>
          <p:nvPr/>
        </p:nvSpPr>
        <p:spPr>
          <a:xfrm>
            <a:off x="2076371" y="1528157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41" name="Tablo 40">
            <a:extLst>
              <a:ext uri="{FF2B5EF4-FFF2-40B4-BE49-F238E27FC236}">
                <a16:creationId xmlns:a16="http://schemas.microsoft.com/office/drawing/2014/main" id="{F92D5296-7BD9-4C48-A322-3B7B14AF5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003652"/>
              </p:ext>
            </p:extLst>
          </p:nvPr>
        </p:nvGraphicFramePr>
        <p:xfrm>
          <a:off x="283029" y="5073979"/>
          <a:ext cx="11625942" cy="2224026"/>
        </p:xfrm>
        <a:graphic>
          <a:graphicData uri="http://schemas.openxmlformats.org/drawingml/2006/table">
            <a:tbl>
              <a:tblPr firstRow="1" firstCol="1" bandRow="1"/>
              <a:tblGrid>
                <a:gridCol w="1918280">
                  <a:extLst>
                    <a:ext uri="{9D8B030D-6E8A-4147-A177-3AD203B41FA5}">
                      <a16:colId xmlns:a16="http://schemas.microsoft.com/office/drawing/2014/main" val="2497234647"/>
                    </a:ext>
                  </a:extLst>
                </a:gridCol>
                <a:gridCol w="1943857">
                  <a:extLst>
                    <a:ext uri="{9D8B030D-6E8A-4147-A177-3AD203B41FA5}">
                      <a16:colId xmlns:a16="http://schemas.microsoft.com/office/drawing/2014/main" val="3958630467"/>
                    </a:ext>
                  </a:extLst>
                </a:gridCol>
                <a:gridCol w="1932232">
                  <a:extLst>
                    <a:ext uri="{9D8B030D-6E8A-4147-A177-3AD203B41FA5}">
                      <a16:colId xmlns:a16="http://schemas.microsoft.com/office/drawing/2014/main" val="2355819517"/>
                    </a:ext>
                  </a:extLst>
                </a:gridCol>
                <a:gridCol w="1969435">
                  <a:extLst>
                    <a:ext uri="{9D8B030D-6E8A-4147-A177-3AD203B41FA5}">
                      <a16:colId xmlns:a16="http://schemas.microsoft.com/office/drawing/2014/main" val="2166160051"/>
                    </a:ext>
                  </a:extLst>
                </a:gridCol>
                <a:gridCol w="1934557">
                  <a:extLst>
                    <a:ext uri="{9D8B030D-6E8A-4147-A177-3AD203B41FA5}">
                      <a16:colId xmlns:a16="http://schemas.microsoft.com/office/drawing/2014/main" val="3038048049"/>
                    </a:ext>
                  </a:extLst>
                </a:gridCol>
                <a:gridCol w="1927581">
                  <a:extLst>
                    <a:ext uri="{9D8B030D-6E8A-4147-A177-3AD203B41FA5}">
                      <a16:colId xmlns:a16="http://schemas.microsoft.com/office/drawing/2014/main" val="3265381684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اَلْفَلَّاحُ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طَبِيبَ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اَلْكُتُبَ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اَلْأَرَائِكَ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ِيـنَ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مُدَرِّسَ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778585"/>
                  </a:ext>
                </a:extLst>
              </a:tr>
              <a:tr h="736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Çiftçi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Doktor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Koltuk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Mühendis</a:t>
                      </a:r>
                      <a:r>
                        <a:rPr lang="tr-TR" sz="20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Öğretmen</a:t>
                      </a:r>
                      <a:r>
                        <a:rPr lang="tr-TR" sz="20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942996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15018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وَالِد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ُونَ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مُمَرِّضَ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اَلسَّائِقِ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اَلْوَالِدَ</a:t>
                      </a:r>
                      <a:r>
                        <a:rPr lang="ar-EG" sz="3600" dirty="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اتُ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طُلَّـابًا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اَلْمَدَارِسِ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141802"/>
                  </a:ext>
                </a:extLst>
              </a:tr>
              <a:tr h="36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Baba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Hemşire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Şöför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Anne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Öğrenci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Okul</a:t>
                      </a:r>
                      <a:r>
                        <a:rPr lang="tr-TR" sz="2800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70038"/>
                  </a:ext>
                </a:extLst>
              </a:tr>
            </a:tbl>
          </a:graphicData>
        </a:graphic>
      </p:graphicFrame>
      <p:graphicFrame>
        <p:nvGraphicFramePr>
          <p:cNvPr id="42" name="Tablo 41">
            <a:extLst>
              <a:ext uri="{FF2B5EF4-FFF2-40B4-BE49-F238E27FC236}">
                <a16:creationId xmlns:a16="http://schemas.microsoft.com/office/drawing/2014/main" id="{CC96D38F-1C55-4A35-907C-0F1A3519C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586921"/>
              </p:ext>
            </p:extLst>
          </p:nvPr>
        </p:nvGraphicFramePr>
        <p:xfrm>
          <a:off x="365760" y="7710909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ٌ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دَفْتَرٌ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492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o 25">
            <a:extLst>
              <a:ext uri="{FF2B5EF4-FFF2-40B4-BE49-F238E27FC236}">
                <a16:creationId xmlns:a16="http://schemas.microsoft.com/office/drawing/2014/main" id="{010126EF-ADEB-45B5-A17C-C6A5727A4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735855"/>
              </p:ext>
            </p:extLst>
          </p:nvPr>
        </p:nvGraphicFramePr>
        <p:xfrm>
          <a:off x="343877" y="1413815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961533"/>
              </p:ext>
            </p:extLst>
          </p:nvPr>
        </p:nvGraphicFramePr>
        <p:xfrm>
          <a:off x="8797550" y="-1052980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77000">
                                <a:srgbClr val="FF0000"/>
                              </a:gs>
                              <a:gs pos="74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52000">
                                <a:srgbClr val="FF0000"/>
                              </a:gs>
                              <a:gs pos="50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عُ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 flip="none" rotWithShape="1">
                            <a:gsLst>
                              <a:gs pos="73000">
                                <a:srgbClr val="FF0000"/>
                              </a:gs>
                              <a:gs pos="72000">
                                <a:srgbClr val="000000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لٌ</a:t>
                      </a:r>
                      <a:endParaRPr lang="ar-EG" sz="4200" b="0" i="0" u="none" strike="noStrike" dirty="0">
                        <a:gradFill flip="none" rotWithShape="1">
                          <a:gsLst>
                            <a:gs pos="73000">
                              <a:srgbClr val="FF0000"/>
                            </a:gs>
                            <a:gs pos="72000">
                              <a:srgbClr val="000000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81000">
                                <a:srgbClr val="7F7F7F"/>
                              </a:gs>
                              <a:gs pos="7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61000">
                                <a:srgbClr val="000000"/>
                              </a:gs>
                              <a:gs pos="6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49000">
                                <a:srgbClr val="000000"/>
                              </a:gs>
                              <a:gs pos="5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endParaRPr lang="ar-AE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/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251543"/>
              </p:ext>
            </p:extLst>
          </p:nvPr>
        </p:nvGraphicFramePr>
        <p:xfrm>
          <a:off x="5391245" y="-1019641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559162"/>
              </p:ext>
            </p:extLst>
          </p:nvPr>
        </p:nvGraphicFramePr>
        <p:xfrm>
          <a:off x="367863" y="-2058293"/>
          <a:ext cx="11477296" cy="932657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44566"/>
              </p:ext>
            </p:extLst>
          </p:nvPr>
        </p:nvGraphicFramePr>
        <p:xfrm>
          <a:off x="367864" y="-1019641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14:cNvPr>
              <p14:cNvContentPartPr/>
              <p14:nvPr/>
            </p14:nvContentPartPr>
            <p14:xfrm>
              <a:off x="10585400" y="-225979"/>
              <a:ext cx="1074620" cy="668152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1080" y="-230299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14:cNvPr>
              <p14:cNvContentPartPr/>
              <p14:nvPr/>
            </p14:nvContentPartPr>
            <p14:xfrm rot="14989435" flipH="1">
              <a:off x="10571566" y="-625870"/>
              <a:ext cx="301698" cy="759348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4989435" flipH="1">
                <a:off x="10567251" y="-630191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14:cNvPr>
              <p14:cNvContentPartPr/>
              <p14:nvPr/>
            </p14:nvContentPartPr>
            <p14:xfrm rot="9837519">
              <a:off x="10261902" y="-337649"/>
              <a:ext cx="159567" cy="162100"/>
            </p14:xfrm>
          </p:contentPart>
        </mc:Choice>
        <mc:Fallback xmlns="">
          <p:pic>
            <p:nvPicPr>
              <p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9837519">
                <a:off x="10257628" y="-341953"/>
                <a:ext cx="168115" cy="170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14:cNvPr>
              <p14:cNvContentPartPr/>
              <p14:nvPr/>
            </p14:nvContentPartPr>
            <p14:xfrm rot="2465113">
              <a:off x="9154159" y="-155527"/>
              <a:ext cx="144964" cy="153093"/>
            </p14:xfrm>
          </p:contentPart>
        </mc:Choice>
        <mc:Fallback xmlns="">
          <p:pic>
            <p:nvPicPr>
              <p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2465113">
                <a:off x="9149842" y="-159839"/>
                <a:ext cx="153597" cy="16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14:cNvPr>
              <p14:cNvContentPartPr/>
              <p14:nvPr/>
            </p14:nvContentPartPr>
            <p14:xfrm rot="20024825" flipV="1">
              <a:off x="9129167" y="-494323"/>
              <a:ext cx="149537" cy="402057"/>
            </p14:xfrm>
          </p:contentPart>
        </mc:Choice>
        <mc:Fallback xmlns="">
          <p:pic>
            <p:nvPicPr>
              <p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20024825" flipV="1">
                <a:off x="9124853" y="-498642"/>
                <a:ext cx="158164" cy="410696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ikdörtgen 31">
            <a:extLst>
              <a:ext uri="{FF2B5EF4-FFF2-40B4-BE49-F238E27FC236}">
                <a16:creationId xmlns:a16="http://schemas.microsoft.com/office/drawing/2014/main" id="{C61DA33F-E4BF-4C73-8E8A-755AB4EC2C4E}"/>
              </a:ext>
            </a:extLst>
          </p:cNvPr>
          <p:cNvSpPr/>
          <p:nvPr/>
        </p:nvSpPr>
        <p:spPr>
          <a:xfrm>
            <a:off x="9197313" y="-188532"/>
            <a:ext cx="870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gradFill>
                  <a:gsLst>
                    <a:gs pos="61000">
                      <a:srgbClr val="FF0000"/>
                    </a:gs>
                    <a:gs pos="58000">
                      <a:srgbClr val="000000"/>
                    </a:gs>
                  </a:gsLst>
                  <a:lin ang="14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ك</a:t>
            </a:r>
            <a:r>
              <a:rPr lang="ar-EG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ــ</a:t>
            </a:r>
            <a:r>
              <a:rPr lang="ar-EG" sz="3200" dirty="0">
                <a:gradFill>
                  <a:gsLst>
                    <a:gs pos="34000">
                      <a:srgbClr val="FF0000"/>
                    </a:gs>
                    <a:gs pos="35000">
                      <a:srgbClr val="000000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ت</a:t>
            </a:r>
            <a:r>
              <a:rPr lang="ar-EG" sz="3200" dirty="0">
                <a:gradFill>
                  <a:gsLst>
                    <a:gs pos="58000">
                      <a:srgbClr val="FF0000"/>
                    </a:gs>
                    <a:gs pos="57000">
                      <a:srgbClr val="000000"/>
                    </a:gs>
                  </a:gsLst>
                  <a:lin ang="162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ب</a:t>
            </a:r>
            <a:endParaRPr lang="ar-EG" sz="4000" dirty="0">
              <a:latin typeface="Arial" panose="020B060402020202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-497786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-424331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C2E07275-1300-486F-A926-E0F86A71F8E5}"/>
              </a:ext>
            </a:extLst>
          </p:cNvPr>
          <p:cNvSpPr/>
          <p:nvPr/>
        </p:nvSpPr>
        <p:spPr>
          <a:xfrm>
            <a:off x="9354565" y="-330665"/>
            <a:ext cx="3706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 ٌ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-356540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161533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5" name="Tablo 44">
            <a:extLst>
              <a:ext uri="{FF2B5EF4-FFF2-40B4-BE49-F238E27FC236}">
                <a16:creationId xmlns:a16="http://schemas.microsoft.com/office/drawing/2014/main" id="{E3B7BEA8-BF59-46B5-9587-F701E9187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561501"/>
              </p:ext>
            </p:extLst>
          </p:nvPr>
        </p:nvGraphicFramePr>
        <p:xfrm>
          <a:off x="345105" y="2790399"/>
          <a:ext cx="11522337" cy="1131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ismin çoğulunun düzenli olup olmadığını ancak ezberleyerek bilebiliriz.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84800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4" name="Tablo 43">
            <a:extLst>
              <a:ext uri="{FF2B5EF4-FFF2-40B4-BE49-F238E27FC236}">
                <a16:creationId xmlns:a16="http://schemas.microsoft.com/office/drawing/2014/main" id="{BE905B7C-03D4-4587-868A-D22ABC18B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152286"/>
              </p:ext>
            </p:extLst>
          </p:nvPr>
        </p:nvGraphicFramePr>
        <p:xfrm>
          <a:off x="343347" y="1530724"/>
          <a:ext cx="11522337" cy="1213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rtl="0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  <a:sym typeface="Wingdings 2" panose="05020102010507070707" pitchFamily="18" charset="2"/>
                        </a:rPr>
                        <a:t> </a:t>
                      </a:r>
                      <a:r>
                        <a:rPr lang="tr-TR" sz="2800" b="0" u="none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Arapça’da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eril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iki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eki,</a:t>
                      </a:r>
                      <a:r>
                        <a:rPr lang="tr-TR" sz="2800" b="0" u="non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dişil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ise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 vardır.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36" name="Dikdörtgen 35">
            <a:extLst>
              <a:ext uri="{FF2B5EF4-FFF2-40B4-BE49-F238E27FC236}">
                <a16:creationId xmlns:a16="http://schemas.microsoft.com/office/drawing/2014/main" id="{B0347549-A3A9-45AE-AB72-E3B295D34DCF}"/>
              </a:ext>
            </a:extLst>
          </p:cNvPr>
          <p:cNvSpPr/>
          <p:nvPr/>
        </p:nvSpPr>
        <p:spPr>
          <a:xfrm>
            <a:off x="2490168" y="-211888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86A85297-46AE-4C90-BDFD-083B0306B9CC}"/>
              </a:ext>
            </a:extLst>
          </p:cNvPr>
          <p:cNvSpPr/>
          <p:nvPr/>
        </p:nvSpPr>
        <p:spPr>
          <a:xfrm>
            <a:off x="2383930" y="-959692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A147A1EE-2D34-42FD-80AE-AE1EB007D8DF}"/>
              </a:ext>
            </a:extLst>
          </p:cNvPr>
          <p:cNvSpPr/>
          <p:nvPr/>
        </p:nvSpPr>
        <p:spPr>
          <a:xfrm>
            <a:off x="2076371" y="535098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41" name="Tablo 40">
            <a:extLst>
              <a:ext uri="{FF2B5EF4-FFF2-40B4-BE49-F238E27FC236}">
                <a16:creationId xmlns:a16="http://schemas.microsoft.com/office/drawing/2014/main" id="{F92D5296-7BD9-4C48-A322-3B7B14AF5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371562"/>
              </p:ext>
            </p:extLst>
          </p:nvPr>
        </p:nvGraphicFramePr>
        <p:xfrm>
          <a:off x="283029" y="4080920"/>
          <a:ext cx="11625942" cy="2224026"/>
        </p:xfrm>
        <a:graphic>
          <a:graphicData uri="http://schemas.openxmlformats.org/drawingml/2006/table">
            <a:tbl>
              <a:tblPr firstRow="1" firstCol="1" bandRow="1"/>
              <a:tblGrid>
                <a:gridCol w="1918280">
                  <a:extLst>
                    <a:ext uri="{9D8B030D-6E8A-4147-A177-3AD203B41FA5}">
                      <a16:colId xmlns:a16="http://schemas.microsoft.com/office/drawing/2014/main" val="2497234647"/>
                    </a:ext>
                  </a:extLst>
                </a:gridCol>
                <a:gridCol w="1943857">
                  <a:extLst>
                    <a:ext uri="{9D8B030D-6E8A-4147-A177-3AD203B41FA5}">
                      <a16:colId xmlns:a16="http://schemas.microsoft.com/office/drawing/2014/main" val="3958630467"/>
                    </a:ext>
                  </a:extLst>
                </a:gridCol>
                <a:gridCol w="1932232">
                  <a:extLst>
                    <a:ext uri="{9D8B030D-6E8A-4147-A177-3AD203B41FA5}">
                      <a16:colId xmlns:a16="http://schemas.microsoft.com/office/drawing/2014/main" val="2355819517"/>
                    </a:ext>
                  </a:extLst>
                </a:gridCol>
                <a:gridCol w="1969435">
                  <a:extLst>
                    <a:ext uri="{9D8B030D-6E8A-4147-A177-3AD203B41FA5}">
                      <a16:colId xmlns:a16="http://schemas.microsoft.com/office/drawing/2014/main" val="2166160051"/>
                    </a:ext>
                  </a:extLst>
                </a:gridCol>
                <a:gridCol w="1934557">
                  <a:extLst>
                    <a:ext uri="{9D8B030D-6E8A-4147-A177-3AD203B41FA5}">
                      <a16:colId xmlns:a16="http://schemas.microsoft.com/office/drawing/2014/main" val="3038048049"/>
                    </a:ext>
                  </a:extLst>
                </a:gridCol>
                <a:gridCol w="1927581">
                  <a:extLst>
                    <a:ext uri="{9D8B030D-6E8A-4147-A177-3AD203B41FA5}">
                      <a16:colId xmlns:a16="http://schemas.microsoft.com/office/drawing/2014/main" val="3265381684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اَلْفَلَّاحُ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طَبِيبَ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اَلْكُتُبَ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اَلْأَرَائِكَ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ِيـنَ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مُدَرِّسَ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778585"/>
                  </a:ext>
                </a:extLst>
              </a:tr>
              <a:tr h="736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Çiftçi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Doktor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Koltuk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Mühendis</a:t>
                      </a:r>
                      <a:r>
                        <a:rPr lang="tr-TR" sz="20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Öğretmen</a:t>
                      </a:r>
                      <a:r>
                        <a:rPr lang="tr-TR" sz="20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942996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15018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وَالِد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ُونَ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مُمَرِّضَ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اَلسَّائِقِ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اَلْوَالِدَ</a:t>
                      </a:r>
                      <a:r>
                        <a:rPr lang="ar-EG" sz="3600" dirty="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اتُ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طُلَّـابًا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اَلْمَدَارِسِ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141802"/>
                  </a:ext>
                </a:extLst>
              </a:tr>
              <a:tr h="36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Baba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Hemşire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Şöför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Anne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Öğrenci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Okul</a:t>
                      </a:r>
                      <a:r>
                        <a:rPr lang="tr-TR" sz="2800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70038"/>
                  </a:ext>
                </a:extLst>
              </a:tr>
            </a:tbl>
          </a:graphicData>
        </a:graphic>
      </p:graphicFrame>
      <p:graphicFrame>
        <p:nvGraphicFramePr>
          <p:cNvPr id="42" name="Tablo 41">
            <a:extLst>
              <a:ext uri="{FF2B5EF4-FFF2-40B4-BE49-F238E27FC236}">
                <a16:creationId xmlns:a16="http://schemas.microsoft.com/office/drawing/2014/main" id="{CC96D38F-1C55-4A35-907C-0F1A3519C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46039"/>
              </p:ext>
            </p:extLst>
          </p:nvPr>
        </p:nvGraphicFramePr>
        <p:xfrm>
          <a:off x="365760" y="6717850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ٌ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دَفْتَرٌ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60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o 25">
            <a:extLst>
              <a:ext uri="{FF2B5EF4-FFF2-40B4-BE49-F238E27FC236}">
                <a16:creationId xmlns:a16="http://schemas.microsoft.com/office/drawing/2014/main" id="{010126EF-ADEB-45B5-A17C-C6A5727A4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751642"/>
              </p:ext>
            </p:extLst>
          </p:nvPr>
        </p:nvGraphicFramePr>
        <p:xfrm>
          <a:off x="343877" y="165117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205712"/>
              </p:ext>
            </p:extLst>
          </p:nvPr>
        </p:nvGraphicFramePr>
        <p:xfrm>
          <a:off x="8797550" y="-2301678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77000">
                                <a:srgbClr val="FF0000"/>
                              </a:gs>
                              <a:gs pos="74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52000">
                                <a:srgbClr val="FF0000"/>
                              </a:gs>
                              <a:gs pos="50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عُ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 flip="none" rotWithShape="1">
                            <a:gsLst>
                              <a:gs pos="73000">
                                <a:srgbClr val="FF0000"/>
                              </a:gs>
                              <a:gs pos="72000">
                                <a:srgbClr val="000000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لٌ</a:t>
                      </a:r>
                      <a:endParaRPr lang="ar-EG" sz="4200" b="0" i="0" u="none" strike="noStrike" dirty="0">
                        <a:gradFill flip="none" rotWithShape="1">
                          <a:gsLst>
                            <a:gs pos="73000">
                              <a:srgbClr val="FF0000"/>
                            </a:gs>
                            <a:gs pos="72000">
                              <a:srgbClr val="000000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81000">
                                <a:srgbClr val="7F7F7F"/>
                              </a:gs>
                              <a:gs pos="7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61000">
                                <a:srgbClr val="000000"/>
                              </a:gs>
                              <a:gs pos="6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49000">
                                <a:srgbClr val="000000"/>
                              </a:gs>
                              <a:gs pos="5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endParaRPr lang="ar-AE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/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88273"/>
              </p:ext>
            </p:extLst>
          </p:nvPr>
        </p:nvGraphicFramePr>
        <p:xfrm>
          <a:off x="5391245" y="-2268339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063514"/>
              </p:ext>
            </p:extLst>
          </p:nvPr>
        </p:nvGraphicFramePr>
        <p:xfrm>
          <a:off x="367863" y="-3306991"/>
          <a:ext cx="11477296" cy="932657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851340"/>
              </p:ext>
            </p:extLst>
          </p:nvPr>
        </p:nvGraphicFramePr>
        <p:xfrm>
          <a:off x="367864" y="-2268339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14:cNvPr>
              <p14:cNvContentPartPr/>
              <p14:nvPr/>
            </p14:nvContentPartPr>
            <p14:xfrm>
              <a:off x="10585400" y="-1474677"/>
              <a:ext cx="1074620" cy="668152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1080" y="-1478997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14:cNvPr>
              <p14:cNvContentPartPr/>
              <p14:nvPr/>
            </p14:nvContentPartPr>
            <p14:xfrm rot="14989435" flipH="1">
              <a:off x="10571566" y="-1874568"/>
              <a:ext cx="301698" cy="759348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4989435" flipH="1">
                <a:off x="10567251" y="-1878889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14:cNvPr>
              <p14:cNvContentPartPr/>
              <p14:nvPr/>
            </p14:nvContentPartPr>
            <p14:xfrm rot="9837519">
              <a:off x="10261902" y="-1586347"/>
              <a:ext cx="159567" cy="162100"/>
            </p14:xfrm>
          </p:contentPart>
        </mc:Choice>
        <mc:Fallback xmlns="">
          <p:pic>
            <p:nvPicPr>
              <p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9837519">
                <a:off x="10257628" y="-1590651"/>
                <a:ext cx="168115" cy="170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14:cNvPr>
              <p14:cNvContentPartPr/>
              <p14:nvPr/>
            </p14:nvContentPartPr>
            <p14:xfrm rot="2465113">
              <a:off x="9154159" y="-1404225"/>
              <a:ext cx="144964" cy="153093"/>
            </p14:xfrm>
          </p:contentPart>
        </mc:Choice>
        <mc:Fallback xmlns="">
          <p:pic>
            <p:nvPicPr>
              <p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2465113">
                <a:off x="9149842" y="-1408537"/>
                <a:ext cx="153597" cy="16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14:cNvPr>
              <p14:cNvContentPartPr/>
              <p14:nvPr/>
            </p14:nvContentPartPr>
            <p14:xfrm rot="20024825" flipV="1">
              <a:off x="9129167" y="-1743021"/>
              <a:ext cx="149537" cy="402057"/>
            </p14:xfrm>
          </p:contentPart>
        </mc:Choice>
        <mc:Fallback xmlns="">
          <p:pic>
            <p:nvPicPr>
              <p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20024825" flipV="1">
                <a:off x="9124853" y="-1747340"/>
                <a:ext cx="158164" cy="410696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ikdörtgen 31">
            <a:extLst>
              <a:ext uri="{FF2B5EF4-FFF2-40B4-BE49-F238E27FC236}">
                <a16:creationId xmlns:a16="http://schemas.microsoft.com/office/drawing/2014/main" id="{C61DA33F-E4BF-4C73-8E8A-755AB4EC2C4E}"/>
              </a:ext>
            </a:extLst>
          </p:cNvPr>
          <p:cNvSpPr/>
          <p:nvPr/>
        </p:nvSpPr>
        <p:spPr>
          <a:xfrm>
            <a:off x="9197313" y="-1437230"/>
            <a:ext cx="870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gradFill>
                  <a:gsLst>
                    <a:gs pos="61000">
                      <a:srgbClr val="FF0000"/>
                    </a:gs>
                    <a:gs pos="58000">
                      <a:srgbClr val="000000"/>
                    </a:gs>
                  </a:gsLst>
                  <a:lin ang="14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ك</a:t>
            </a:r>
            <a:r>
              <a:rPr lang="ar-EG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ــ</a:t>
            </a:r>
            <a:r>
              <a:rPr lang="ar-EG" sz="3200" dirty="0">
                <a:gradFill>
                  <a:gsLst>
                    <a:gs pos="34000">
                      <a:srgbClr val="FF0000"/>
                    </a:gs>
                    <a:gs pos="35000">
                      <a:srgbClr val="000000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ت</a:t>
            </a:r>
            <a:r>
              <a:rPr lang="ar-EG" sz="3200" dirty="0">
                <a:gradFill>
                  <a:gsLst>
                    <a:gs pos="58000">
                      <a:srgbClr val="FF0000"/>
                    </a:gs>
                    <a:gs pos="57000">
                      <a:srgbClr val="000000"/>
                    </a:gs>
                  </a:gsLst>
                  <a:lin ang="162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ب</a:t>
            </a:r>
            <a:endParaRPr lang="ar-EG" sz="4000" dirty="0">
              <a:latin typeface="Arial" panose="020B060402020202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-1746484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-1673029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C2E07275-1300-486F-A926-E0F86A71F8E5}"/>
              </a:ext>
            </a:extLst>
          </p:cNvPr>
          <p:cNvSpPr/>
          <p:nvPr/>
        </p:nvSpPr>
        <p:spPr>
          <a:xfrm>
            <a:off x="9354565" y="-1579363"/>
            <a:ext cx="3706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 ٌ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-1605238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-1087165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5" name="Tablo 44">
            <a:extLst>
              <a:ext uri="{FF2B5EF4-FFF2-40B4-BE49-F238E27FC236}">
                <a16:creationId xmlns:a16="http://schemas.microsoft.com/office/drawing/2014/main" id="{E3B7BEA8-BF59-46B5-9587-F701E9187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790839"/>
              </p:ext>
            </p:extLst>
          </p:nvPr>
        </p:nvGraphicFramePr>
        <p:xfrm>
          <a:off x="345105" y="1541701"/>
          <a:ext cx="11522337" cy="1131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ismin çoğulunun düzenli olup olmadığını ancak ezberleyerek bilebiliriz.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-1163898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4" name="Tablo 43">
            <a:extLst>
              <a:ext uri="{FF2B5EF4-FFF2-40B4-BE49-F238E27FC236}">
                <a16:creationId xmlns:a16="http://schemas.microsoft.com/office/drawing/2014/main" id="{BE905B7C-03D4-4587-868A-D22ABC18B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414007"/>
              </p:ext>
            </p:extLst>
          </p:nvPr>
        </p:nvGraphicFramePr>
        <p:xfrm>
          <a:off x="343347" y="282026"/>
          <a:ext cx="11522337" cy="1213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rtl="0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  <a:sym typeface="Wingdings 2" panose="05020102010507070707" pitchFamily="18" charset="2"/>
                        </a:rPr>
                        <a:t> </a:t>
                      </a:r>
                      <a:r>
                        <a:rPr lang="tr-TR" sz="2800" b="0" u="none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Arapça’da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eril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iki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eki,</a:t>
                      </a:r>
                      <a:r>
                        <a:rPr lang="tr-TR" sz="2800" b="0" u="non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dişil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ise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 vardır.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36" name="Dikdörtgen 35">
            <a:extLst>
              <a:ext uri="{FF2B5EF4-FFF2-40B4-BE49-F238E27FC236}">
                <a16:creationId xmlns:a16="http://schemas.microsoft.com/office/drawing/2014/main" id="{B0347549-A3A9-45AE-AB72-E3B295D34DCF}"/>
              </a:ext>
            </a:extLst>
          </p:cNvPr>
          <p:cNvSpPr/>
          <p:nvPr/>
        </p:nvSpPr>
        <p:spPr>
          <a:xfrm>
            <a:off x="2490168" y="-1460586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86A85297-46AE-4C90-BDFD-083B0306B9CC}"/>
              </a:ext>
            </a:extLst>
          </p:cNvPr>
          <p:cNvSpPr/>
          <p:nvPr/>
        </p:nvSpPr>
        <p:spPr>
          <a:xfrm>
            <a:off x="2383930" y="-2208390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A147A1EE-2D34-42FD-80AE-AE1EB007D8DF}"/>
              </a:ext>
            </a:extLst>
          </p:cNvPr>
          <p:cNvSpPr/>
          <p:nvPr/>
        </p:nvSpPr>
        <p:spPr>
          <a:xfrm>
            <a:off x="2076371" y="-713600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41" name="Tablo 40">
            <a:extLst>
              <a:ext uri="{FF2B5EF4-FFF2-40B4-BE49-F238E27FC236}">
                <a16:creationId xmlns:a16="http://schemas.microsoft.com/office/drawing/2014/main" id="{F92D5296-7BD9-4C48-A322-3B7B14AF5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467760"/>
              </p:ext>
            </p:extLst>
          </p:nvPr>
        </p:nvGraphicFramePr>
        <p:xfrm>
          <a:off x="283029" y="2832222"/>
          <a:ext cx="11625942" cy="2224026"/>
        </p:xfrm>
        <a:graphic>
          <a:graphicData uri="http://schemas.openxmlformats.org/drawingml/2006/table">
            <a:tbl>
              <a:tblPr firstRow="1" firstCol="1" bandRow="1"/>
              <a:tblGrid>
                <a:gridCol w="1918280">
                  <a:extLst>
                    <a:ext uri="{9D8B030D-6E8A-4147-A177-3AD203B41FA5}">
                      <a16:colId xmlns:a16="http://schemas.microsoft.com/office/drawing/2014/main" val="2497234647"/>
                    </a:ext>
                  </a:extLst>
                </a:gridCol>
                <a:gridCol w="1943857">
                  <a:extLst>
                    <a:ext uri="{9D8B030D-6E8A-4147-A177-3AD203B41FA5}">
                      <a16:colId xmlns:a16="http://schemas.microsoft.com/office/drawing/2014/main" val="3958630467"/>
                    </a:ext>
                  </a:extLst>
                </a:gridCol>
                <a:gridCol w="1932232">
                  <a:extLst>
                    <a:ext uri="{9D8B030D-6E8A-4147-A177-3AD203B41FA5}">
                      <a16:colId xmlns:a16="http://schemas.microsoft.com/office/drawing/2014/main" val="2355819517"/>
                    </a:ext>
                  </a:extLst>
                </a:gridCol>
                <a:gridCol w="1969435">
                  <a:extLst>
                    <a:ext uri="{9D8B030D-6E8A-4147-A177-3AD203B41FA5}">
                      <a16:colId xmlns:a16="http://schemas.microsoft.com/office/drawing/2014/main" val="2166160051"/>
                    </a:ext>
                  </a:extLst>
                </a:gridCol>
                <a:gridCol w="1934557">
                  <a:extLst>
                    <a:ext uri="{9D8B030D-6E8A-4147-A177-3AD203B41FA5}">
                      <a16:colId xmlns:a16="http://schemas.microsoft.com/office/drawing/2014/main" val="3038048049"/>
                    </a:ext>
                  </a:extLst>
                </a:gridCol>
                <a:gridCol w="1927581">
                  <a:extLst>
                    <a:ext uri="{9D8B030D-6E8A-4147-A177-3AD203B41FA5}">
                      <a16:colId xmlns:a16="http://schemas.microsoft.com/office/drawing/2014/main" val="3265381684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اَلْفَلَّاحُ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طَبِيبَ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اَلْكُتُبَ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اَلْأَرَائِكَ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ِيـنَ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مُدَرِّسَ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778585"/>
                  </a:ext>
                </a:extLst>
              </a:tr>
              <a:tr h="736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Çiftçi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Doktor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Koltuk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Mühendis</a:t>
                      </a:r>
                      <a:r>
                        <a:rPr lang="tr-TR" sz="20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Öğretmen</a:t>
                      </a:r>
                      <a:r>
                        <a:rPr lang="tr-TR" sz="20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942996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15018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وَالِد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ُونَ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مُمَرِّضَ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اَلسَّائِقِ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اَلْوَالِد</a:t>
                      </a:r>
                      <a:r>
                        <a:rPr lang="ar-EG" sz="3600">
                          <a:solidFill>
                            <a:srgbClr val="FF66CC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اتُ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طُلَّـابًا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اَلْمَدَارِسِ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141802"/>
                  </a:ext>
                </a:extLst>
              </a:tr>
              <a:tr h="36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Baba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Hemşire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Şöför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Anne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Öğrenci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Okul</a:t>
                      </a:r>
                      <a:r>
                        <a:rPr lang="tr-TR" sz="2800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70038"/>
                  </a:ext>
                </a:extLst>
              </a:tr>
            </a:tbl>
          </a:graphicData>
        </a:graphic>
      </p:graphicFrame>
      <p:graphicFrame>
        <p:nvGraphicFramePr>
          <p:cNvPr id="42" name="Tablo 41">
            <a:extLst>
              <a:ext uri="{FF2B5EF4-FFF2-40B4-BE49-F238E27FC236}">
                <a16:creationId xmlns:a16="http://schemas.microsoft.com/office/drawing/2014/main" id="{CC96D38F-1C55-4A35-907C-0F1A3519C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392311"/>
              </p:ext>
            </p:extLst>
          </p:nvPr>
        </p:nvGraphicFramePr>
        <p:xfrm>
          <a:off x="365760" y="546915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ٌ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دَفْتَرٌ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142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o 25">
            <a:extLst>
              <a:ext uri="{FF2B5EF4-FFF2-40B4-BE49-F238E27FC236}">
                <a16:creationId xmlns:a16="http://schemas.microsoft.com/office/drawing/2014/main" id="{010126EF-ADEB-45B5-A17C-C6A5727A4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184338"/>
              </p:ext>
            </p:extLst>
          </p:nvPr>
        </p:nvGraphicFramePr>
        <p:xfrm>
          <a:off x="343877" y="-798445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591510"/>
              </p:ext>
            </p:extLst>
          </p:nvPr>
        </p:nvGraphicFramePr>
        <p:xfrm>
          <a:off x="8797550" y="-3265240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77000">
                                <a:srgbClr val="FF0000"/>
                              </a:gs>
                              <a:gs pos="74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52000">
                                <a:srgbClr val="FF0000"/>
                              </a:gs>
                              <a:gs pos="50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عُ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 flip="none" rotWithShape="1">
                            <a:gsLst>
                              <a:gs pos="73000">
                                <a:srgbClr val="FF0000"/>
                              </a:gs>
                              <a:gs pos="72000">
                                <a:srgbClr val="000000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لٌ</a:t>
                      </a:r>
                      <a:endParaRPr lang="ar-EG" sz="4200" b="0" i="0" u="none" strike="noStrike" dirty="0">
                        <a:gradFill flip="none" rotWithShape="1">
                          <a:gsLst>
                            <a:gs pos="73000">
                              <a:srgbClr val="FF0000"/>
                            </a:gs>
                            <a:gs pos="72000">
                              <a:srgbClr val="000000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81000">
                                <a:srgbClr val="7F7F7F"/>
                              </a:gs>
                              <a:gs pos="7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61000">
                                <a:srgbClr val="000000"/>
                              </a:gs>
                              <a:gs pos="6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49000">
                                <a:srgbClr val="000000"/>
                              </a:gs>
                              <a:gs pos="5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endParaRPr lang="ar-AE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/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669063"/>
              </p:ext>
            </p:extLst>
          </p:nvPr>
        </p:nvGraphicFramePr>
        <p:xfrm>
          <a:off x="5391245" y="-3231901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605912"/>
              </p:ext>
            </p:extLst>
          </p:nvPr>
        </p:nvGraphicFramePr>
        <p:xfrm>
          <a:off x="367863" y="-4270553"/>
          <a:ext cx="11477296" cy="932657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649095"/>
              </p:ext>
            </p:extLst>
          </p:nvPr>
        </p:nvGraphicFramePr>
        <p:xfrm>
          <a:off x="367864" y="-3231901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14:cNvPr>
              <p14:cNvContentPartPr/>
              <p14:nvPr/>
            </p14:nvContentPartPr>
            <p14:xfrm>
              <a:off x="10585400" y="-2438239"/>
              <a:ext cx="1074620" cy="668152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1080" y="-2442559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14:cNvPr>
              <p14:cNvContentPartPr/>
              <p14:nvPr/>
            </p14:nvContentPartPr>
            <p14:xfrm rot="14989435" flipH="1">
              <a:off x="10571566" y="-2838130"/>
              <a:ext cx="301698" cy="759348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4989435" flipH="1">
                <a:off x="10567251" y="-2842451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14:cNvPr>
              <p14:cNvContentPartPr/>
              <p14:nvPr/>
            </p14:nvContentPartPr>
            <p14:xfrm rot="9837519">
              <a:off x="10261902" y="-2549909"/>
              <a:ext cx="159567" cy="162100"/>
            </p14:xfrm>
          </p:contentPart>
        </mc:Choice>
        <mc:Fallback xmlns="">
          <p:pic>
            <p:nvPicPr>
              <p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9837519">
                <a:off x="10257628" y="-2554213"/>
                <a:ext cx="168115" cy="170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14:cNvPr>
              <p14:cNvContentPartPr/>
              <p14:nvPr/>
            </p14:nvContentPartPr>
            <p14:xfrm rot="2465113">
              <a:off x="9154159" y="-2367787"/>
              <a:ext cx="144964" cy="153093"/>
            </p14:xfrm>
          </p:contentPart>
        </mc:Choice>
        <mc:Fallback xmlns="">
          <p:pic>
            <p:nvPicPr>
              <p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2465113">
                <a:off x="9149842" y="-2372099"/>
                <a:ext cx="153597" cy="16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14:cNvPr>
              <p14:cNvContentPartPr/>
              <p14:nvPr/>
            </p14:nvContentPartPr>
            <p14:xfrm rot="20024825" flipV="1">
              <a:off x="9129167" y="-2706583"/>
              <a:ext cx="149537" cy="402057"/>
            </p14:xfrm>
          </p:contentPart>
        </mc:Choice>
        <mc:Fallback xmlns="">
          <p:pic>
            <p:nvPicPr>
              <p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20024825" flipV="1">
                <a:off x="9124853" y="-2710902"/>
                <a:ext cx="158164" cy="410696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ikdörtgen 31">
            <a:extLst>
              <a:ext uri="{FF2B5EF4-FFF2-40B4-BE49-F238E27FC236}">
                <a16:creationId xmlns:a16="http://schemas.microsoft.com/office/drawing/2014/main" id="{C61DA33F-E4BF-4C73-8E8A-755AB4EC2C4E}"/>
              </a:ext>
            </a:extLst>
          </p:cNvPr>
          <p:cNvSpPr/>
          <p:nvPr/>
        </p:nvSpPr>
        <p:spPr>
          <a:xfrm>
            <a:off x="9197313" y="-2400792"/>
            <a:ext cx="870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gradFill>
                  <a:gsLst>
                    <a:gs pos="61000">
                      <a:srgbClr val="FF0000"/>
                    </a:gs>
                    <a:gs pos="58000">
                      <a:srgbClr val="000000"/>
                    </a:gs>
                  </a:gsLst>
                  <a:lin ang="14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ك</a:t>
            </a:r>
            <a:r>
              <a:rPr lang="ar-EG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ــ</a:t>
            </a:r>
            <a:r>
              <a:rPr lang="ar-EG" sz="3200" dirty="0">
                <a:gradFill>
                  <a:gsLst>
                    <a:gs pos="34000">
                      <a:srgbClr val="FF0000"/>
                    </a:gs>
                    <a:gs pos="35000">
                      <a:srgbClr val="000000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ت</a:t>
            </a:r>
            <a:r>
              <a:rPr lang="ar-EG" sz="3200" dirty="0">
                <a:gradFill>
                  <a:gsLst>
                    <a:gs pos="58000">
                      <a:srgbClr val="FF0000"/>
                    </a:gs>
                    <a:gs pos="57000">
                      <a:srgbClr val="000000"/>
                    </a:gs>
                  </a:gsLst>
                  <a:lin ang="162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ب</a:t>
            </a:r>
            <a:endParaRPr lang="ar-EG" sz="4000" dirty="0">
              <a:latin typeface="Arial" panose="020B060402020202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-2710046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-2636591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C2E07275-1300-486F-A926-E0F86A71F8E5}"/>
              </a:ext>
            </a:extLst>
          </p:cNvPr>
          <p:cNvSpPr/>
          <p:nvPr/>
        </p:nvSpPr>
        <p:spPr>
          <a:xfrm>
            <a:off x="9354565" y="-2542925"/>
            <a:ext cx="3706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 ٌ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-2568800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-2050727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5" name="Tablo 44">
            <a:extLst>
              <a:ext uri="{FF2B5EF4-FFF2-40B4-BE49-F238E27FC236}">
                <a16:creationId xmlns:a16="http://schemas.microsoft.com/office/drawing/2014/main" id="{E3B7BEA8-BF59-46B5-9587-F701E9187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524312"/>
              </p:ext>
            </p:extLst>
          </p:nvPr>
        </p:nvGraphicFramePr>
        <p:xfrm>
          <a:off x="345105" y="578139"/>
          <a:ext cx="11522337" cy="1131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ismin çoğulunun düzenli olup olmadığını ancak ezberleyerek bilebiliriz.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-2127460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4" name="Tablo 43">
            <a:extLst>
              <a:ext uri="{FF2B5EF4-FFF2-40B4-BE49-F238E27FC236}">
                <a16:creationId xmlns:a16="http://schemas.microsoft.com/office/drawing/2014/main" id="{BE905B7C-03D4-4587-868A-D22ABC18B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372482"/>
              </p:ext>
            </p:extLst>
          </p:nvPr>
        </p:nvGraphicFramePr>
        <p:xfrm>
          <a:off x="343347" y="-681536"/>
          <a:ext cx="11522337" cy="1213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rtl="0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  <a:sym typeface="Wingdings 2" panose="05020102010507070707" pitchFamily="18" charset="2"/>
                        </a:rPr>
                        <a:t> </a:t>
                      </a:r>
                      <a:r>
                        <a:rPr lang="tr-TR" sz="2800" b="0" u="none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Arapça’da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eril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iki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eki,</a:t>
                      </a:r>
                      <a:r>
                        <a:rPr lang="tr-TR" sz="2800" b="0" u="non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dişil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ise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 vardır.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36" name="Dikdörtgen 35">
            <a:extLst>
              <a:ext uri="{FF2B5EF4-FFF2-40B4-BE49-F238E27FC236}">
                <a16:creationId xmlns:a16="http://schemas.microsoft.com/office/drawing/2014/main" id="{B0347549-A3A9-45AE-AB72-E3B295D34DCF}"/>
              </a:ext>
            </a:extLst>
          </p:cNvPr>
          <p:cNvSpPr/>
          <p:nvPr/>
        </p:nvSpPr>
        <p:spPr>
          <a:xfrm>
            <a:off x="2490168" y="-2424148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86A85297-46AE-4C90-BDFD-083B0306B9CC}"/>
              </a:ext>
            </a:extLst>
          </p:cNvPr>
          <p:cNvSpPr/>
          <p:nvPr/>
        </p:nvSpPr>
        <p:spPr>
          <a:xfrm>
            <a:off x="2383930" y="-3171952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A147A1EE-2D34-42FD-80AE-AE1EB007D8DF}"/>
              </a:ext>
            </a:extLst>
          </p:cNvPr>
          <p:cNvSpPr/>
          <p:nvPr/>
        </p:nvSpPr>
        <p:spPr>
          <a:xfrm>
            <a:off x="2076371" y="-1677162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41" name="Tablo 40">
            <a:extLst>
              <a:ext uri="{FF2B5EF4-FFF2-40B4-BE49-F238E27FC236}">
                <a16:creationId xmlns:a16="http://schemas.microsoft.com/office/drawing/2014/main" id="{F92D5296-7BD9-4C48-A322-3B7B14AF5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073203"/>
              </p:ext>
            </p:extLst>
          </p:nvPr>
        </p:nvGraphicFramePr>
        <p:xfrm>
          <a:off x="283029" y="1868660"/>
          <a:ext cx="11625942" cy="2224026"/>
        </p:xfrm>
        <a:graphic>
          <a:graphicData uri="http://schemas.openxmlformats.org/drawingml/2006/table">
            <a:tbl>
              <a:tblPr firstRow="1" firstCol="1" bandRow="1"/>
              <a:tblGrid>
                <a:gridCol w="1918280">
                  <a:extLst>
                    <a:ext uri="{9D8B030D-6E8A-4147-A177-3AD203B41FA5}">
                      <a16:colId xmlns:a16="http://schemas.microsoft.com/office/drawing/2014/main" val="2497234647"/>
                    </a:ext>
                  </a:extLst>
                </a:gridCol>
                <a:gridCol w="1943857">
                  <a:extLst>
                    <a:ext uri="{9D8B030D-6E8A-4147-A177-3AD203B41FA5}">
                      <a16:colId xmlns:a16="http://schemas.microsoft.com/office/drawing/2014/main" val="3958630467"/>
                    </a:ext>
                  </a:extLst>
                </a:gridCol>
                <a:gridCol w="1932232">
                  <a:extLst>
                    <a:ext uri="{9D8B030D-6E8A-4147-A177-3AD203B41FA5}">
                      <a16:colId xmlns:a16="http://schemas.microsoft.com/office/drawing/2014/main" val="2355819517"/>
                    </a:ext>
                  </a:extLst>
                </a:gridCol>
                <a:gridCol w="1969435">
                  <a:extLst>
                    <a:ext uri="{9D8B030D-6E8A-4147-A177-3AD203B41FA5}">
                      <a16:colId xmlns:a16="http://schemas.microsoft.com/office/drawing/2014/main" val="2166160051"/>
                    </a:ext>
                  </a:extLst>
                </a:gridCol>
                <a:gridCol w="1934557">
                  <a:extLst>
                    <a:ext uri="{9D8B030D-6E8A-4147-A177-3AD203B41FA5}">
                      <a16:colId xmlns:a16="http://schemas.microsoft.com/office/drawing/2014/main" val="3038048049"/>
                    </a:ext>
                  </a:extLst>
                </a:gridCol>
                <a:gridCol w="1927581">
                  <a:extLst>
                    <a:ext uri="{9D8B030D-6E8A-4147-A177-3AD203B41FA5}">
                      <a16:colId xmlns:a16="http://schemas.microsoft.com/office/drawing/2014/main" val="3265381684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اَلْفَلَّاحُ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طَبِيبَ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اَلْكُتُبَ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اَلْأَرَائِكَ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ِيـنَ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مُدَرِّسَ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778585"/>
                  </a:ext>
                </a:extLst>
              </a:tr>
              <a:tr h="736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Çiftçi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Doktor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Koltuk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Mühendis</a:t>
                      </a:r>
                      <a:r>
                        <a:rPr lang="tr-TR" sz="20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Öğretmen</a:t>
                      </a:r>
                      <a:r>
                        <a:rPr lang="tr-TR" sz="20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942996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15018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وَالِد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ُونَ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مُمَرِّضَ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اَلسَّائِقِ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اَلْوَالِد</a:t>
                      </a:r>
                      <a:r>
                        <a:rPr lang="ar-EG" sz="3600">
                          <a:solidFill>
                            <a:srgbClr val="FF66CC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اتُ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طُلَّـابًا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اَلْمَدَارِسِ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141802"/>
                  </a:ext>
                </a:extLst>
              </a:tr>
              <a:tr h="36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Baba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Hemşire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Şöför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Anne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Öğrenci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Okul</a:t>
                      </a:r>
                      <a:r>
                        <a:rPr lang="tr-TR" sz="2800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70038"/>
                  </a:ext>
                </a:extLst>
              </a:tr>
            </a:tbl>
          </a:graphicData>
        </a:graphic>
      </p:graphicFrame>
      <p:graphicFrame>
        <p:nvGraphicFramePr>
          <p:cNvPr id="42" name="Tablo 41">
            <a:extLst>
              <a:ext uri="{FF2B5EF4-FFF2-40B4-BE49-F238E27FC236}">
                <a16:creationId xmlns:a16="http://schemas.microsoft.com/office/drawing/2014/main" id="{CC96D38F-1C55-4A35-907C-0F1A3519C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168674"/>
              </p:ext>
            </p:extLst>
          </p:nvPr>
        </p:nvGraphicFramePr>
        <p:xfrm>
          <a:off x="365760" y="4505590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ٌ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دَفْتَرٌ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41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o 25">
            <a:extLst>
              <a:ext uri="{FF2B5EF4-FFF2-40B4-BE49-F238E27FC236}">
                <a16:creationId xmlns:a16="http://schemas.microsoft.com/office/drawing/2014/main" id="{010126EF-ADEB-45B5-A17C-C6A5727A4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297153"/>
              </p:ext>
            </p:extLst>
          </p:nvPr>
        </p:nvGraphicFramePr>
        <p:xfrm>
          <a:off x="343877" y="-1496537"/>
          <a:ext cx="11528575" cy="2490388"/>
        </p:xfrm>
        <a:graphic>
          <a:graphicData uri="http://schemas.openxmlformats.org/drawingml/2006/table">
            <a:tbl>
              <a:tblPr firstRow="1" firstCol="1" bandRow="1"/>
              <a:tblGrid>
                <a:gridCol w="11528575">
                  <a:extLst>
                    <a:ext uri="{9D8B030D-6E8A-4147-A177-3AD203B41FA5}">
                      <a16:colId xmlns:a16="http://schemas.microsoft.com/office/drawing/2014/main" val="369585253"/>
                    </a:ext>
                  </a:extLst>
                </a:gridCol>
              </a:tblGrid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1021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9542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425749"/>
                  </a:ext>
                </a:extLst>
              </a:tr>
              <a:tr h="622597">
                <a:tc>
                  <a:txBody>
                    <a:bodyPr/>
                    <a:lstStyle/>
                    <a:p>
                      <a:pPr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30" marR="125730" marT="17463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13192"/>
                  </a:ext>
                </a:extLst>
              </a:tr>
            </a:tbl>
          </a:graphicData>
        </a:graphic>
      </p:graphicFrame>
      <p:graphicFrame>
        <p:nvGraphicFramePr>
          <p:cNvPr id="25" name="Tablo 24">
            <a:extLst>
              <a:ext uri="{FF2B5EF4-FFF2-40B4-BE49-F238E27FC236}">
                <a16:creationId xmlns:a16="http://schemas.microsoft.com/office/drawing/2014/main" id="{BB5FFFC4-DE31-464D-91FF-1FAA62E69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325263"/>
              </p:ext>
            </p:extLst>
          </p:nvPr>
        </p:nvGraphicFramePr>
        <p:xfrm>
          <a:off x="8797550" y="-3963332"/>
          <a:ext cx="2862470" cy="2079174"/>
        </p:xfrm>
        <a:graphic>
          <a:graphicData uri="http://schemas.openxmlformats.org/drawingml/2006/table">
            <a:tbl>
              <a:tblPr firstRow="1" firstCol="1" bandRow="1"/>
              <a:tblGrid>
                <a:gridCol w="1700165">
                  <a:extLst>
                    <a:ext uri="{9D8B030D-6E8A-4147-A177-3AD203B41FA5}">
                      <a16:colId xmlns:a16="http://schemas.microsoft.com/office/drawing/2014/main" val="71822545"/>
                    </a:ext>
                  </a:extLst>
                </a:gridCol>
                <a:gridCol w="1162305">
                  <a:extLst>
                    <a:ext uri="{9D8B030D-6E8A-4147-A177-3AD203B41FA5}">
                      <a16:colId xmlns:a16="http://schemas.microsoft.com/office/drawing/2014/main" val="337105015"/>
                    </a:ext>
                  </a:extLst>
                </a:gridCol>
              </a:tblGrid>
              <a:tr h="721457"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77000">
                                <a:srgbClr val="FF0000"/>
                              </a:gs>
                              <a:gs pos="74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>
                            <a:gsLst>
                              <a:gs pos="52000">
                                <a:srgbClr val="FF0000"/>
                              </a:gs>
                              <a:gs pos="50000">
                                <a:srgbClr val="000000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عُ</a:t>
                      </a:r>
                      <a:r>
                        <a:rPr lang="ar-EG" sz="3800" b="1" i="0" u="none" strike="noStrike" dirty="0">
                          <a:ln>
                            <a:noFill/>
                          </a:ln>
                          <a:gradFill flip="none" rotWithShape="1">
                            <a:gsLst>
                              <a:gs pos="73000">
                                <a:srgbClr val="FF0000"/>
                              </a:gs>
                              <a:gs pos="72000">
                                <a:srgbClr val="000000"/>
                              </a:gs>
                            </a:gsLst>
                            <a:lin ang="13500000" scaled="1"/>
                            <a:tileRect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لٌ</a:t>
                      </a:r>
                      <a:endParaRPr lang="ar-EG" sz="4200" b="0" i="0" u="none" strike="noStrike" dirty="0">
                        <a:gradFill flip="none" rotWithShape="1">
                          <a:gsLst>
                            <a:gs pos="73000">
                              <a:srgbClr val="FF0000"/>
                            </a:gs>
                            <a:gs pos="72000">
                              <a:srgbClr val="000000"/>
                            </a:gs>
                          </a:gsLst>
                          <a:lin ang="13500000" scaled="1"/>
                          <a:tileRect/>
                        </a:gra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33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993317"/>
                  </a:ext>
                </a:extLst>
              </a:tr>
              <a:tr h="63867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EG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81000">
                                <a:srgbClr val="7F7F7F"/>
                              </a:gs>
                              <a:gs pos="78000">
                                <a:srgbClr val="000000"/>
                              </a:gs>
                            </a:gsLst>
                            <a:lin ang="54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كِ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61000">
                                <a:srgbClr val="000000"/>
                              </a:gs>
                              <a:gs pos="6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AE" sz="3300" b="0" i="0" u="none" strike="noStrike" dirty="0">
                          <a:ln>
                            <a:noFill/>
                          </a:ln>
                          <a:gradFill>
                            <a:gsLst>
                              <a:gs pos="49000">
                                <a:srgbClr val="000000"/>
                              </a:gs>
                              <a:gs pos="55000">
                                <a:srgbClr val="A6A6A6"/>
                              </a:gs>
                            </a:gsLst>
                            <a:lin ang="16200000" scaled="0"/>
                          </a:gra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بٌ</a:t>
                      </a:r>
                      <a:endParaRPr lang="ar-AE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442158"/>
                  </a:ext>
                </a:extLst>
              </a:tr>
              <a:tr h="471438">
                <a:tc>
                  <a:txBody>
                    <a:bodyPr/>
                    <a:lstStyle/>
                    <a:p>
                      <a:pPr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4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endParaRPr lang="tr-TR" dirty="0"/>
                    </a:p>
                  </a:txBody>
                  <a:tcPr marL="215537" marR="215537" marT="107769" marB="1077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3659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5A482770-435A-4898-A5C7-05050BE8B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637523"/>
              </p:ext>
            </p:extLst>
          </p:nvPr>
        </p:nvGraphicFramePr>
        <p:xfrm>
          <a:off x="5391245" y="-3929993"/>
          <a:ext cx="4229740" cy="2337497"/>
        </p:xfrm>
        <a:graphic>
          <a:graphicData uri="http://schemas.openxmlformats.org/drawingml/2006/table">
            <a:tbl>
              <a:tblPr firstRow="1" firstCol="1" bandRow="1"/>
              <a:tblGrid>
                <a:gridCol w="3721627">
                  <a:extLst>
                    <a:ext uri="{9D8B030D-6E8A-4147-A177-3AD203B41FA5}">
                      <a16:colId xmlns:a16="http://schemas.microsoft.com/office/drawing/2014/main" val="709708805"/>
                    </a:ext>
                  </a:extLst>
                </a:gridCol>
                <a:gridCol w="508113">
                  <a:extLst>
                    <a:ext uri="{9D8B030D-6E8A-4147-A177-3AD203B41FA5}">
                      <a16:colId xmlns:a16="http://schemas.microsoft.com/office/drawing/2014/main" val="4264538956"/>
                    </a:ext>
                  </a:extLst>
                </a:gridCol>
              </a:tblGrid>
              <a:tr h="2337497">
                <a:tc>
                  <a:txBody>
                    <a:bodyPr/>
                    <a:lstStyle/>
                    <a:p>
                      <a:pPr algn="l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Düzensiz olan çoğul kelimeleri ezberlememiz gerekir.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abic Typesetting" panose="03020402040406030203" pitchFamily="66" charset="-78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5740" marR="205740" marT="285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124214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0DB7A21-07E1-4629-A5B0-D9C4BEFE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011378"/>
              </p:ext>
            </p:extLst>
          </p:nvPr>
        </p:nvGraphicFramePr>
        <p:xfrm>
          <a:off x="367863" y="-4968645"/>
          <a:ext cx="11477296" cy="932657"/>
        </p:xfrm>
        <a:graphic>
          <a:graphicData uri="http://schemas.openxmlformats.org/drawingml/2006/table">
            <a:tbl>
              <a:tblPr firstRow="1" firstCol="1" bandRow="1"/>
              <a:tblGrid>
                <a:gridCol w="5021260">
                  <a:extLst>
                    <a:ext uri="{9D8B030D-6E8A-4147-A177-3AD203B41FA5}">
                      <a16:colId xmlns:a16="http://schemas.microsoft.com/office/drawing/2014/main" val="1704845330"/>
                    </a:ext>
                  </a:extLst>
                </a:gridCol>
                <a:gridCol w="6456036">
                  <a:extLst>
                    <a:ext uri="{9D8B030D-6E8A-4147-A177-3AD203B41FA5}">
                      <a16:colId xmlns:a16="http://schemas.microsoft.com/office/drawing/2014/main" val="4019851284"/>
                    </a:ext>
                  </a:extLst>
                </a:gridCol>
              </a:tblGrid>
              <a:tr h="604682"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 Düzenli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(Salim) 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Çoğullar : bazı eklerle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200"/>
                        <a:buFont typeface="+mj-lt"/>
                        <a:buNone/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 Düzensiz </a:t>
                      </a:r>
                      <a:r>
                        <a:rPr lang="tr-TR" sz="28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(Teksir)</a:t>
                      </a: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Çoğullar: Bazı kalıplarla oluşturulur.</a:t>
                      </a:r>
                      <a:endParaRPr lang="tr-TR" sz="28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593" marR="140593" marT="19527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150308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D5FD4691-EF57-43F2-8569-DFCA1E3E9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179379"/>
              </p:ext>
            </p:extLst>
          </p:nvPr>
        </p:nvGraphicFramePr>
        <p:xfrm>
          <a:off x="367864" y="-3929993"/>
          <a:ext cx="4982349" cy="2061075"/>
        </p:xfrm>
        <a:graphic>
          <a:graphicData uri="http://schemas.openxmlformats.org/drawingml/2006/table">
            <a:tbl>
              <a:tblPr firstRow="1" firstCol="1" bandRow="1"/>
              <a:tblGrid>
                <a:gridCol w="2244815">
                  <a:extLst>
                    <a:ext uri="{9D8B030D-6E8A-4147-A177-3AD203B41FA5}">
                      <a16:colId xmlns:a16="http://schemas.microsoft.com/office/drawing/2014/main" val="2552768274"/>
                    </a:ext>
                  </a:extLst>
                </a:gridCol>
                <a:gridCol w="2737534">
                  <a:extLst>
                    <a:ext uri="{9D8B030D-6E8A-4147-A177-3AD203B41FA5}">
                      <a16:colId xmlns:a16="http://schemas.microsoft.com/office/drawing/2014/main" val="4250405413"/>
                    </a:ext>
                  </a:extLst>
                </a:gridCol>
              </a:tblGrid>
              <a:tr h="687025">
                <a:tc rowSpan="3">
                  <a:txBody>
                    <a:bodyPr/>
                    <a:lstStyle/>
                    <a:p>
                      <a:pPr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Öğretmen</a:t>
                      </a:r>
                      <a:r>
                        <a:rPr lang="tr-TR" sz="2700" b="0" i="0" u="sng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ler</a:t>
                      </a:r>
                      <a:endParaRPr lang="tr-TR" sz="27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215537" marR="215537" marT="107769" marB="107769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مُعَلِّمٌ › مُعَلِّمُ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537579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مُعَلِّمٍ › مُعَلِّمِ</a:t>
                      </a:r>
                      <a:r>
                        <a:rPr lang="ar-EG" sz="30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 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551095"/>
                  </a:ext>
                </a:extLst>
              </a:tr>
              <a:tr h="687025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7472" indent="-347472" algn="r" rtl="1" fontAlgn="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FF"/>
                        </a:buClr>
                        <a:buSzPct val="80000"/>
                        <a:buFont typeface="Symbol" panose="05050102010706020507" pitchFamily="18" charset="2"/>
                        <a:buChar char="·"/>
                      </a:pP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0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› </a:t>
                      </a:r>
                      <a:r>
                        <a:rPr lang="ar-EG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مُعَلِّمَ</a:t>
                      </a:r>
                      <a:r>
                        <a:rPr lang="ar-EG" sz="3000" b="0" i="0" u="none" strike="noStrik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</a:t>
                      </a:r>
                      <a:endParaRPr lang="ar-EG" sz="3000" b="0" i="0" u="none" strike="noStrike" dirty="0"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61653" marR="161653" marT="2245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636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14:cNvPr>
              <p14:cNvContentPartPr/>
              <p14:nvPr/>
            </p14:nvContentPartPr>
            <p14:xfrm>
              <a:off x="10585400" y="-3136331"/>
              <a:ext cx="1074620" cy="668152"/>
            </p14:xfrm>
          </p:contentPart>
        </mc:Choice>
        <mc:Fallback xmlns="">
          <p:pic>
            <p:nvPicPr>
              <p:cNvPr id="27" name="Mürekkep 26">
                <a:extLst>
                  <a:ext uri="{FF2B5EF4-FFF2-40B4-BE49-F238E27FC236}">
                    <a16:creationId xmlns:a16="http://schemas.microsoft.com/office/drawing/2014/main" id="{42294B5F-CBB7-4F0B-9370-C7222AF763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1080" y="-3140651"/>
                <a:ext cx="1083260" cy="67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14:cNvPr>
              <p14:cNvContentPartPr/>
              <p14:nvPr/>
            </p14:nvContentPartPr>
            <p14:xfrm rot="14989435" flipH="1">
              <a:off x="10571566" y="-3536222"/>
              <a:ext cx="301698" cy="759348"/>
            </p14:xfrm>
          </p:contentPart>
        </mc:Choice>
        <mc:Fallback xmlns="">
          <p:pic>
            <p:nvPicPr>
              <p:cNvPr id="28" name="Mürekkep 27">
                <a:extLst>
                  <a:ext uri="{FF2B5EF4-FFF2-40B4-BE49-F238E27FC236}">
                    <a16:creationId xmlns:a16="http://schemas.microsoft.com/office/drawing/2014/main" id="{3ABC6123-38C9-40EF-9231-C682B7C4CB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4989435" flipH="1">
                <a:off x="10567251" y="-3540543"/>
                <a:ext cx="310328" cy="767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14:cNvPr>
              <p14:cNvContentPartPr/>
              <p14:nvPr/>
            </p14:nvContentPartPr>
            <p14:xfrm rot="9837519">
              <a:off x="10261902" y="-3248001"/>
              <a:ext cx="159567" cy="162100"/>
            </p14:xfrm>
          </p:contentPart>
        </mc:Choice>
        <mc:Fallback xmlns="">
          <p:pic>
            <p:nvPicPr>
              <p:cNvPr id="29" name="Mürekkep 28">
                <a:extLst>
                  <a:ext uri="{FF2B5EF4-FFF2-40B4-BE49-F238E27FC236}">
                    <a16:creationId xmlns:a16="http://schemas.microsoft.com/office/drawing/2014/main" id="{3D16EE8B-5A3F-4F90-92E5-11A9241C61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9837519">
                <a:off x="10257628" y="-3252305"/>
                <a:ext cx="168115" cy="170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14:cNvPr>
              <p14:cNvContentPartPr/>
              <p14:nvPr/>
            </p14:nvContentPartPr>
            <p14:xfrm rot="2465113">
              <a:off x="9154159" y="-3065879"/>
              <a:ext cx="144964" cy="153093"/>
            </p14:xfrm>
          </p:contentPart>
        </mc:Choice>
        <mc:Fallback xmlns="">
          <p:pic>
            <p:nvPicPr>
              <p:cNvPr id="30" name="Mürekkep 29">
                <a:extLst>
                  <a:ext uri="{FF2B5EF4-FFF2-40B4-BE49-F238E27FC236}">
                    <a16:creationId xmlns:a16="http://schemas.microsoft.com/office/drawing/2014/main" id="{060BA1B4-8191-4BE0-AF63-22836E5C0D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2465113">
                <a:off x="9149842" y="-3070191"/>
                <a:ext cx="153597" cy="161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14:cNvPr>
              <p14:cNvContentPartPr/>
              <p14:nvPr/>
            </p14:nvContentPartPr>
            <p14:xfrm rot="20024825" flipV="1">
              <a:off x="9129167" y="-3404675"/>
              <a:ext cx="149537" cy="402057"/>
            </p14:xfrm>
          </p:contentPart>
        </mc:Choice>
        <mc:Fallback xmlns="">
          <p:pic>
            <p:nvPicPr>
              <p:cNvPr id="31" name="Mürekkep 30">
                <a:extLst>
                  <a:ext uri="{FF2B5EF4-FFF2-40B4-BE49-F238E27FC236}">
                    <a16:creationId xmlns:a16="http://schemas.microsoft.com/office/drawing/2014/main" id="{B3F45CF1-A5CC-4E87-8A82-D7F02AAF57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20024825" flipV="1">
                <a:off x="9124853" y="-3408994"/>
                <a:ext cx="158164" cy="410696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ikdörtgen 31">
            <a:extLst>
              <a:ext uri="{FF2B5EF4-FFF2-40B4-BE49-F238E27FC236}">
                <a16:creationId xmlns:a16="http://schemas.microsoft.com/office/drawing/2014/main" id="{C61DA33F-E4BF-4C73-8E8A-755AB4EC2C4E}"/>
              </a:ext>
            </a:extLst>
          </p:cNvPr>
          <p:cNvSpPr/>
          <p:nvPr/>
        </p:nvSpPr>
        <p:spPr>
          <a:xfrm>
            <a:off x="9197313" y="-3098884"/>
            <a:ext cx="870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gradFill>
                  <a:gsLst>
                    <a:gs pos="61000">
                      <a:srgbClr val="FF0000"/>
                    </a:gs>
                    <a:gs pos="58000">
                      <a:srgbClr val="000000"/>
                    </a:gs>
                  </a:gsLst>
                  <a:lin ang="14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ك</a:t>
            </a:r>
            <a:r>
              <a:rPr lang="ar-EG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ــ</a:t>
            </a:r>
            <a:r>
              <a:rPr lang="ar-EG" sz="3200" dirty="0">
                <a:gradFill>
                  <a:gsLst>
                    <a:gs pos="34000">
                      <a:srgbClr val="FF0000"/>
                    </a:gs>
                    <a:gs pos="35000">
                      <a:srgbClr val="000000"/>
                    </a:gs>
                  </a:gsLst>
                  <a:lin ang="54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ت</a:t>
            </a:r>
            <a:r>
              <a:rPr lang="ar-EG" sz="3200" dirty="0">
                <a:gradFill>
                  <a:gsLst>
                    <a:gs pos="58000">
                      <a:srgbClr val="FF0000"/>
                    </a:gs>
                    <a:gs pos="57000">
                      <a:srgbClr val="000000"/>
                    </a:gs>
                  </a:gsLst>
                  <a:lin ang="16200000" scaled="0"/>
                </a:gra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ب</a:t>
            </a:r>
            <a:endParaRPr lang="ar-EG" sz="4000" dirty="0">
              <a:latin typeface="Arial" panose="020B0604020202020204" pitchFamily="34" charset="0"/>
            </a:endParaRP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74325918-69A2-4597-AC37-DAC942D4F9E7}"/>
              </a:ext>
            </a:extLst>
          </p:cNvPr>
          <p:cNvSpPr/>
          <p:nvPr/>
        </p:nvSpPr>
        <p:spPr>
          <a:xfrm>
            <a:off x="9792977" y="-3408138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D93A6F2-F8B6-4DEA-A99D-D20CFB334839}"/>
              </a:ext>
            </a:extLst>
          </p:cNvPr>
          <p:cNvSpPr/>
          <p:nvPr/>
        </p:nvSpPr>
        <p:spPr>
          <a:xfrm>
            <a:off x="9595181" y="-3334683"/>
            <a:ext cx="2776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ُ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C2E07275-1300-486F-A926-E0F86A71F8E5}"/>
              </a:ext>
            </a:extLst>
          </p:cNvPr>
          <p:cNvSpPr/>
          <p:nvPr/>
        </p:nvSpPr>
        <p:spPr>
          <a:xfrm>
            <a:off x="9354565" y="-3241017"/>
            <a:ext cx="3706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ar-EG" sz="3200" dirty="0">
                <a:solidFill>
                  <a:srgbClr val="FF0000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  ٌ</a:t>
            </a:r>
            <a:endParaRPr lang="ar-EG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Serbest Form: Şekil 37">
            <a:extLst>
              <a:ext uri="{FF2B5EF4-FFF2-40B4-BE49-F238E27FC236}">
                <a16:creationId xmlns:a16="http://schemas.microsoft.com/office/drawing/2014/main" id="{48E7475E-AA6F-4EAE-A557-E57D023796F9}"/>
              </a:ext>
            </a:extLst>
          </p:cNvPr>
          <p:cNvSpPr/>
          <p:nvPr/>
        </p:nvSpPr>
        <p:spPr>
          <a:xfrm>
            <a:off x="2422424" y="-3266892"/>
            <a:ext cx="926111" cy="382890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Serbest Form: Şekil 38">
            <a:extLst>
              <a:ext uri="{FF2B5EF4-FFF2-40B4-BE49-F238E27FC236}">
                <a16:creationId xmlns:a16="http://schemas.microsoft.com/office/drawing/2014/main" id="{2B323768-1104-47A3-B736-86EAB3873A39}"/>
              </a:ext>
            </a:extLst>
          </p:cNvPr>
          <p:cNvSpPr/>
          <p:nvPr/>
        </p:nvSpPr>
        <p:spPr>
          <a:xfrm rot="10800000" flipH="1">
            <a:off x="2422424" y="-2748819"/>
            <a:ext cx="825908" cy="752863"/>
          </a:xfrm>
          <a:custGeom>
            <a:avLst/>
            <a:gdLst>
              <a:gd name="connsiteX0" fmla="*/ 658368 w 658368"/>
              <a:gd name="connsiteY0" fmla="*/ 1524 h 83820"/>
              <a:gd name="connsiteX1" fmla="*/ 213360 w 658368"/>
              <a:gd name="connsiteY1" fmla="*/ 0 h 83820"/>
              <a:gd name="connsiteX2" fmla="*/ 213360 w 658368"/>
              <a:gd name="connsiteY2" fmla="*/ 0 h 83820"/>
              <a:gd name="connsiteX3" fmla="*/ 0 w 658368"/>
              <a:gd name="connsiteY3" fmla="*/ 83820 h 83820"/>
              <a:gd name="connsiteX4" fmla="*/ 0 w 658368"/>
              <a:gd name="connsiteY4" fmla="*/ 83820 h 8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8368" h="83820">
                <a:moveTo>
                  <a:pt x="658368" y="1524"/>
                </a:moveTo>
                <a:lnTo>
                  <a:pt x="213360" y="0"/>
                </a:lnTo>
                <a:lnTo>
                  <a:pt x="213360" y="0"/>
                </a:lnTo>
                <a:lnTo>
                  <a:pt x="0" y="83820"/>
                </a:lnTo>
                <a:lnTo>
                  <a:pt x="0" y="8382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5" name="Tablo 44">
            <a:extLst>
              <a:ext uri="{FF2B5EF4-FFF2-40B4-BE49-F238E27FC236}">
                <a16:creationId xmlns:a16="http://schemas.microsoft.com/office/drawing/2014/main" id="{E3B7BEA8-BF59-46B5-9587-F701E9187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53744"/>
              </p:ext>
            </p:extLst>
          </p:nvPr>
        </p:nvGraphicFramePr>
        <p:xfrm>
          <a:off x="345105" y="-119953"/>
          <a:ext cx="11522337" cy="1131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ismin çoğulunun düzenli olup olmadığını ancak ezberleyerek bilebiliriz.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40" name="Serbest Form: Şekil 39">
            <a:extLst>
              <a:ext uri="{FF2B5EF4-FFF2-40B4-BE49-F238E27FC236}">
                <a16:creationId xmlns:a16="http://schemas.microsoft.com/office/drawing/2014/main" id="{8713DE75-877F-45D5-9922-0F9D0159B867}"/>
              </a:ext>
            </a:extLst>
          </p:cNvPr>
          <p:cNvSpPr/>
          <p:nvPr/>
        </p:nvSpPr>
        <p:spPr>
          <a:xfrm>
            <a:off x="2426099" y="-2825552"/>
            <a:ext cx="926111" cy="258097"/>
          </a:xfrm>
          <a:custGeom>
            <a:avLst/>
            <a:gdLst>
              <a:gd name="connsiteX0" fmla="*/ 659892 w 659892"/>
              <a:gd name="connsiteY0" fmla="*/ 32004 h 32004"/>
              <a:gd name="connsiteX1" fmla="*/ 216408 w 659892"/>
              <a:gd name="connsiteY1" fmla="*/ 30480 h 32004"/>
              <a:gd name="connsiteX2" fmla="*/ 216408 w 659892"/>
              <a:gd name="connsiteY2" fmla="*/ 30480 h 32004"/>
              <a:gd name="connsiteX3" fmla="*/ 0 w 659892"/>
              <a:gd name="connsiteY3" fmla="*/ 0 h 32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9892" h="32004">
                <a:moveTo>
                  <a:pt x="659892" y="32004"/>
                </a:moveTo>
                <a:lnTo>
                  <a:pt x="216408" y="30480"/>
                </a:lnTo>
                <a:lnTo>
                  <a:pt x="216408" y="3048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tr-TR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44" name="Tablo 43">
            <a:extLst>
              <a:ext uri="{FF2B5EF4-FFF2-40B4-BE49-F238E27FC236}">
                <a16:creationId xmlns:a16="http://schemas.microsoft.com/office/drawing/2014/main" id="{BE905B7C-03D4-4587-868A-D22ABC18B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122488"/>
              </p:ext>
            </p:extLst>
          </p:nvPr>
        </p:nvGraphicFramePr>
        <p:xfrm>
          <a:off x="343347" y="-1379628"/>
          <a:ext cx="11522337" cy="1213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2337">
                  <a:extLst>
                    <a:ext uri="{9D8B030D-6E8A-4147-A177-3AD203B41FA5}">
                      <a16:colId xmlns:a16="http://schemas.microsoft.com/office/drawing/2014/main" val="3039145360"/>
                    </a:ext>
                  </a:extLst>
                </a:gridCol>
              </a:tblGrid>
              <a:tr h="1131559">
                <a:tc>
                  <a:txBody>
                    <a:bodyPr/>
                    <a:lstStyle/>
                    <a:p>
                      <a:pPr marL="457200" lvl="0" indent="-457200" rtl="0">
                        <a:lnSpc>
                          <a:spcPct val="150000"/>
                        </a:lnSpc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60000"/>
                        <a:buFont typeface="Wingdings" panose="05000000000000000000" pitchFamily="2" charset="2"/>
                        <a:buChar char="v"/>
                      </a:pP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  <a:sym typeface="Wingdings 2" panose="05020102010507070707" pitchFamily="18" charset="2"/>
                        </a:rPr>
                        <a:t> </a:t>
                      </a:r>
                      <a:r>
                        <a:rPr lang="tr-TR" sz="2800" b="0" u="none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Arapça’da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eril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iki</a:t>
                      </a:r>
                      <a:r>
                        <a:rPr lang="tr-TR" sz="2800" b="0" u="none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eki,</a:t>
                      </a:r>
                      <a:r>
                        <a:rPr lang="tr-TR" sz="2800" b="0" u="none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çoğulu düzenli olan dişil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kelimelerin ise 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uFill>
                            <a:solidFill>
                              <a:srgbClr val="FF0000"/>
                            </a:solidFill>
                          </a:u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</a:t>
                      </a:r>
                      <a:r>
                        <a:rPr lang="tr-TR" sz="2800" b="0" u="none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tane çoğul eki vardır.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63321"/>
                  </a:ext>
                </a:extLst>
              </a:tr>
            </a:tbl>
          </a:graphicData>
        </a:graphic>
      </p:graphicFrame>
      <p:sp>
        <p:nvSpPr>
          <p:cNvPr id="36" name="Dikdörtgen 35">
            <a:extLst>
              <a:ext uri="{FF2B5EF4-FFF2-40B4-BE49-F238E27FC236}">
                <a16:creationId xmlns:a16="http://schemas.microsoft.com/office/drawing/2014/main" id="{B0347549-A3A9-45AE-AB72-E3B295D34DCF}"/>
              </a:ext>
            </a:extLst>
          </p:cNvPr>
          <p:cNvSpPr/>
          <p:nvPr/>
        </p:nvSpPr>
        <p:spPr>
          <a:xfrm>
            <a:off x="2490168" y="-3122240"/>
            <a:ext cx="564578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86A85297-46AE-4C90-BDFD-083B0306B9CC}"/>
              </a:ext>
            </a:extLst>
          </p:cNvPr>
          <p:cNvSpPr/>
          <p:nvPr/>
        </p:nvSpPr>
        <p:spPr>
          <a:xfrm>
            <a:off x="2383930" y="-3870044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A147A1EE-2D34-42FD-80AE-AE1EB007D8DF}"/>
              </a:ext>
            </a:extLst>
          </p:cNvPr>
          <p:cNvSpPr/>
          <p:nvPr/>
        </p:nvSpPr>
        <p:spPr>
          <a:xfrm>
            <a:off x="2076371" y="-2375254"/>
            <a:ext cx="5645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700" dirty="0" err="1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ler</a:t>
            </a:r>
            <a:endParaRPr lang="tr-TR" sz="2700" dirty="0">
              <a:solidFill>
                <a:schemeClr val="bg1">
                  <a:lumMod val="75000"/>
                </a:schemeClr>
              </a:solidFill>
            </a:endParaRPr>
          </a:p>
        </p:txBody>
      </p:sp>
      <p:graphicFrame>
        <p:nvGraphicFramePr>
          <p:cNvPr id="41" name="Tablo 40">
            <a:extLst>
              <a:ext uri="{FF2B5EF4-FFF2-40B4-BE49-F238E27FC236}">
                <a16:creationId xmlns:a16="http://schemas.microsoft.com/office/drawing/2014/main" id="{F92D5296-7BD9-4C48-A322-3B7B14AF5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181783"/>
              </p:ext>
            </p:extLst>
          </p:nvPr>
        </p:nvGraphicFramePr>
        <p:xfrm>
          <a:off x="283029" y="1170568"/>
          <a:ext cx="11625942" cy="2224026"/>
        </p:xfrm>
        <a:graphic>
          <a:graphicData uri="http://schemas.openxmlformats.org/drawingml/2006/table">
            <a:tbl>
              <a:tblPr firstRow="1" firstCol="1" bandRow="1"/>
              <a:tblGrid>
                <a:gridCol w="1918280">
                  <a:extLst>
                    <a:ext uri="{9D8B030D-6E8A-4147-A177-3AD203B41FA5}">
                      <a16:colId xmlns:a16="http://schemas.microsoft.com/office/drawing/2014/main" val="2497234647"/>
                    </a:ext>
                  </a:extLst>
                </a:gridCol>
                <a:gridCol w="1943857">
                  <a:extLst>
                    <a:ext uri="{9D8B030D-6E8A-4147-A177-3AD203B41FA5}">
                      <a16:colId xmlns:a16="http://schemas.microsoft.com/office/drawing/2014/main" val="3958630467"/>
                    </a:ext>
                  </a:extLst>
                </a:gridCol>
                <a:gridCol w="1932232">
                  <a:extLst>
                    <a:ext uri="{9D8B030D-6E8A-4147-A177-3AD203B41FA5}">
                      <a16:colId xmlns:a16="http://schemas.microsoft.com/office/drawing/2014/main" val="2355819517"/>
                    </a:ext>
                  </a:extLst>
                </a:gridCol>
                <a:gridCol w="1969435">
                  <a:extLst>
                    <a:ext uri="{9D8B030D-6E8A-4147-A177-3AD203B41FA5}">
                      <a16:colId xmlns:a16="http://schemas.microsoft.com/office/drawing/2014/main" val="2166160051"/>
                    </a:ext>
                  </a:extLst>
                </a:gridCol>
                <a:gridCol w="1934557">
                  <a:extLst>
                    <a:ext uri="{9D8B030D-6E8A-4147-A177-3AD203B41FA5}">
                      <a16:colId xmlns:a16="http://schemas.microsoft.com/office/drawing/2014/main" val="3038048049"/>
                    </a:ext>
                  </a:extLst>
                </a:gridCol>
                <a:gridCol w="1927581">
                  <a:extLst>
                    <a:ext uri="{9D8B030D-6E8A-4147-A177-3AD203B41FA5}">
                      <a16:colId xmlns:a16="http://schemas.microsoft.com/office/drawing/2014/main" val="3265381684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اَلْفَلَّاحُ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طَبِيبَ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اَلْكُتُبَ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اَلْأَرَائِكَ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ِيـنَ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مُدَرِّسَ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778585"/>
                  </a:ext>
                </a:extLst>
              </a:tr>
              <a:tr h="736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Çiftçi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Doktor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Koltuk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Mühendis</a:t>
                      </a:r>
                      <a:r>
                        <a:rPr lang="tr-TR" sz="20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Öğretmen</a:t>
                      </a:r>
                      <a:r>
                        <a:rPr lang="tr-TR" sz="20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942996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15018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وَالِد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ُونَ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مُمَرِّضَ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اَلسَّائِقِ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اَلْوَالِد</a:t>
                      </a:r>
                      <a:r>
                        <a:rPr lang="ar-EG" sz="3600">
                          <a:solidFill>
                            <a:srgbClr val="FF66CC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اتُ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طُلَّـابًا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اَلْمَدَارِسِ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141802"/>
                  </a:ext>
                </a:extLst>
              </a:tr>
              <a:tr h="36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Baba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Hemşire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Şöför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Anne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Öğrenci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Okul</a:t>
                      </a:r>
                      <a:r>
                        <a:rPr lang="tr-TR" sz="2800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70038"/>
                  </a:ext>
                </a:extLst>
              </a:tr>
            </a:tbl>
          </a:graphicData>
        </a:graphic>
      </p:graphicFrame>
      <p:graphicFrame>
        <p:nvGraphicFramePr>
          <p:cNvPr id="42" name="Tablo 41">
            <a:extLst>
              <a:ext uri="{FF2B5EF4-FFF2-40B4-BE49-F238E27FC236}">
                <a16:creationId xmlns:a16="http://schemas.microsoft.com/office/drawing/2014/main" id="{CC96D38F-1C55-4A35-907C-0F1A3519C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104076"/>
              </p:ext>
            </p:extLst>
          </p:nvPr>
        </p:nvGraphicFramePr>
        <p:xfrm>
          <a:off x="365760" y="3807498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ٌ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دَفْتَرٌ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271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 p14:bounceEnd="40000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 p14:bounceEnd="40000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 p14:bounceEnd="40000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1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1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63" presetClass="path" presetSubtype="0" ac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2.59259E-6 L 0.04375 -0.09028 " pathEditMode="relative" rAng="0" ptsTypes="AA">
                                          <p:cBhvr>
                                            <p:cTn id="17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187" y="-45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63" presetClass="path" presetSubtype="0" accel="5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0.00026 2.59259E-6 L 0.05182 0.00578 " pathEditMode="relative" rAng="0" ptsTypes="AA">
                                          <p:cBhvr>
                                            <p:cTn id="2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604" y="278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63" presetClass="path" presetSubtype="0" accel="5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45833E-6 -4.44444E-6 L 0.01497 0.10973 " pathEditMode="relative" rAng="0" ptsTypes="AA">
                                          <p:cBhvr>
                                            <p:cTn id="25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742" y="548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36" grpId="1"/>
          <p:bldP spid="37" grpId="0"/>
          <p:bldP spid="37" grpId="1"/>
          <p:bldP spid="49" grpId="0"/>
          <p:bldP spid="49" grpId="1"/>
        </p:bldLst>
      </p:timing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o 5">
            <a:extLst>
              <a:ext uri="{FF2B5EF4-FFF2-40B4-BE49-F238E27FC236}">
                <a16:creationId xmlns:a16="http://schemas.microsoft.com/office/drawing/2014/main" id="{5BFDCF00-9CAF-46C6-ABB7-C16AAE6C8D0E}"/>
              </a:ext>
            </a:extLst>
          </p:cNvPr>
          <p:cNvGraphicFramePr>
            <a:graphicFrameLocks noGrp="1"/>
          </p:cNvGraphicFramePr>
          <p:nvPr/>
        </p:nvGraphicFramePr>
        <p:xfrm>
          <a:off x="283029" y="560953"/>
          <a:ext cx="11625942" cy="2224026"/>
        </p:xfrm>
        <a:graphic>
          <a:graphicData uri="http://schemas.openxmlformats.org/drawingml/2006/table">
            <a:tbl>
              <a:tblPr firstRow="1" firstCol="1" bandRow="1"/>
              <a:tblGrid>
                <a:gridCol w="1918280">
                  <a:extLst>
                    <a:ext uri="{9D8B030D-6E8A-4147-A177-3AD203B41FA5}">
                      <a16:colId xmlns:a16="http://schemas.microsoft.com/office/drawing/2014/main" val="2497234647"/>
                    </a:ext>
                  </a:extLst>
                </a:gridCol>
                <a:gridCol w="1943857">
                  <a:extLst>
                    <a:ext uri="{9D8B030D-6E8A-4147-A177-3AD203B41FA5}">
                      <a16:colId xmlns:a16="http://schemas.microsoft.com/office/drawing/2014/main" val="3958630467"/>
                    </a:ext>
                  </a:extLst>
                </a:gridCol>
                <a:gridCol w="1932232">
                  <a:extLst>
                    <a:ext uri="{9D8B030D-6E8A-4147-A177-3AD203B41FA5}">
                      <a16:colId xmlns:a16="http://schemas.microsoft.com/office/drawing/2014/main" val="2355819517"/>
                    </a:ext>
                  </a:extLst>
                </a:gridCol>
                <a:gridCol w="1969435">
                  <a:extLst>
                    <a:ext uri="{9D8B030D-6E8A-4147-A177-3AD203B41FA5}">
                      <a16:colId xmlns:a16="http://schemas.microsoft.com/office/drawing/2014/main" val="2166160051"/>
                    </a:ext>
                  </a:extLst>
                </a:gridCol>
                <a:gridCol w="1934557">
                  <a:extLst>
                    <a:ext uri="{9D8B030D-6E8A-4147-A177-3AD203B41FA5}">
                      <a16:colId xmlns:a16="http://schemas.microsoft.com/office/drawing/2014/main" val="3038048049"/>
                    </a:ext>
                  </a:extLst>
                </a:gridCol>
                <a:gridCol w="1927581">
                  <a:extLst>
                    <a:ext uri="{9D8B030D-6E8A-4147-A177-3AD203B41FA5}">
                      <a16:colId xmlns:a16="http://schemas.microsoft.com/office/drawing/2014/main" val="3265381684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اَلْفَلَّاحُ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طَبِيبَ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اَلْكُتُبَ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اَلْأَرَائِكَ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ِيـنَ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مُدَرِّسَ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778585"/>
                  </a:ext>
                </a:extLst>
              </a:tr>
              <a:tr h="736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Çiftçi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Doktor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Kitap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Koltuk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Mühendis</a:t>
                      </a:r>
                      <a:r>
                        <a:rPr lang="tr-TR" sz="20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0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Öğretmen</a:t>
                      </a:r>
                      <a:r>
                        <a:rPr lang="tr-TR" sz="20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942996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105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15018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وَالِد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ُونَ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مُمَرِّضَ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اتٍ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اَلسَّائِقِ</a:t>
                      </a:r>
                      <a:r>
                        <a:rPr lang="ar-EG" sz="36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اَلْوَالِد</a:t>
                      </a:r>
                      <a:r>
                        <a:rPr lang="ar-EG" sz="3600">
                          <a:solidFill>
                            <a:srgbClr val="FF66CC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اتُ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طُلَّـابًا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ar-EG" sz="3600">
                          <a:solidFill>
                            <a:srgbClr val="FF00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اَلْمَدَارِسِ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141802"/>
                  </a:ext>
                </a:extLst>
              </a:tr>
              <a:tr h="368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Baba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Hemşire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Şöför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Anne</a:t>
                      </a:r>
                      <a:r>
                        <a:rPr lang="tr-TR" sz="280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Öğrenci</a:t>
                      </a:r>
                      <a:r>
                        <a:rPr lang="tr-TR" sz="280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ler</a:t>
                      </a:r>
                      <a:endParaRPr lang="tr-T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Okul</a:t>
                      </a:r>
                      <a:r>
                        <a:rPr lang="tr-TR" sz="2800" dirty="0">
                          <a:solidFill>
                            <a:srgbClr val="FF00FF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lar</a:t>
                      </a:r>
                      <a:endParaRPr lang="tr-T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470038"/>
                  </a:ext>
                </a:extLst>
              </a:tr>
            </a:tbl>
          </a:graphicData>
        </a:graphic>
      </p:graphicFrame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22B06FD3-5304-4181-A44A-6FCF5B151C6B}"/>
              </a:ext>
            </a:extLst>
          </p:cNvPr>
          <p:cNvGraphicFramePr>
            <a:graphicFrameLocks noGrp="1"/>
          </p:cNvGraphicFramePr>
          <p:nvPr/>
        </p:nvGraphicFramePr>
        <p:xfrm>
          <a:off x="365760" y="3197883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ٌ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ةٌ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اتٌ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دَفْتَرٌ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لٌ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سَابِقٌ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087106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45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581876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839B9C28-8D39-412F-869F-B357990DD9A9}"/>
              </a:ext>
            </a:extLst>
          </p:cNvPr>
          <p:cNvSpPr/>
          <p:nvPr/>
        </p:nvSpPr>
        <p:spPr>
          <a:xfrm>
            <a:off x="11376316" y="1984798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972799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46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552530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839B9C28-8D39-412F-869F-B357990DD9A9}"/>
              </a:ext>
            </a:extLst>
          </p:cNvPr>
          <p:cNvSpPr/>
          <p:nvPr/>
        </p:nvSpPr>
        <p:spPr>
          <a:xfrm>
            <a:off x="11376316" y="1984798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</p:spTree>
    <p:extLst>
      <p:ext uri="{BB962C8B-B14F-4D97-AF65-F5344CB8AC3E}">
        <p14:creationId xmlns:p14="http://schemas.microsoft.com/office/powerpoint/2010/main" val="8631464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47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727523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F47F060F-12C7-4C32-A037-5BCE1E5DF3D3}"/>
              </a:ext>
            </a:extLst>
          </p:cNvPr>
          <p:cNvSpPr/>
          <p:nvPr/>
        </p:nvSpPr>
        <p:spPr>
          <a:xfrm>
            <a:off x="5353260" y="1973354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87224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8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48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458086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F47F060F-12C7-4C32-A037-5BCE1E5DF3D3}"/>
              </a:ext>
            </a:extLst>
          </p:cNvPr>
          <p:cNvSpPr/>
          <p:nvPr/>
        </p:nvSpPr>
        <p:spPr>
          <a:xfrm>
            <a:off x="5353260" y="1973354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</p:spTree>
    <p:extLst>
      <p:ext uri="{BB962C8B-B14F-4D97-AF65-F5344CB8AC3E}">
        <p14:creationId xmlns:p14="http://schemas.microsoft.com/office/powerpoint/2010/main" val="13651868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8" grpId="1" animBg="1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49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405303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FCD25EA8-47DA-4890-AD51-DE2EE24A5D71}"/>
              </a:ext>
            </a:extLst>
          </p:cNvPr>
          <p:cNvSpPr/>
          <p:nvPr/>
        </p:nvSpPr>
        <p:spPr>
          <a:xfrm>
            <a:off x="11371439" y="2903967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</p:spTree>
    <p:extLst>
      <p:ext uri="{BB962C8B-B14F-4D97-AF65-F5344CB8AC3E}">
        <p14:creationId xmlns:p14="http://schemas.microsoft.com/office/powerpoint/2010/main" val="5911016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 animBg="1"/>
      <p:bldP spid="11" grpId="1" animBg="1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50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37509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FCD25EA8-47DA-4890-AD51-DE2EE24A5D71}"/>
              </a:ext>
            </a:extLst>
          </p:cNvPr>
          <p:cNvSpPr/>
          <p:nvPr/>
        </p:nvSpPr>
        <p:spPr>
          <a:xfrm>
            <a:off x="11371439" y="2903967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</p:spTree>
    <p:extLst>
      <p:ext uri="{BB962C8B-B14F-4D97-AF65-F5344CB8AC3E}">
        <p14:creationId xmlns:p14="http://schemas.microsoft.com/office/powerpoint/2010/main" val="4696807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 animBg="1"/>
      <p:bldP spid="11" grpId="1" animBg="1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51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690482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EDFCB873-584E-49A9-B269-B42C96F1444D}"/>
              </a:ext>
            </a:extLst>
          </p:cNvPr>
          <p:cNvSpPr/>
          <p:nvPr/>
        </p:nvSpPr>
        <p:spPr>
          <a:xfrm>
            <a:off x="5393246" y="2890029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79476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3" grpId="0" animBg="1"/>
      <p:bldP spid="13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52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324880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EDFCB873-584E-49A9-B269-B42C96F1444D}"/>
              </a:ext>
            </a:extLst>
          </p:cNvPr>
          <p:cNvSpPr/>
          <p:nvPr/>
        </p:nvSpPr>
        <p:spPr>
          <a:xfrm>
            <a:off x="5393246" y="2890029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</p:spTree>
    <p:extLst>
      <p:ext uri="{BB962C8B-B14F-4D97-AF65-F5344CB8AC3E}">
        <p14:creationId xmlns:p14="http://schemas.microsoft.com/office/powerpoint/2010/main" val="39460303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3" grpId="0" animBg="1"/>
      <p:bldP spid="13" grpId="1" animBg="1"/>
      <p:bldP spid="1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53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97440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367C73CD-653B-43DD-8F04-16AC05FE2922}"/>
              </a:ext>
            </a:extLst>
          </p:cNvPr>
          <p:cNvSpPr/>
          <p:nvPr/>
        </p:nvSpPr>
        <p:spPr>
          <a:xfrm>
            <a:off x="11408564" y="3822358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0245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5" grpId="0" animBg="1"/>
      <p:bldP spid="15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54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191723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367C73CD-653B-43DD-8F04-16AC05FE2922}"/>
              </a:ext>
            </a:extLst>
          </p:cNvPr>
          <p:cNvSpPr/>
          <p:nvPr/>
        </p:nvSpPr>
        <p:spPr>
          <a:xfrm>
            <a:off x="11408564" y="3822358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BDF6B02-8C3C-4E28-AFD8-81B826F1E617}"/>
              </a:ext>
            </a:extLst>
          </p:cNvPr>
          <p:cNvSpPr txBox="1"/>
          <p:nvPr/>
        </p:nvSpPr>
        <p:spPr>
          <a:xfrm>
            <a:off x="6515465" y="3912860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</p:spTree>
    <p:extLst>
      <p:ext uri="{BB962C8B-B14F-4D97-AF65-F5344CB8AC3E}">
        <p14:creationId xmlns:p14="http://schemas.microsoft.com/office/powerpoint/2010/main" val="35023175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5" grpId="0" animBg="1"/>
      <p:bldP spid="15" grpId="1" animBg="1"/>
      <p:bldP spid="1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55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181721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BDF6B02-8C3C-4E28-AFD8-81B826F1E617}"/>
              </a:ext>
            </a:extLst>
          </p:cNvPr>
          <p:cNvSpPr txBox="1"/>
          <p:nvPr/>
        </p:nvSpPr>
        <p:spPr>
          <a:xfrm>
            <a:off x="6515465" y="3912860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99D068A8-F849-46A4-BD3C-DE3FAF280F40}"/>
              </a:ext>
            </a:extLst>
          </p:cNvPr>
          <p:cNvSpPr/>
          <p:nvPr/>
        </p:nvSpPr>
        <p:spPr>
          <a:xfrm>
            <a:off x="5402654" y="3820351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32398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6" grpId="0"/>
      <p:bldP spid="17" grpId="0" animBg="1"/>
      <p:bldP spid="17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56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5798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BDF6B02-8C3C-4E28-AFD8-81B826F1E617}"/>
              </a:ext>
            </a:extLst>
          </p:cNvPr>
          <p:cNvSpPr txBox="1"/>
          <p:nvPr/>
        </p:nvSpPr>
        <p:spPr>
          <a:xfrm>
            <a:off x="6515465" y="3912860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99D068A8-F849-46A4-BD3C-DE3FAF280F40}"/>
              </a:ext>
            </a:extLst>
          </p:cNvPr>
          <p:cNvSpPr/>
          <p:nvPr/>
        </p:nvSpPr>
        <p:spPr>
          <a:xfrm>
            <a:off x="5402654" y="3820351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F0E234B1-C707-4DF4-9547-56E2C2074B30}"/>
              </a:ext>
            </a:extLst>
          </p:cNvPr>
          <p:cNvSpPr txBox="1"/>
          <p:nvPr/>
        </p:nvSpPr>
        <p:spPr>
          <a:xfrm>
            <a:off x="671324" y="3926483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</p:spTree>
    <p:extLst>
      <p:ext uri="{BB962C8B-B14F-4D97-AF65-F5344CB8AC3E}">
        <p14:creationId xmlns:p14="http://schemas.microsoft.com/office/powerpoint/2010/main" val="22267220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6" grpId="0"/>
      <p:bldP spid="17" grpId="0" animBg="1"/>
      <p:bldP spid="17" grpId="1" animBg="1"/>
      <p:bldP spid="1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57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904829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BDF6B02-8C3C-4E28-AFD8-81B826F1E617}"/>
              </a:ext>
            </a:extLst>
          </p:cNvPr>
          <p:cNvSpPr txBox="1"/>
          <p:nvPr/>
        </p:nvSpPr>
        <p:spPr>
          <a:xfrm>
            <a:off x="6515465" y="3912860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F0E234B1-C707-4DF4-9547-56E2C2074B30}"/>
              </a:ext>
            </a:extLst>
          </p:cNvPr>
          <p:cNvSpPr txBox="1"/>
          <p:nvPr/>
        </p:nvSpPr>
        <p:spPr>
          <a:xfrm>
            <a:off x="671324" y="3926483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CC95C1F0-1650-46EB-A60A-5AE5565BB42C}"/>
              </a:ext>
            </a:extLst>
          </p:cNvPr>
          <p:cNvSpPr/>
          <p:nvPr/>
        </p:nvSpPr>
        <p:spPr>
          <a:xfrm>
            <a:off x="11414023" y="4734460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34472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6" grpId="0"/>
      <p:bldP spid="18" grpId="0"/>
      <p:bldP spid="21" grpId="0" animBg="1"/>
      <p:bldP spid="21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58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320493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BDF6B02-8C3C-4E28-AFD8-81B826F1E617}"/>
              </a:ext>
            </a:extLst>
          </p:cNvPr>
          <p:cNvSpPr txBox="1"/>
          <p:nvPr/>
        </p:nvSpPr>
        <p:spPr>
          <a:xfrm>
            <a:off x="6515465" y="3912860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F0E234B1-C707-4DF4-9547-56E2C2074B30}"/>
              </a:ext>
            </a:extLst>
          </p:cNvPr>
          <p:cNvSpPr txBox="1"/>
          <p:nvPr/>
        </p:nvSpPr>
        <p:spPr>
          <a:xfrm>
            <a:off x="671324" y="3926483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CC95C1F0-1650-46EB-A60A-5AE5565BB42C}"/>
              </a:ext>
            </a:extLst>
          </p:cNvPr>
          <p:cNvSpPr/>
          <p:nvPr/>
        </p:nvSpPr>
        <p:spPr>
          <a:xfrm>
            <a:off x="11414023" y="4734460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D72B79F4-AFFD-443F-9D83-A788D398D3A8}"/>
              </a:ext>
            </a:extLst>
          </p:cNvPr>
          <p:cNvSpPr txBox="1"/>
          <p:nvPr/>
        </p:nvSpPr>
        <p:spPr>
          <a:xfrm>
            <a:off x="6635987" y="483101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</p:spTree>
    <p:extLst>
      <p:ext uri="{BB962C8B-B14F-4D97-AF65-F5344CB8AC3E}">
        <p14:creationId xmlns:p14="http://schemas.microsoft.com/office/powerpoint/2010/main" val="28033834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6" grpId="0"/>
      <p:bldP spid="18" grpId="0"/>
      <p:bldP spid="21" grpId="0" animBg="1"/>
      <p:bldP spid="21" grpId="1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59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813974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BDF6B02-8C3C-4E28-AFD8-81B826F1E617}"/>
              </a:ext>
            </a:extLst>
          </p:cNvPr>
          <p:cNvSpPr txBox="1"/>
          <p:nvPr/>
        </p:nvSpPr>
        <p:spPr>
          <a:xfrm>
            <a:off x="6515465" y="3912860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F0E234B1-C707-4DF4-9547-56E2C2074B30}"/>
              </a:ext>
            </a:extLst>
          </p:cNvPr>
          <p:cNvSpPr txBox="1"/>
          <p:nvPr/>
        </p:nvSpPr>
        <p:spPr>
          <a:xfrm>
            <a:off x="671324" y="3926483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D72B79F4-AFFD-443F-9D83-A788D398D3A8}"/>
              </a:ext>
            </a:extLst>
          </p:cNvPr>
          <p:cNvSpPr txBox="1"/>
          <p:nvPr/>
        </p:nvSpPr>
        <p:spPr>
          <a:xfrm>
            <a:off x="6635987" y="483101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3" name="Dikdörtgen: Köşeleri Yuvarlatılmış 22">
            <a:extLst>
              <a:ext uri="{FF2B5EF4-FFF2-40B4-BE49-F238E27FC236}">
                <a16:creationId xmlns:a16="http://schemas.microsoft.com/office/drawing/2014/main" id="{5ABE0AF2-9630-4582-9F11-943E8D2A0DCA}"/>
              </a:ext>
            </a:extLst>
          </p:cNvPr>
          <p:cNvSpPr/>
          <p:nvPr/>
        </p:nvSpPr>
        <p:spPr>
          <a:xfrm>
            <a:off x="5393246" y="4756929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7593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6" grpId="0"/>
      <p:bldP spid="18" grpId="0"/>
      <p:bldP spid="22" grpId="0"/>
      <p:bldP spid="23" grpId="0" animBg="1"/>
      <p:bldP spid="23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60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91846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BDF6B02-8C3C-4E28-AFD8-81B826F1E617}"/>
              </a:ext>
            </a:extLst>
          </p:cNvPr>
          <p:cNvSpPr txBox="1"/>
          <p:nvPr/>
        </p:nvSpPr>
        <p:spPr>
          <a:xfrm>
            <a:off x="6515465" y="3912860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F0E234B1-C707-4DF4-9547-56E2C2074B30}"/>
              </a:ext>
            </a:extLst>
          </p:cNvPr>
          <p:cNvSpPr txBox="1"/>
          <p:nvPr/>
        </p:nvSpPr>
        <p:spPr>
          <a:xfrm>
            <a:off x="671324" y="3926483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D72B79F4-AFFD-443F-9D83-A788D398D3A8}"/>
              </a:ext>
            </a:extLst>
          </p:cNvPr>
          <p:cNvSpPr txBox="1"/>
          <p:nvPr/>
        </p:nvSpPr>
        <p:spPr>
          <a:xfrm>
            <a:off x="6635987" y="483101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3" name="Dikdörtgen: Köşeleri Yuvarlatılmış 22">
            <a:extLst>
              <a:ext uri="{FF2B5EF4-FFF2-40B4-BE49-F238E27FC236}">
                <a16:creationId xmlns:a16="http://schemas.microsoft.com/office/drawing/2014/main" id="{5ABE0AF2-9630-4582-9F11-943E8D2A0DCA}"/>
              </a:ext>
            </a:extLst>
          </p:cNvPr>
          <p:cNvSpPr/>
          <p:nvPr/>
        </p:nvSpPr>
        <p:spPr>
          <a:xfrm>
            <a:off x="5393246" y="4756929"/>
            <a:ext cx="563198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BC131BB0-4A6B-43BA-B2A2-3DC06BED65A6}"/>
              </a:ext>
            </a:extLst>
          </p:cNvPr>
          <p:cNvSpPr txBox="1"/>
          <p:nvPr/>
        </p:nvSpPr>
        <p:spPr>
          <a:xfrm>
            <a:off x="518323" y="485094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</p:spTree>
    <p:extLst>
      <p:ext uri="{BB962C8B-B14F-4D97-AF65-F5344CB8AC3E}">
        <p14:creationId xmlns:p14="http://schemas.microsoft.com/office/powerpoint/2010/main" val="11608668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6" grpId="0"/>
      <p:bldP spid="18" grpId="0"/>
      <p:bldP spid="22" grpId="0"/>
      <p:bldP spid="23" grpId="0" animBg="1"/>
      <p:bldP spid="23" grpId="1" animBg="1"/>
      <p:bldP spid="2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61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606582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BDF6B02-8C3C-4E28-AFD8-81B826F1E617}"/>
              </a:ext>
            </a:extLst>
          </p:cNvPr>
          <p:cNvSpPr txBox="1"/>
          <p:nvPr/>
        </p:nvSpPr>
        <p:spPr>
          <a:xfrm>
            <a:off x="6515465" y="3912860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F0E234B1-C707-4DF4-9547-56E2C2074B30}"/>
              </a:ext>
            </a:extLst>
          </p:cNvPr>
          <p:cNvSpPr txBox="1"/>
          <p:nvPr/>
        </p:nvSpPr>
        <p:spPr>
          <a:xfrm>
            <a:off x="671324" y="3926483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D72B79F4-AFFD-443F-9D83-A788D398D3A8}"/>
              </a:ext>
            </a:extLst>
          </p:cNvPr>
          <p:cNvSpPr txBox="1"/>
          <p:nvPr/>
        </p:nvSpPr>
        <p:spPr>
          <a:xfrm>
            <a:off x="6635987" y="483101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BC131BB0-4A6B-43BA-B2A2-3DC06BED65A6}"/>
              </a:ext>
            </a:extLst>
          </p:cNvPr>
          <p:cNvSpPr txBox="1"/>
          <p:nvPr/>
        </p:nvSpPr>
        <p:spPr>
          <a:xfrm>
            <a:off x="518323" y="485094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25" name="Dikdörtgen: Köşeleri Yuvarlatılmış 24">
            <a:extLst>
              <a:ext uri="{FF2B5EF4-FFF2-40B4-BE49-F238E27FC236}">
                <a16:creationId xmlns:a16="http://schemas.microsoft.com/office/drawing/2014/main" id="{74786162-902D-45FE-A5BB-BF1A871CC289}"/>
              </a:ext>
            </a:extLst>
          </p:cNvPr>
          <p:cNvSpPr/>
          <p:nvPr/>
        </p:nvSpPr>
        <p:spPr>
          <a:xfrm>
            <a:off x="11382768" y="5646097"/>
            <a:ext cx="563198" cy="784981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3259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6" grpId="0"/>
      <p:bldP spid="18" grpId="0"/>
      <p:bldP spid="22" grpId="0"/>
      <p:bldP spid="24" grpId="0"/>
      <p:bldP spid="25" grpId="0" animBg="1"/>
      <p:bldP spid="25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62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604134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BDF6B02-8C3C-4E28-AFD8-81B826F1E617}"/>
              </a:ext>
            </a:extLst>
          </p:cNvPr>
          <p:cNvSpPr txBox="1"/>
          <p:nvPr/>
        </p:nvSpPr>
        <p:spPr>
          <a:xfrm>
            <a:off x="6515465" y="3912860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F0E234B1-C707-4DF4-9547-56E2C2074B30}"/>
              </a:ext>
            </a:extLst>
          </p:cNvPr>
          <p:cNvSpPr txBox="1"/>
          <p:nvPr/>
        </p:nvSpPr>
        <p:spPr>
          <a:xfrm>
            <a:off x="671324" y="3926483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D72B79F4-AFFD-443F-9D83-A788D398D3A8}"/>
              </a:ext>
            </a:extLst>
          </p:cNvPr>
          <p:cNvSpPr txBox="1"/>
          <p:nvPr/>
        </p:nvSpPr>
        <p:spPr>
          <a:xfrm>
            <a:off x="6635987" y="483101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BC131BB0-4A6B-43BA-B2A2-3DC06BED65A6}"/>
              </a:ext>
            </a:extLst>
          </p:cNvPr>
          <p:cNvSpPr txBox="1"/>
          <p:nvPr/>
        </p:nvSpPr>
        <p:spPr>
          <a:xfrm>
            <a:off x="518323" y="485094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25" name="Dikdörtgen: Köşeleri Yuvarlatılmış 24">
            <a:extLst>
              <a:ext uri="{FF2B5EF4-FFF2-40B4-BE49-F238E27FC236}">
                <a16:creationId xmlns:a16="http://schemas.microsoft.com/office/drawing/2014/main" id="{74786162-902D-45FE-A5BB-BF1A871CC289}"/>
              </a:ext>
            </a:extLst>
          </p:cNvPr>
          <p:cNvSpPr/>
          <p:nvPr/>
        </p:nvSpPr>
        <p:spPr>
          <a:xfrm>
            <a:off x="11382768" y="5646097"/>
            <a:ext cx="563198" cy="784981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AAEB189E-971D-4374-BF19-737EBE32C4A4}"/>
              </a:ext>
            </a:extLst>
          </p:cNvPr>
          <p:cNvSpPr txBox="1"/>
          <p:nvPr/>
        </p:nvSpPr>
        <p:spPr>
          <a:xfrm>
            <a:off x="6580509" y="5766877"/>
            <a:ext cx="1774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</p:spTree>
    <p:extLst>
      <p:ext uri="{BB962C8B-B14F-4D97-AF65-F5344CB8AC3E}">
        <p14:creationId xmlns:p14="http://schemas.microsoft.com/office/powerpoint/2010/main" val="2667719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6" grpId="0"/>
      <p:bldP spid="18" grpId="0"/>
      <p:bldP spid="22" grpId="0"/>
      <p:bldP spid="24" grpId="0"/>
      <p:bldP spid="25" grpId="0" animBg="1"/>
      <p:bldP spid="25" grpId="1" animBg="1"/>
      <p:bldP spid="2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63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643542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BDF6B02-8C3C-4E28-AFD8-81B826F1E617}"/>
              </a:ext>
            </a:extLst>
          </p:cNvPr>
          <p:cNvSpPr txBox="1"/>
          <p:nvPr/>
        </p:nvSpPr>
        <p:spPr>
          <a:xfrm>
            <a:off x="6515465" y="3912860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F0E234B1-C707-4DF4-9547-56E2C2074B30}"/>
              </a:ext>
            </a:extLst>
          </p:cNvPr>
          <p:cNvSpPr txBox="1"/>
          <p:nvPr/>
        </p:nvSpPr>
        <p:spPr>
          <a:xfrm>
            <a:off x="671324" y="3926483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D72B79F4-AFFD-443F-9D83-A788D398D3A8}"/>
              </a:ext>
            </a:extLst>
          </p:cNvPr>
          <p:cNvSpPr txBox="1"/>
          <p:nvPr/>
        </p:nvSpPr>
        <p:spPr>
          <a:xfrm>
            <a:off x="6635987" y="483101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BC131BB0-4A6B-43BA-B2A2-3DC06BED65A6}"/>
              </a:ext>
            </a:extLst>
          </p:cNvPr>
          <p:cNvSpPr txBox="1"/>
          <p:nvPr/>
        </p:nvSpPr>
        <p:spPr>
          <a:xfrm>
            <a:off x="518323" y="485094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AAEB189E-971D-4374-BF19-737EBE32C4A4}"/>
              </a:ext>
            </a:extLst>
          </p:cNvPr>
          <p:cNvSpPr txBox="1"/>
          <p:nvPr/>
        </p:nvSpPr>
        <p:spPr>
          <a:xfrm>
            <a:off x="6580509" y="5766877"/>
            <a:ext cx="1774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7" name="Dikdörtgen: Köşeleri Yuvarlatılmış 26">
            <a:extLst>
              <a:ext uri="{FF2B5EF4-FFF2-40B4-BE49-F238E27FC236}">
                <a16:creationId xmlns:a16="http://schemas.microsoft.com/office/drawing/2014/main" id="{CD043468-E914-4B48-9F45-F4D1505AA4F5}"/>
              </a:ext>
            </a:extLst>
          </p:cNvPr>
          <p:cNvSpPr/>
          <p:nvPr/>
        </p:nvSpPr>
        <p:spPr>
          <a:xfrm>
            <a:off x="5126477" y="5671329"/>
            <a:ext cx="753767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38560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6" grpId="0"/>
      <p:bldP spid="18" grpId="0"/>
      <p:bldP spid="22" grpId="0"/>
      <p:bldP spid="24" grpId="0"/>
      <p:bldP spid="26" grpId="0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ayt Numarası Yer Tutucusu 6">
            <a:extLst>
              <a:ext uri="{FF2B5EF4-FFF2-40B4-BE49-F238E27FC236}">
                <a16:creationId xmlns:a16="http://schemas.microsoft.com/office/drawing/2014/main" id="{BC202F57-C8FF-442C-B8F8-64677A34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3840" y="6356350"/>
            <a:ext cx="518160" cy="501650"/>
          </a:xfrm>
        </p:spPr>
        <p:txBody>
          <a:bodyPr/>
          <a:lstStyle/>
          <a:p>
            <a:fld id="{5B49A759-1A82-4546-B6E1-F84013A0B750}" type="slidenum">
              <a:rPr lang="tr-TR" sz="1800" smtClean="0">
                <a:latin typeface="Chiller" panose="04020404031007020602" pitchFamily="82" charset="0"/>
              </a:rPr>
              <a:t>64</a:t>
            </a:fld>
            <a:endParaRPr lang="tr-TR" sz="1800" dirty="0">
              <a:latin typeface="Chiller" panose="04020404031007020602" pitchFamily="82" charset="0"/>
            </a:endParaRPr>
          </a:p>
        </p:txBody>
      </p:sp>
      <p:graphicFrame>
        <p:nvGraphicFramePr>
          <p:cNvPr id="10" name="Tablo 9">
            <a:extLst>
              <a:ext uri="{FF2B5EF4-FFF2-40B4-BE49-F238E27FC236}">
                <a16:creationId xmlns:a16="http://schemas.microsoft.com/office/drawing/2014/main" id="{21D8211A-ADEE-4CBC-B26B-615FEC497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687288"/>
              </p:ext>
            </p:extLst>
          </p:nvPr>
        </p:nvGraphicFramePr>
        <p:xfrm>
          <a:off x="365760" y="567892"/>
          <a:ext cx="11486606" cy="5754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7995">
                  <a:extLst>
                    <a:ext uri="{9D8B030D-6E8A-4147-A177-3AD203B41FA5}">
                      <a16:colId xmlns:a16="http://schemas.microsoft.com/office/drawing/2014/main" val="3479883858"/>
                    </a:ext>
                  </a:extLst>
                </a:gridCol>
                <a:gridCol w="3328780">
                  <a:extLst>
                    <a:ext uri="{9D8B030D-6E8A-4147-A177-3AD203B41FA5}">
                      <a16:colId xmlns:a16="http://schemas.microsoft.com/office/drawing/2014/main" val="192232731"/>
                    </a:ext>
                  </a:extLst>
                </a:gridCol>
                <a:gridCol w="346934">
                  <a:extLst>
                    <a:ext uri="{9D8B030D-6E8A-4147-A177-3AD203B41FA5}">
                      <a16:colId xmlns:a16="http://schemas.microsoft.com/office/drawing/2014/main" val="1477639764"/>
                    </a:ext>
                  </a:extLst>
                </a:gridCol>
                <a:gridCol w="2386917">
                  <a:extLst>
                    <a:ext uri="{9D8B030D-6E8A-4147-A177-3AD203B41FA5}">
                      <a16:colId xmlns:a16="http://schemas.microsoft.com/office/drawing/2014/main" val="1968778639"/>
                    </a:ext>
                  </a:extLst>
                </a:gridCol>
                <a:gridCol w="3275980">
                  <a:extLst>
                    <a:ext uri="{9D8B030D-6E8A-4147-A177-3AD203B41FA5}">
                      <a16:colId xmlns:a16="http://schemas.microsoft.com/office/drawing/2014/main" val="3745037764"/>
                    </a:ext>
                  </a:extLst>
                </a:gridCol>
              </a:tblGrid>
              <a:tr h="1154173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44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Düzenli mi, Düzensiz mi?</a:t>
                      </a:r>
                      <a:endParaRPr lang="tr-TR" sz="440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8374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طَالِب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طُلَّاب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مُعَلّم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مُعَلِّمُ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58940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2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مُهَنْدِسَ</a:t>
                      </a:r>
                      <a:r>
                        <a:rPr lang="ar-EG" sz="32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2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وَرَقَ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أَ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22099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ة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نَظَّارَ</a:t>
                      </a:r>
                      <a:r>
                        <a:rPr lang="ar-EG" sz="3600" dirty="0">
                          <a:solidFill>
                            <a:srgbClr val="FF33CC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ات</a:t>
                      </a:r>
                      <a:endParaRPr lang="tr-TR" sz="3600" dirty="0">
                        <a:solidFill>
                          <a:srgbClr val="FF33CC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عَالَم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ع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وَا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لِم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357896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دَفْتَـر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دَفَ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تِر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مُدَرِّس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مُدَرِّسِ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يـنَ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852528"/>
                  </a:ext>
                </a:extLst>
              </a:tr>
              <a:tr h="9200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20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جَبَل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جِبَ</a:t>
                      </a:r>
                      <a:r>
                        <a:rPr lang="ar-EG" sz="360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</a:t>
                      </a:r>
                      <a:endParaRPr lang="tr-TR" sz="36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18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tr-TR" sz="11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0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سَابِق 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ج</a:t>
                      </a:r>
                      <a:r>
                        <a:rPr lang="ar-EG" sz="360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سَابِقُ</a:t>
                      </a:r>
                      <a:r>
                        <a:rPr lang="ar-EG" sz="360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ونَ</a:t>
                      </a:r>
                      <a:endParaRPr lang="tr-TR" sz="360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23347"/>
                  </a:ext>
                </a:extLst>
              </a:tr>
            </a:tbl>
          </a:graphicData>
        </a:graphic>
      </p:graphicFrame>
      <p:sp>
        <p:nvSpPr>
          <p:cNvPr id="2" name="Metin kutusu 1">
            <a:extLst>
              <a:ext uri="{FF2B5EF4-FFF2-40B4-BE49-F238E27FC236}">
                <a16:creationId xmlns:a16="http://schemas.microsoft.com/office/drawing/2014/main" id="{28542C28-B7C1-4346-B7EE-BF89D0729C27}"/>
              </a:ext>
            </a:extLst>
          </p:cNvPr>
          <p:cNvSpPr txBox="1"/>
          <p:nvPr/>
        </p:nvSpPr>
        <p:spPr>
          <a:xfrm>
            <a:off x="6646567" y="2079792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5D85B4-92DB-4B1A-A054-37A7FE1E47AC}"/>
              </a:ext>
            </a:extLst>
          </p:cNvPr>
          <p:cNvSpPr txBox="1"/>
          <p:nvPr/>
        </p:nvSpPr>
        <p:spPr>
          <a:xfrm>
            <a:off x="526615" y="209159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AC29A0B-6CDC-4FC8-9435-094DE3CBA5A7}"/>
              </a:ext>
            </a:extLst>
          </p:cNvPr>
          <p:cNvSpPr txBox="1"/>
          <p:nvPr/>
        </p:nvSpPr>
        <p:spPr>
          <a:xfrm>
            <a:off x="6466072" y="299446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A69C-E61B-468D-A488-859391C8F71A}"/>
              </a:ext>
            </a:extLst>
          </p:cNvPr>
          <p:cNvSpPr txBox="1"/>
          <p:nvPr/>
        </p:nvSpPr>
        <p:spPr>
          <a:xfrm>
            <a:off x="633379" y="301432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BDF6B02-8C3C-4E28-AFD8-81B826F1E617}"/>
              </a:ext>
            </a:extLst>
          </p:cNvPr>
          <p:cNvSpPr txBox="1"/>
          <p:nvPr/>
        </p:nvSpPr>
        <p:spPr>
          <a:xfrm>
            <a:off x="6515465" y="3912860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F0E234B1-C707-4DF4-9547-56E2C2074B30}"/>
              </a:ext>
            </a:extLst>
          </p:cNvPr>
          <p:cNvSpPr txBox="1"/>
          <p:nvPr/>
        </p:nvSpPr>
        <p:spPr>
          <a:xfrm>
            <a:off x="671324" y="3926483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D72B79F4-AFFD-443F-9D83-A788D398D3A8}"/>
              </a:ext>
            </a:extLst>
          </p:cNvPr>
          <p:cNvSpPr txBox="1"/>
          <p:nvPr/>
        </p:nvSpPr>
        <p:spPr>
          <a:xfrm>
            <a:off x="6635987" y="4831018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BC131BB0-4A6B-43BA-B2A2-3DC06BED65A6}"/>
              </a:ext>
            </a:extLst>
          </p:cNvPr>
          <p:cNvSpPr txBox="1"/>
          <p:nvPr/>
        </p:nvSpPr>
        <p:spPr>
          <a:xfrm>
            <a:off x="518323" y="4850949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AAEB189E-971D-4374-BF19-737EBE32C4A4}"/>
              </a:ext>
            </a:extLst>
          </p:cNvPr>
          <p:cNvSpPr txBox="1"/>
          <p:nvPr/>
        </p:nvSpPr>
        <p:spPr>
          <a:xfrm>
            <a:off x="6580509" y="5766877"/>
            <a:ext cx="1774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Düzenli</a:t>
            </a:r>
          </a:p>
        </p:txBody>
      </p:sp>
      <p:sp>
        <p:nvSpPr>
          <p:cNvPr id="27" name="Dikdörtgen: Köşeleri Yuvarlatılmış 26">
            <a:extLst>
              <a:ext uri="{FF2B5EF4-FFF2-40B4-BE49-F238E27FC236}">
                <a16:creationId xmlns:a16="http://schemas.microsoft.com/office/drawing/2014/main" id="{CD043468-E914-4B48-9F45-F4D1505AA4F5}"/>
              </a:ext>
            </a:extLst>
          </p:cNvPr>
          <p:cNvSpPr/>
          <p:nvPr/>
        </p:nvSpPr>
        <p:spPr>
          <a:xfrm>
            <a:off x="5126477" y="5671329"/>
            <a:ext cx="753767" cy="7497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CC15122A-1E2D-4C3C-B06F-F6FBFF5B772C}"/>
              </a:ext>
            </a:extLst>
          </p:cNvPr>
          <p:cNvSpPr txBox="1"/>
          <p:nvPr/>
        </p:nvSpPr>
        <p:spPr>
          <a:xfrm>
            <a:off x="548594" y="5771405"/>
            <a:ext cx="2013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Düzensiz</a:t>
            </a:r>
          </a:p>
        </p:txBody>
      </p:sp>
    </p:spTree>
    <p:extLst>
      <p:ext uri="{BB962C8B-B14F-4D97-AF65-F5344CB8AC3E}">
        <p14:creationId xmlns:p14="http://schemas.microsoft.com/office/powerpoint/2010/main" val="22970573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2" grpId="0"/>
      <p:bldP spid="14" grpId="0"/>
      <p:bldP spid="16" grpId="0"/>
      <p:bldP spid="18" grpId="0"/>
      <p:bldP spid="22" grpId="0"/>
      <p:bldP spid="24" grpId="0"/>
      <p:bldP spid="26" grpId="0"/>
      <p:bldP spid="27" grpId="0" animBg="1"/>
      <p:bldP spid="2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B1A71853-AB11-48C2-AFF4-401B20025791}"/>
              </a:ext>
            </a:extLst>
          </p:cNvPr>
          <p:cNvSpPr/>
          <p:nvPr/>
        </p:nvSpPr>
        <p:spPr>
          <a:xfrm>
            <a:off x="1092753" y="773598"/>
            <a:ext cx="9396894" cy="6442918"/>
          </a:xfrm>
          <a:prstGeom prst="rect">
            <a:avLst/>
          </a:prstGeom>
          <a:ln w="12700">
            <a:noFill/>
          </a:ln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a-IR" sz="39500" dirty="0">
                <a:solidFill>
                  <a:srgbClr val="009999"/>
                </a:solidFill>
                <a:latin typeface="Aldhabi" panose="01000000000000000000" pitchFamily="2" charset="-78"/>
                <a:ea typeface="+mj-ea"/>
                <a:cs typeface="Aldhabi" panose="01000000000000000000" pitchFamily="2" charset="-78"/>
              </a:rPr>
              <a:t>ش</a:t>
            </a:r>
            <a:r>
              <a:rPr lang="ar-EG" sz="39500" dirty="0">
                <a:solidFill>
                  <a:srgbClr val="009999"/>
                </a:solidFill>
                <a:latin typeface="Aldhabi" panose="01000000000000000000" pitchFamily="2" charset="-78"/>
                <a:ea typeface="+mj-ea"/>
                <a:cs typeface="Aldhabi" panose="01000000000000000000" pitchFamily="2" charset="-78"/>
              </a:rPr>
              <a:t>ُكْرًا</a:t>
            </a:r>
            <a:endParaRPr lang="en-US" sz="39500" kern="1200" dirty="0">
              <a:solidFill>
                <a:srgbClr val="009999"/>
              </a:solidFill>
              <a:latin typeface="Aldhabi" panose="01000000000000000000" pitchFamily="2" charset="-78"/>
              <a:ea typeface="+mj-ea"/>
              <a:cs typeface="Aldhabi" panose="01000000000000000000" pitchFamily="2" charset="-78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B54ADA8-643E-488D-8D3A-FCAF596BE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05" y="427133"/>
            <a:ext cx="2834446" cy="2778347"/>
          </a:xfrm>
          <a:prstGeom prst="rect">
            <a:avLst/>
          </a:prstGeo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BD64D29E-C26B-49AB-88D4-8BD8EBF8F17C}"/>
              </a:ext>
            </a:extLst>
          </p:cNvPr>
          <p:cNvSpPr/>
          <p:nvPr/>
        </p:nvSpPr>
        <p:spPr>
          <a:xfrm>
            <a:off x="8229764" y="4093822"/>
            <a:ext cx="38397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>
                <a:solidFill>
                  <a:srgbClr val="C0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Kidef Arapça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68485EAA-9674-458A-9ECC-2067FC608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224" y="4997971"/>
            <a:ext cx="592772" cy="583861"/>
          </a:xfrm>
          <a:prstGeom prst="rect">
            <a:avLst/>
          </a:prstGeom>
        </p:spPr>
      </p:pic>
      <p:sp>
        <p:nvSpPr>
          <p:cNvPr id="8" name="Dikdörtgen 7">
            <a:extLst>
              <a:ext uri="{FF2B5EF4-FFF2-40B4-BE49-F238E27FC236}">
                <a16:creationId xmlns:a16="http://schemas.microsoft.com/office/drawing/2014/main" id="{624A45EC-F630-407A-A214-25064024FDC7}"/>
              </a:ext>
            </a:extLst>
          </p:cNvPr>
          <p:cNvSpPr/>
          <p:nvPr/>
        </p:nvSpPr>
        <p:spPr>
          <a:xfrm>
            <a:off x="8229764" y="4935959"/>
            <a:ext cx="38397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 err="1">
                <a:solidFill>
                  <a:srgbClr val="C0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kidefarapca</a:t>
            </a:r>
            <a:endParaRPr lang="tr-TR" sz="4000" dirty="0">
              <a:solidFill>
                <a:srgbClr val="C0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85A2C72-98DD-4905-800D-D11A75376E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1" t="37655" r="62776" b="37333"/>
          <a:stretch/>
        </p:blipFill>
        <p:spPr>
          <a:xfrm>
            <a:off x="7532060" y="4215060"/>
            <a:ext cx="640792" cy="52184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EDF6D79F-1D22-47F5-B172-A3A40784FDBD}"/>
              </a:ext>
            </a:extLst>
          </p:cNvPr>
          <p:cNvSpPr/>
          <p:nvPr/>
        </p:nvSpPr>
        <p:spPr>
          <a:xfrm>
            <a:off x="675111" y="427340"/>
            <a:ext cx="2869324" cy="2778140"/>
          </a:xfrm>
          <a:prstGeom prst="ellipse">
            <a:avLst/>
          </a:prstGeom>
          <a:noFill/>
          <a:ln w="114300">
            <a:solidFill>
              <a:srgbClr val="C00000"/>
            </a:solidFill>
          </a:ln>
          <a:effectLst>
            <a:glow rad="203200">
              <a:srgbClr val="9933FF">
                <a:alpha val="40000"/>
              </a:srgbClr>
            </a:glow>
            <a:reflection blurRad="25400" stA="12000" endPos="26000" dist="762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9" name="Resim 8" descr="çizim içeren bir resim&#10;&#10;Açıklama otomatik olarak oluşturuldu">
            <a:extLst>
              <a:ext uri="{FF2B5EF4-FFF2-40B4-BE49-F238E27FC236}">
                <a16:creationId xmlns:a16="http://schemas.microsoft.com/office/drawing/2014/main" id="{EE212B23-07B2-4F51-A064-2D0053155C9C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224" y="5840108"/>
            <a:ext cx="592772" cy="583861"/>
          </a:xfrm>
          <a:prstGeom prst="rect">
            <a:avLst/>
          </a:prstGeom>
        </p:spPr>
      </p:pic>
      <p:sp>
        <p:nvSpPr>
          <p:cNvPr id="2" name="Dikdörtgen 1">
            <a:extLst>
              <a:ext uri="{FF2B5EF4-FFF2-40B4-BE49-F238E27FC236}">
                <a16:creationId xmlns:a16="http://schemas.microsoft.com/office/drawing/2014/main" id="{249150ED-34A6-43C0-8DB6-C52DFA80E577}"/>
              </a:ext>
            </a:extLst>
          </p:cNvPr>
          <p:cNvSpPr/>
          <p:nvPr/>
        </p:nvSpPr>
        <p:spPr>
          <a:xfrm>
            <a:off x="8229764" y="5778096"/>
            <a:ext cx="38397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>
                <a:solidFill>
                  <a:srgbClr val="C0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Kidef Arapça</a:t>
            </a:r>
          </a:p>
        </p:txBody>
      </p:sp>
      <p:sp>
        <p:nvSpPr>
          <p:cNvPr id="12" name="İçerik Yer Tutucusu 2">
            <a:extLst>
              <a:ext uri="{FF2B5EF4-FFF2-40B4-BE49-F238E27FC236}">
                <a16:creationId xmlns:a16="http://schemas.microsoft.com/office/drawing/2014/main" id="{02A18736-D4CE-45A0-985E-E9B5D05F4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40952" y="5547982"/>
            <a:ext cx="3790249" cy="11681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r-TR" sz="7200" dirty="0">
                <a:latin typeface="Biome" panose="020B0503030204020804" pitchFamily="34" charset="0"/>
                <a:cs typeface="Biome" panose="020B0503030204020804" pitchFamily="34" charset="0"/>
              </a:rPr>
              <a:t> 👌👍😎</a:t>
            </a:r>
          </a:p>
        </p:txBody>
      </p:sp>
    </p:spTree>
    <p:extLst>
      <p:ext uri="{BB962C8B-B14F-4D97-AF65-F5344CB8AC3E}">
        <p14:creationId xmlns:p14="http://schemas.microsoft.com/office/powerpoint/2010/main" val="343805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2828</TotalTime>
  <Words>6266</Words>
  <Application>Microsoft Macintosh PowerPoint</Application>
  <PresentationFormat>Geniş ekran</PresentationFormat>
  <Paragraphs>2150</Paragraphs>
  <Slides>65</Slides>
  <Notes>25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65</vt:i4>
      </vt:variant>
    </vt:vector>
  </HeadingPairs>
  <TitlesOfParts>
    <vt:vector size="77" baseType="lpstr">
      <vt:lpstr>Aldhabi</vt:lpstr>
      <vt:lpstr>Arabic Typesetting</vt:lpstr>
      <vt:lpstr>Arial</vt:lpstr>
      <vt:lpstr>Biome</vt:lpstr>
      <vt:lpstr>Biome Light</vt:lpstr>
      <vt:lpstr>Calibri</vt:lpstr>
      <vt:lpstr>Calibri Light</vt:lpstr>
      <vt:lpstr>Chiller</vt:lpstr>
      <vt:lpstr>Symbol</vt:lpstr>
      <vt:lpstr>Times New Roman</vt:lpstr>
      <vt:lpstr>Wingdings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Tekil-İkil-Çoğul İsimler</dc:title>
  <dc:creator>Geylani DEMİRBAĞ</dc:creator>
  <cp:lastModifiedBy>Geylani DEMİRBAĞ</cp:lastModifiedBy>
  <cp:revision>79</cp:revision>
  <dcterms:created xsi:type="dcterms:W3CDTF">2020-04-15T12:25:31Z</dcterms:created>
  <dcterms:modified xsi:type="dcterms:W3CDTF">2026-08-29T21:53:06Z</dcterms:modified>
</cp:coreProperties>
</file>